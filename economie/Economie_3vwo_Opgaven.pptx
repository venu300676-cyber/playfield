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Procenten: aandeel, verandering en procentpunt</a:t>
            </a:r>
          </a:p>
          <a:p/>
          <a:p>
            <a:r>
              <a:t>Stap 1 – waar is de 100%?: Het geheel, of het oude getal. ‘Ten opzichte van X’ betekent: X is je 100%.</a:t>
            </a:r>
          </a:p>
          <a:p>
            <a:r>
              <a:t>Stap 2 – welk soort vraag?: ‘Hoeveel procent ván’ → aandeel. ‘Met hoeveel procent gestegen of gedaald’ → verandering. ‘Procentpunt’ → twee percentages aftrekken.</a:t>
            </a:r>
          </a:p>
          <a:p>
            <a:r>
              <a:t>Stap 3 – rekenen en checken: Deel door het geheel of door oud, keer 100%. Is iets gestegen? Dan moet je antwoord positief zijn.</a:t>
            </a:r>
          </a:p>
          <a:p/>
          <a:p>
            <a:r>
              <a:t>De methode: Deel : geheel × 100%, of (nieuw − oud) : oud × 100%. Bij procentpunt: nieuw% − oud%.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1–2</a:t>
            </a:r>
          </a:p>
          <a:p/>
          <a:p>
            <a:r>
              <a:t>tabel 1: auto’s × 1.000</a:t>
            </a:r>
          </a:p>
          <a:p>
            <a:r>
              <a:t>(1) geheel = alle auto’s in 2026</a:t>
            </a:r>
          </a:p>
          <a:p>
            <a:r>
              <a:t>    6.649 + 1.306 + 133 + 272 = 8.360</a:t>
            </a:r>
          </a:p>
          <a:p>
            <a:r>
              <a:t>deel = diesel = 1.306</a:t>
            </a:r>
          </a:p>
          <a:p>
            <a:r>
              <a:t>∴ 1.306 : 8.360 × 100% = 15,6%</a:t>
            </a:r>
          </a:p>
          <a:p>
            <a:r>
              <a:t>(2) oud = 2024 = 211 ; nieuw = 2026 = 272</a:t>
            </a:r>
          </a:p>
          <a:p>
            <a:r>
              <a:t>    (272 − 211) : 211 × 100%</a:t>
            </a:r>
          </a:p>
          <a:p>
            <a:r>
              <a:t>∴ = 28,9% gestegen</a:t>
            </a:r>
          </a:p>
          <a:p>
            <a:r>
              <a:t>✓ diesel ≈ 1 op de 6 auto’s → ±17%: klopt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3–4</a:t>
            </a:r>
          </a:p>
          <a:p/>
          <a:p>
            <a:r>
              <a:t>spaarrente: 2,0% (2023) → 0,9% (2026)</a:t>
            </a:r>
          </a:p>
          <a:p>
            <a:r>
              <a:t>(3) procent: verschil delen door oud</a:t>
            </a:r>
          </a:p>
          <a:p>
            <a:r>
              <a:t>    (0,9 − 2,0) : 2,0 × 100% = −55%</a:t>
            </a:r>
          </a:p>
          <a:p>
            <a:r>
              <a:t>∴ gedaald met 55%</a:t>
            </a:r>
          </a:p>
          <a:p>
            <a:r>
              <a:t>(4) procentpunt: gewoon aftrekken</a:t>
            </a:r>
          </a:p>
          <a:p>
            <a:r>
              <a:t>    0,9 − 2,0 = −1,1</a:t>
            </a:r>
          </a:p>
          <a:p>
            <a:r>
              <a:t>∴ gedaald met 1,1 procentpunt</a:t>
            </a:r>
          </a:p>
          <a:p>
            <a:r>
              <a:t>✓ zelfde idee als ‘Let op!’: 0,9 → 0,6 is</a:t>
            </a:r>
          </a:p>
          <a:p>
            <a:r>
              <a:t>−0,3 procentpunt en −33,3%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1.21 Europese landbouw · vraag 1–2</a:t>
            </a:r>
          </a:p>
          <a:p/>
          <a:p>
            <a:r>
              <a:t>bron 2: totale uitgaven van de EU</a:t>
            </a:r>
          </a:p>
          <a:p>
            <a:r>
              <a:t>(1) oud = 1980 = 16,06 ; nieuw = 1999 = 84,51</a:t>
            </a:r>
          </a:p>
          <a:p>
            <a:r>
              <a:t>    (84,51 − 16,06) : 16,06 × 100%</a:t>
            </a:r>
          </a:p>
          <a:p>
            <a:r>
              <a:t>∴ = 426,2% toegenomen</a:t>
            </a:r>
          </a:p>
          <a:p>
            <a:r>
              <a:t>(2) 1999: 37,50 : 84,51 × 100% = 44,4%</a:t>
            </a:r>
          </a:p>
          <a:p>
            <a:r>
              <a:t>    1980: 70,5% (gegeven)</a:t>
            </a:r>
          </a:p>
          <a:p>
            <a:r>
              <a:t>∴ 44,4% &lt; 70,5% → gedaald</a:t>
            </a:r>
          </a:p>
          <a:p>
            <a:r>
              <a:t>✓ het geheel is hier de totale EU-uitgaven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1.22 Schoolverlaters · vraag 1</a:t>
            </a:r>
          </a:p>
          <a:p/>
          <a:p>
            <a:r>
              <a:t>aflezen (× 1.000): 2008 = 161 ; 2018 = 108</a:t>
            </a:r>
          </a:p>
          <a:p>
            <a:r>
              <a:t>oud = 2008, nieuw = 2018</a:t>
            </a:r>
          </a:p>
          <a:p>
            <a:r>
              <a:t>    (108 − 161) : 161 × 100%</a:t>
            </a:r>
          </a:p>
          <a:p>
            <a:r>
              <a:t>∴ = −32,9% → gedaald met 32,9%</a:t>
            </a:r>
          </a:p>
          <a:p>
            <a:r>
              <a:t>✓ de lijn loopt van 2003 tot 2018: tel de</a:t>
            </a:r>
          </a:p>
          <a:p>
            <a:r>
              <a:t>punten vanaf 2003, het lege punt is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1.22 Schoolverlaters · vraag 3–4</a:t>
            </a:r>
          </a:p>
          <a:p/>
          <a:p>
            <a:r>
              <a:t>jongeren van 18 tot 25 jaar in 2018</a:t>
            </a:r>
          </a:p>
          <a:p>
            <a:r>
              <a:t>(3) geheel = mét + zónder startkwalificatie</a:t>
            </a:r>
          </a:p>
          <a:p>
            <a:r>
              <a:t>    1.368.000 + 108.000 = 1.476.000</a:t>
            </a:r>
          </a:p>
          <a:p>
            <a:r>
              <a:t>    1.368.000 : 1.476.000 × 100%</a:t>
            </a:r>
          </a:p>
          <a:p>
            <a:r>
              <a:t>∴ = 92,7%</a:t>
            </a:r>
          </a:p>
          <a:p>
            <a:r>
              <a:t>(4) 92,7 − 88,16 = 4,5</a:t>
            </a:r>
          </a:p>
          <a:p>
            <a:r>
              <a:t>∴ toegenomen met 4,5 procentpunt</a:t>
            </a:r>
          </a:p>
          <a:p>
            <a:r>
              <a:t>✓ procentpunt: twee percentages aftrekken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1.23 Bevolking · vraag 1–2</a:t>
            </a:r>
          </a:p>
          <a:p/>
          <a:p>
            <a:r>
              <a:t>tabel 1: 1950 en 2020</a:t>
            </a:r>
          </a:p>
          <a:p>
            <a:r>
              <a:t>(1) vrouwen: (43,0 − 31,3) : 31,3 × 100%</a:t>
            </a:r>
          </a:p>
          <a:p>
            <a:r>
              <a:t>∴ = 37,4% gestegen</a:t>
            </a:r>
          </a:p>
          <a:p>
            <a:r>
              <a:t>mannen: (41,3 − 30,3) : 30,3 × 100%</a:t>
            </a:r>
          </a:p>
          <a:p>
            <a:r>
              <a:t>∴ = 36,3% gestegen</a:t>
            </a:r>
          </a:p>
          <a:p>
            <a:r>
              <a:t>(2) totaal 2020 = 3.775.257 + 4.381.481</a:t>
            </a:r>
          </a:p>
          <a:p>
            <a:r>
              <a:t>    + 5.858.292 + 3.392.555 = 17.407.585</a:t>
            </a:r>
          </a:p>
          <a:p>
            <a:r>
              <a:t>jonger dan 65 = 17.407.585 − 3.392.555</a:t>
            </a:r>
          </a:p>
          <a:p>
            <a:r>
              <a:t>    = 14.015.030</a:t>
            </a:r>
          </a:p>
          <a:p>
            <a:r>
              <a:t>∴ 14.015.030 : 17.407.585 × 100% = 80,5%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100%-tabel: stijgen, dalen en terugrekenen</a:t>
            </a:r>
          </a:p>
          <a:p/>
          <a:p>
            <a:r>
              <a:t>Stap 1 – zoek de 100%: Het bedrag vóór de verandering: het oude loon, de prijs zonder btw, het brutoloon.</a:t>
            </a:r>
          </a:p>
          <a:p>
            <a:r>
              <a:t>Stap 2 – maak de tabel: 100% · erbij of eraf · nieuw. 4% erbij → 104%. 21% btw → 121%. 40% belasting eraf → 60%.</a:t>
            </a:r>
          </a:p>
          <a:p>
            <a:r>
              <a:t>Stap 3 – via 1% naar je antwoord: Deel het bedrag dat je kent door zijn percentage: dat is 1%. Keer het percentage dat je zoekt.</a:t>
            </a:r>
          </a:p>
          <a:p/>
          <a:p>
            <a:r>
              <a:t>De methode: Nieuw = oud × factor; oud = nieuw : factor. Terugrekenen is altijd delen, nooit het % eraf halen.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8</a:t>
            </a:r>
          </a:p>
          <a:p/>
          <a:p>
            <a:r>
              <a:t>loon 2027 = 104% van loon 2026</a:t>
            </a:r>
          </a:p>
          <a:p>
            <a:r>
              <a:t>Loon 2026     3.100     100%</a:t>
            </a:r>
          </a:p>
          <a:p>
            <a:r>
              <a:t>+ Verhoging     124     4%</a:t>
            </a:r>
          </a:p>
          <a:p>
            <a:r>
              <a:t>Loon 2027     3.224     104%</a:t>
            </a:r>
          </a:p>
          <a:p>
            <a:r>
              <a:t>1% = 3.224 : 104 = 31</a:t>
            </a:r>
          </a:p>
          <a:p>
            <a:r>
              <a:t>∴ 100% = 31 × 100 = € 3.100</a:t>
            </a:r>
          </a:p>
          <a:p>
            <a:r>
              <a:t>sneller: 3.224 : 1,04 = 3.100</a:t>
            </a:r>
          </a:p>
          <a:p>
            <a:r>
              <a:t>✓ niet 3.224 − 4%: die 4% hoort bij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5</a:t>
            </a:r>
          </a:p>
          <a:p/>
          <a:p>
            <a:r>
              <a:t>2017 = 14,7% hoger dan 2015</a:t>
            </a:r>
          </a:p>
          <a:p>
            <a:r>
              <a:t>2015 = € 230.194 = 100%</a:t>
            </a:r>
          </a:p>
          <a:p>
            <a:r>
              <a:t>2017 = 100% + 14,7% = 114,7%</a:t>
            </a:r>
          </a:p>
          <a:p>
            <a:r>
              <a:t>    230.194 × 1,147</a:t>
            </a:r>
          </a:p>
          <a:p>
            <a:r>
              <a:t>∴ = € 264.032,52</a:t>
            </a:r>
          </a:p>
          <a:p>
            <a:r>
              <a:t>✓ duurder geworden → groter antwoord: klopt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6–7</a:t>
            </a:r>
          </a:p>
          <a:p/>
          <a:p>
            <a:r>
              <a:t>(6) 2005 = 28,9% meer dan 2000</a:t>
            </a:r>
          </a:p>
          <a:p>
            <a:r>
              <a:t>2000     € 172.063,62     100%</a:t>
            </a:r>
          </a:p>
          <a:p>
            <a:r>
              <a:t>2005     € 221.790     128,9%</a:t>
            </a:r>
          </a:p>
          <a:p>
            <a:r>
              <a:t>221.790 : 1,289</a:t>
            </a:r>
          </a:p>
          <a:p>
            <a:r>
              <a:t>∴ = € 172.063,62</a:t>
            </a:r>
          </a:p>
          <a:p>
            <a:r>
              <a:t>(7) 3% loonsverhoging</a:t>
            </a:r>
          </a:p>
          <a:p>
            <a:r>
              <a:t>100% + 3% = 103% → × 1,03</a:t>
            </a:r>
          </a:p>
          <a:p>
            <a:r>
              <a:t>    3.500 × 1,03</a:t>
            </a:r>
          </a:p>
          <a:p>
            <a:r>
              <a:t>∴ = € 3.605 per maand</a:t>
            </a:r>
          </a:p>
          <a:p>
            <a:r>
              <a:t>✓ terugrekenen (6) = delen door de 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9–10</a:t>
            </a:r>
          </a:p>
          <a:p/>
          <a:p>
            <a:r>
              <a:t>btw: verkoopprijs = 100%, btw = 21%</a:t>
            </a:r>
          </a:p>
          <a:p>
            <a:r>
              <a:t>(9) 250 × 1,21</a:t>
            </a:r>
          </a:p>
          <a:p>
            <a:r>
              <a:t>∴ = € 302,50</a:t>
            </a:r>
          </a:p>
          <a:p>
            <a:r>
              <a:t>(10) winkelprijs = 121%</a:t>
            </a:r>
          </a:p>
          <a:p>
            <a:r>
              <a:t>Verkoopprijs     1.100     100%</a:t>
            </a:r>
          </a:p>
          <a:p>
            <a:r>
              <a:t>+ Btw (21%)     231     21%</a:t>
            </a:r>
          </a:p>
          <a:p>
            <a:r>
              <a:t>Winkelprijs     1.331     121%</a:t>
            </a:r>
          </a:p>
          <a:p>
            <a:r>
              <a:t>1.331 : 1,21</a:t>
            </a:r>
          </a:p>
          <a:p>
            <a:r>
              <a:t>∴ = € 1.100</a:t>
            </a:r>
          </a:p>
          <a:p>
            <a:r>
              <a:t>✓ check: 21% van 1.100 = 231: klopt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1.18 Procenten · vraag 11–12</a:t>
            </a:r>
          </a:p>
          <a:p/>
          <a:p>
            <a:r>
              <a:t>belasting gaat over het brutoloon</a:t>
            </a:r>
          </a:p>
          <a:p>
            <a:r>
              <a:t>(11) netto = 100% − 30% = 70%</a:t>
            </a:r>
          </a:p>
          <a:p>
            <a:r>
              <a:t>    3.300 × 0,70</a:t>
            </a:r>
          </a:p>
          <a:p>
            <a:r>
              <a:t>∴ = € 2.310 per maand</a:t>
            </a:r>
          </a:p>
          <a:p>
            <a:r>
              <a:t>(12) netto = 100% − 40% = 60%</a:t>
            </a:r>
          </a:p>
          <a:p>
            <a:r>
              <a:t>Brutoloon     4.500     100%</a:t>
            </a:r>
          </a:p>
          <a:p>
            <a:r>
              <a:t>− Belasting     1.800     40%</a:t>
            </a:r>
          </a:p>
          <a:p>
            <a:r>
              <a:t>Nettoloon     2.700     60%</a:t>
            </a:r>
          </a:p>
          <a:p>
            <a:r>
              <a:t>2.700 : 0,60</a:t>
            </a:r>
          </a:p>
          <a:p>
            <a:r>
              <a:t>∴ = € 4.500 per maand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1.21 Europese landbouw · vraag 3</a:t>
            </a:r>
          </a:p>
          <a:p/>
          <a:p>
            <a:r>
              <a:t>bron 3: export van West-Europa</a:t>
            </a:r>
          </a:p>
          <a:p>
            <a:r>
              <a:t>naar West-Europa: 177,9 = 75,3%</a:t>
            </a:r>
          </a:p>
          <a:p>
            <a:r>
              <a:t>totaal = 177,9 : 0,753 = 236,25</a:t>
            </a:r>
          </a:p>
          <a:p>
            <a:r>
              <a:t>buiten West-Europa = 236,25 − 177,9</a:t>
            </a:r>
          </a:p>
          <a:p>
            <a:r>
              <a:t>∴ = 58,35 miljard dollar</a:t>
            </a:r>
          </a:p>
          <a:p>
            <a:r>
              <a:t>✓ of: 24,7% van 236,25 = 58,35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1.22 Schoolverlaters · vraag 2</a:t>
            </a:r>
          </a:p>
          <a:p/>
          <a:p>
            <a:r>
              <a:t>2017 = 100% → 2018 = 105%</a:t>
            </a:r>
          </a:p>
          <a:p>
            <a:r>
              <a:t>105% = 108.000</a:t>
            </a:r>
          </a:p>
          <a:p>
            <a:r>
              <a:t>1% = 108.000 : 105 = 1.028,57</a:t>
            </a:r>
          </a:p>
          <a:p>
            <a:r>
              <a:t>∴ 100% = 102.857 schoolverlaters</a:t>
            </a:r>
          </a:p>
          <a:p>
            <a:r>
              <a:t>sneller: 108.000 : 1,05 = 102.857</a:t>
            </a:r>
          </a:p>
          <a:p>
            <a:r>
              <a:t>✓ niet 108.000 − 5%: die 5% hoort bij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1.22 Schoolverlaters · vraag 5</a:t>
            </a:r>
          </a:p>
          <a:p/>
          <a:p>
            <a:r>
              <a:t>2008: 88,16% mét → 11,84% zónder</a:t>
            </a:r>
          </a:p>
          <a:p>
            <a:r>
              <a:t>zónder in 2008 = 161.000 (figuur 1)</a:t>
            </a:r>
          </a:p>
          <a:p>
            <a:r>
              <a:t>11,84% = 161.000</a:t>
            </a:r>
          </a:p>
          <a:p>
            <a:r>
              <a:t>100% = 161.000 : 0,1184 = 1.359.797</a:t>
            </a:r>
          </a:p>
          <a:p>
            <a:r>
              <a:t>mét = 1.359.797 × 0,8816</a:t>
            </a:r>
          </a:p>
          <a:p>
            <a:r>
              <a:t>∴ ≈ 1.198.800 jongeren</a:t>
            </a:r>
          </a:p>
          <a:p>
            <a:r>
              <a:t>✓ check: 1.359.797 − 161.000 = 1.198.797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Indexcijfers</a:t>
            </a:r>
          </a:p>
          <a:p/>
          <a:p>
            <a:r>
              <a:t>Stap 1 – wat is het basisjaar?: Het basisjaar krijgt 100. Staat er ‘(2018 = 100)’, dan is 2018 het basisjaar.</a:t>
            </a:r>
          </a:p>
          <a:p>
            <a:r>
              <a:t>Stap 2 – berekenen of terugrekenen: Index = waarde : basiswaarde × 100. Terug: basiswaarde × index : 100, of waarde : index × 100.</a:t>
            </a:r>
          </a:p>
          <a:p>
            <a:r>
              <a:t>Stap 3 – procenten uit indexcijfers: Ten opzichte van het basisjaar: index − 100. Tussen twee andere jaren: (nieuw − oud) : oud × 100%.</a:t>
            </a:r>
          </a:p>
          <a:p/>
          <a:p>
            <a:r>
              <a:t>De methode: Basisjaar = 100. Deel altijd door het jaar waarmee je vergelijkt.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1.19 Brandstof · vraag 1–3</a:t>
            </a:r>
          </a:p>
          <a:p/>
          <a:p>
            <a:r>
              <a:t>basisjaar 2005 = 100</a:t>
            </a:r>
          </a:p>
          <a:p>
            <a:r>
              <a:t>(1) index = prijs : 1,60 × 100</a:t>
            </a:r>
          </a:p>
          <a:p>
            <a:r>
              <a:t>2010     1,80 : 1,60 × 100     112,5</a:t>
            </a:r>
          </a:p>
          <a:p>
            <a:r>
              <a:t>2015     2,30 : 1,60 × 100     143,75</a:t>
            </a:r>
          </a:p>
          <a:p>
            <a:r>
              <a:t>2020     2,40 : 1,60 × 100     150</a:t>
            </a:r>
          </a:p>
          <a:p>
            <a:r>
              <a:t>2025     2,70 : 1,60 × 100     168,75</a:t>
            </a:r>
          </a:p>
          <a:p>
            <a:r>
              <a:t>(2) t.o.v. het basisjaar: 168,75 − 100</a:t>
            </a:r>
          </a:p>
          <a:p>
            <a:r>
              <a:t>∴ = 68,75% gestegen</a:t>
            </a:r>
          </a:p>
          <a:p>
            <a:r>
              <a:t>(3) 2020 is geen basisjaar:</a:t>
            </a:r>
          </a:p>
          <a:p>
            <a:r>
              <a:t>    (168,75 − 150) : 150 × 100%</a:t>
            </a:r>
          </a:p>
          <a:p>
            <a:r>
              <a:t>∴ = 12,5% gestegen</a:t>
            </a:r>
          </a:p>
          <a:p>
            <a:r>
              <a:t>✓ niet 18,75: dat zijn indexpunten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1.19 Brandstof · vraag 4–6</a:t>
            </a:r>
          </a:p>
          <a:p/>
          <a:p>
            <a:r>
              <a:t>prijs per kWh: 2021 € 0,15 · 2024 € 0,20</a:t>
            </a:r>
          </a:p>
          <a:p>
            <a:r>
              <a:t>    2025 € 0,48</a:t>
            </a:r>
          </a:p>
          <a:p>
            <a:r>
              <a:t>(4) 0,48 : 0,20 × 100</a:t>
            </a:r>
          </a:p>
          <a:p>
            <a:r>
              <a:t>∴ = 240</a:t>
            </a:r>
          </a:p>
          <a:p>
            <a:r>
              <a:t>(5) 2024 is het basisjaar: 240 − 100</a:t>
            </a:r>
          </a:p>
          <a:p>
            <a:r>
              <a:t>∴ = 140% gestegen</a:t>
            </a:r>
          </a:p>
          <a:p>
            <a:r>
              <a:t>(6) 0,48 : 0,15 × 100</a:t>
            </a:r>
          </a:p>
          <a:p>
            <a:r>
              <a:t>∴ = 320</a:t>
            </a:r>
          </a:p>
          <a:p>
            <a:r>
              <a:t>✓ ander basisjaar → ander indexcijfer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1.20 Koopwoningen · vraag 1–2</a:t>
            </a:r>
          </a:p>
          <a:p/>
          <a:p>
            <a:r>
              <a:t>index 2022 = prijs 2022 : prijs 2017 × 100</a:t>
            </a:r>
          </a:p>
          <a:p>
            <a:r>
              <a:t>Arnhem     383.699 : 221.424 × 100     173,3</a:t>
            </a:r>
          </a:p>
          <a:p>
            <a:r>
              <a:t>Maastricht     369.617 : 240.627 × 100     153,6</a:t>
            </a:r>
          </a:p>
          <a:p>
            <a:r>
              <a:t>Middelburg     336.663 : 232.814 × 100     144,6</a:t>
            </a:r>
          </a:p>
          <a:p>
            <a:r>
              <a:t>Haarlem     561.362 : 324.843 × 100     172,8</a:t>
            </a:r>
          </a:p>
          <a:p>
            <a:r>
              <a:t>(2) 2017 is het basisjaar:</a:t>
            </a:r>
          </a:p>
          <a:p>
            <a:r>
              <a:t>    144,6 − 100</a:t>
            </a:r>
          </a:p>
          <a:p>
            <a:r>
              <a:t>∴ = 44,6% gestegen</a:t>
            </a:r>
          </a:p>
          <a:p>
            <a:r>
              <a:t>✓ antwoord van vraag 1 gebruiken scheelt werk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1.20 Koopwoningen · vraag 3–5</a:t>
            </a:r>
          </a:p>
          <a:p/>
          <a:p>
            <a:r>
              <a:t>van indexcijfer of % terug naar een bedrag</a:t>
            </a:r>
          </a:p>
          <a:p>
            <a:r>
              <a:t>(3) 2018 = 100 ; 2020 = 117</a:t>
            </a:r>
          </a:p>
          <a:p>
            <a:r>
              <a:t>    269.823 × 1,17</a:t>
            </a:r>
          </a:p>
          <a:p>
            <a:r>
              <a:t>∴ a = € 315.692,91</a:t>
            </a:r>
          </a:p>
          <a:p>
            <a:r>
              <a:t>(4) 2019 = 100 ; 2021 = 121,6</a:t>
            </a:r>
          </a:p>
          <a:p>
            <a:r>
              <a:t>    507.862 : 1,216</a:t>
            </a:r>
          </a:p>
          <a:p>
            <a:r>
              <a:t>∴ b = € 417.649,67</a:t>
            </a:r>
          </a:p>
          <a:p>
            <a:r>
              <a:t>(5) 2021 = 100% ; 2022 = 111,3%</a:t>
            </a:r>
          </a:p>
          <a:p>
            <a:r>
              <a:t>    383.699 : 1,113</a:t>
            </a:r>
          </a:p>
          <a:p>
            <a:r>
              <a:t>∴ c = € 344.743,04</a:t>
            </a:r>
          </a:p>
          <a:p>
            <a:r>
              <a:t>✓ (4) en (5): het oude bedrag zoek je door te delen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1.23 Bevolking · vraag 3–4</a:t>
            </a:r>
          </a:p>
          <a:p/>
          <a:p>
            <a:r>
              <a:t>index 2020 = aantal 2020 : aantal 1950 × 100</a:t>
            </a:r>
          </a:p>
          <a:p>
            <a:r>
              <a:t>&lt; 20     3.775.257 : 3.742.499 × 100     100,9</a:t>
            </a:r>
          </a:p>
          <a:p>
            <a:r>
              <a:t>20–40     4.381.481 : 2.951.369 × 100     148,5</a:t>
            </a:r>
          </a:p>
          <a:p>
            <a:r>
              <a:t>40–65     5.858.292 : 2.562.311 × 100     228,6</a:t>
            </a:r>
          </a:p>
          <a:p>
            <a:r>
              <a:t>65+     3.392.555 : 770.594 × 100     440,3</a:t>
            </a:r>
          </a:p>
          <a:p>
            <a:r>
              <a:t>(4) hoogste indexcijfer = hardst gegroeid</a:t>
            </a:r>
          </a:p>
          <a:p>
            <a:r>
              <a:t>∴ 65 jaar of ouder: +340,3%</a:t>
            </a:r>
          </a:p>
          <a:p>
            <a:r>
              <a:t>✓ 1950 is bij alle groepen 100, dus je</a:t>
            </a:r>
          </a:p>
          <a:p>
            <a:r>
              <a:t>mag de indexcijfers met elkaar vergelijken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1.23 Bevolking · vraag 5–6</a:t>
            </a:r>
          </a:p>
          <a:p/>
          <a:p>
            <a:r>
              <a:t>van indexcijfer terug naar een aantal</a:t>
            </a:r>
          </a:p>
          <a:p>
            <a:r>
              <a:t>(5) 1950 = 100 ; 1960 = 113,8</a:t>
            </a:r>
          </a:p>
          <a:p>
            <a:r>
              <a:t>    4.998.251 × 1,138</a:t>
            </a:r>
          </a:p>
          <a:p>
            <a:r>
              <a:t>∴ a = 5.688.010 mannen</a:t>
            </a:r>
          </a:p>
          <a:p>
            <a:r>
              <a:t>(6) 1980 = 100 ; 2000 = 107,2</a:t>
            </a:r>
          </a:p>
          <a:p>
            <a:r>
              <a:t>    4.761.505 : 1,072</a:t>
            </a:r>
          </a:p>
          <a:p>
            <a:r>
              <a:t>∴ b = 4.441.702 personen</a:t>
            </a:r>
          </a:p>
          <a:p>
            <a:r>
              <a:t>✓ (6): het basisjaar is onbekend → delen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Vraag- en aanbodlijn: tekenen en berekenen</a:t>
            </a:r>
          </a:p>
          <a:p/>
          <a:p>
            <a:r>
              <a:t>Stap 1 – vraag of aanbod?: Vraag = kopers, de lijn loopt omlaag: Qv = −aP + b. Aanbod = verkopers, de lijn loopt omhoog: Qa = cP − d.</a:t>
            </a:r>
          </a:p>
          <a:p>
            <a:r>
              <a:t>Stap 2 – de snijpunten: Qv = 0 → betalingsbereidheid. Qa = 0 → leveringsbereidheid. P = 0 → de grootste vraag.</a:t>
            </a:r>
          </a:p>
          <a:p>
            <a:r>
              <a:t>Stap 3 – invullen en tekenen: Vul de prijs in voor de hoeveelheid; negatief aanbod = 0. Teken met twee punten, P verticaal.</a:t>
            </a:r>
          </a:p>
          <a:p/>
          <a:p>
            <a:r>
              <a:t>De methode: Prijs verandert? Dan schuif je óp de lijn: reken beide hoeveelheden uit, dan (nieuw − oud) : oud ×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De vraaglijn tekenen · vraag 3–4</a:t>
            </a:r>
          </a:p>
          <a:p/>
          <a:p>
            <a:r>
              <a:t>Qv = −15P + 90 (× 1.000 stuks)</a:t>
            </a:r>
          </a:p>
          <a:p>
            <a:r>
              <a:t>(3) snijpunt Q-as: P = 0 → Qv = 90</a:t>
            </a:r>
          </a:p>
          <a:p>
            <a:r>
              <a:t>snijpunt P-as: Qv = 0</a:t>
            </a:r>
          </a:p>
          <a:p>
            <a:r>
              <a:t>    0 = −15P + 90 → 15P = 90 → P = 6</a:t>
            </a:r>
          </a:p>
          <a:p>
            <a:r>
              <a:t>∴ lijn van (Q 0 ; P 6) naar (Q 90 ; P 0)</a:t>
            </a:r>
          </a:p>
          <a:p>
            <a:r>
              <a:t>(4) P = 4: Qv = −15 × 4 + 90 = 30</a:t>
            </a:r>
          </a:p>
          <a:p>
            <a:r>
              <a:t>∴ 30 × 1.000 = 30.000 producten</a:t>
            </a:r>
          </a:p>
          <a:p>
            <a:r>
              <a:t>✓ P staat verticaal, Q horizontaal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De vraaglijn tekenen · vraag 1</a:t>
            </a:r>
          </a:p>
          <a:p/>
          <a:p>
            <a:r>
              <a:t>vraaglijn: prijs en gevraagde hoeveelheid</a:t>
            </a:r>
          </a:p>
          <a:p>
            <a:r>
              <a:t>hoge prijs → lage vraag</a:t>
            </a:r>
          </a:p>
          <a:p>
            <a:r>
              <a:t>∴ (1) negatief</a:t>
            </a:r>
          </a:p>
          <a:p>
            <a:r>
              <a:t>snijpunt met de x-as (Q-as): P = 0,</a:t>
            </a:r>
          </a:p>
          <a:p>
            <a:r>
              <a:t>    dan wordt er het meest gevraagd</a:t>
            </a:r>
          </a:p>
          <a:p>
            <a:r>
              <a:t>∴ (2) vraag</a:t>
            </a:r>
          </a:p>
          <a:p>
            <a:r>
              <a:t>snijpunt met de y-as (P-as): Qv = 0,</a:t>
            </a:r>
          </a:p>
          <a:p>
            <a:r>
              <a:t>    niemand koopt meer: de hoogste prijs</a:t>
            </a:r>
          </a:p>
          <a:p>
            <a:r>
              <a:t>∴ (3) betalingsbereidheid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4.1 De vraaglijn tekenen · vraag 2</a:t>
            </a:r>
          </a:p>
          <a:p/>
          <a:p>
            <a:r>
              <a:t>€ 8 → 0 donuts ; € 2 → 12.000 donuts</a:t>
            </a:r>
          </a:p>
          <a:p>
            <a:r>
              <a:t>€ 6 goedkoper → 12.000 meer</a:t>
            </a:r>
          </a:p>
          <a:p>
            <a:r>
              <a:t>    dus per € 1 goedkoper: 2.000 meer</a:t>
            </a:r>
          </a:p>
          <a:p>
            <a:r>
              <a:t>€ 6     4.000</a:t>
            </a:r>
          </a:p>
          <a:p>
            <a:r>
              <a:t>€ 4     8.000</a:t>
            </a:r>
          </a:p>
          <a:p>
            <a:r>
              <a:t>€ 0     16.000</a:t>
            </a:r>
          </a:p>
          <a:p>
            <a:r>
              <a:t>∴ teken de rechte lijn van (Q 0 ; P 8)</a:t>
            </a:r>
          </a:p>
          <a:p>
            <a:r>
              <a:t>    via (Q 12 ; P 2) naar (Q 16 ; P 0)</a:t>
            </a:r>
          </a:p>
          <a:p>
            <a:r>
              <a:t>✓ formule: Qv = −2.000P + 16.000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Verschuiving op de vraaglijn · vraag 1–2</a:t>
            </a:r>
          </a:p>
          <a:p/>
          <a:p>
            <a:r>
              <a:t>(1) het negatieve verband verklaren</a:t>
            </a:r>
          </a:p>
          <a:p>
            <a:r>
              <a:t>∴ (1) consumenten (2) lagere (3) af</a:t>
            </a:r>
          </a:p>
          <a:p>
            <a:r>
              <a:t>(2) Qv = −0,2P + 10 (× 1.000)</a:t>
            </a:r>
          </a:p>
          <a:p>
            <a:r>
              <a:t>P = 0 → Qv = 10</a:t>
            </a:r>
          </a:p>
          <a:p>
            <a:r>
              <a:t>Qv = 0 → 0,2P = 10 → P = 50</a:t>
            </a:r>
          </a:p>
          <a:p>
            <a:r>
              <a:t>∴ lijn van (Q 0 ; P 50) naar (Q 10 ; P 0)</a:t>
            </a:r>
          </a:p>
          <a:p>
            <a:r>
              <a:t>✓ betalingsbereidheid = € 50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4.2 Verschuiving op de vraaglijn · vraag 3–4</a:t>
            </a:r>
          </a:p>
          <a:p/>
          <a:p>
            <a:r>
              <a:t>de prijs daalt van € 40 naar € 20</a:t>
            </a:r>
          </a:p>
          <a:p>
            <a:r>
              <a:t>€ 40: Qv = −0,2 × 40 + 10 = 2</a:t>
            </a:r>
          </a:p>
          <a:p>
            <a:r>
              <a:t>€ 20: Qv = −0,2 × 20 + 10 = 6</a:t>
            </a:r>
          </a:p>
          <a:p>
            <a:r>
              <a:t>∴ (3) pijl óp de lijn: (2 ; 40) → (6 ; 20)</a:t>
            </a:r>
          </a:p>
          <a:p>
            <a:r>
              <a:t>(4) (6 − 2) : 2 × 100%</a:t>
            </a:r>
          </a:p>
          <a:p>
            <a:r>
              <a:t>∴ = +200%</a:t>
            </a:r>
          </a:p>
          <a:p>
            <a:r>
              <a:t>✓ alleen de prijs verandert: verschuiving</a:t>
            </a:r>
          </a:p>
          <a:p>
            <a:r>
              <a:t>langs de vraaglijn (ceteris paribus)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De aanbodlijn tekenen · vraag 1</a:t>
            </a:r>
          </a:p>
          <a:p/>
          <a:p>
            <a:r>
              <a:t>aanbodlijn: prijs en aangeboden hoeveelheid</a:t>
            </a:r>
          </a:p>
          <a:p>
            <a:r>
              <a:t>hoge prijs → hoog aanbod</a:t>
            </a:r>
          </a:p>
          <a:p>
            <a:r>
              <a:t>∴ (1) positief (2) hoog (3) laag</a:t>
            </a:r>
          </a:p>
          <a:p>
            <a:r>
              <a:t>snijpunt met de y-as: Qa = 0, de laagste</a:t>
            </a:r>
          </a:p>
          <a:p>
            <a:r>
              <a:t>    prijs waarvoor nog geleverd wordt</a:t>
            </a:r>
          </a:p>
          <a:p>
            <a:r>
              <a:t>∴ (4) leveringsbereidheid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De aanbodlijn tekenen · vraag 2</a:t>
            </a:r>
          </a:p>
          <a:p/>
          <a:p>
            <a:r>
              <a:t>collectief = teler 1 + teler 2 (× 1.000 kilo)</a:t>
            </a:r>
          </a:p>
          <a:p>
            <a:r>
              <a:t>€ 2     0 + 0     0</a:t>
            </a:r>
          </a:p>
          <a:p>
            <a:r>
              <a:t>€ 3     0 + 20     20</a:t>
            </a:r>
          </a:p>
          <a:p>
            <a:r>
              <a:t>€ 4     20 + 20     40</a:t>
            </a:r>
          </a:p>
          <a:p>
            <a:r>
              <a:t>€ 5     30 + 30     60</a:t>
            </a:r>
          </a:p>
          <a:p>
            <a:r>
              <a:t>€ 6     30 + 50     80</a:t>
            </a:r>
          </a:p>
          <a:p>
            <a:r>
              <a:t>€ 7     40 + 60     100</a:t>
            </a:r>
          </a:p>
          <a:p>
            <a:r>
              <a:t>∴ zet de punten (Q ; P) in figuur 1: een</a:t>
            </a:r>
          </a:p>
          <a:p>
            <a:r>
              <a:t>    rechte lijn van (0 ; 2) naar (100 ; 7)</a:t>
            </a:r>
          </a:p>
          <a:p>
            <a:r>
              <a:t>✓ optellen bij dezelfde prijs (horizontaal)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4.3 De aanbodlijn tekenen · vraag 3–4</a:t>
            </a:r>
          </a:p>
          <a:p/>
          <a:p>
            <a:r>
              <a:t>Qa = 3P − 18 (× 1.000 stuks)</a:t>
            </a:r>
          </a:p>
          <a:p>
            <a:r>
              <a:t>(3) Qa = 0 → 3P = 18 → P = 6</a:t>
            </a:r>
          </a:p>
          <a:p>
            <a:r>
              <a:t>P = 10 → Qa = 30 − 18 = 12</a:t>
            </a:r>
          </a:p>
          <a:p>
            <a:r>
              <a:t>∴ lijn vanaf (Q 0 ; P 6) door (Q 12 ; P 10)</a:t>
            </a:r>
          </a:p>
          <a:p>
            <a:r>
              <a:t>(4) P = 5: Qa = 3 × 5 − 18 = −3</a:t>
            </a:r>
          </a:p>
          <a:p>
            <a:r>
              <a:t>∴ negatief kan niet → aanbod = 0</a:t>
            </a:r>
          </a:p>
          <a:p>
            <a:r>
              <a:t>✓ € 5 ligt onder de leveringsbereidheid</a:t>
            </a:r>
          </a:p>
          <a:p>
            <a:r>
              <a:t>van € 6: niemand wil leveren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 Verschuiving op de aanbodlijn · vraag 1–2</a:t>
            </a:r>
          </a:p>
          <a:p/>
          <a:p>
            <a:r>
              <a:t>(1) het positieve verband verklaren</a:t>
            </a:r>
          </a:p>
          <a:p>
            <a:r>
              <a:t>∴ (1) groter (2) producenten (3) toe</a:t>
            </a:r>
          </a:p>
          <a:p>
            <a:r>
              <a:t>(2) Qa = 1,5P − 4,5 (× 1.000)</a:t>
            </a:r>
          </a:p>
          <a:p>
            <a:r>
              <a:t>Qa = 0 → 1,5P = 4,5 → P = 3</a:t>
            </a:r>
          </a:p>
          <a:p>
            <a:r>
              <a:t>P = 5 → Qa = 3 ; P = 7 → Qa = 6</a:t>
            </a:r>
          </a:p>
          <a:p>
            <a:r>
              <a:t>∴ lijn door (0 ; 3), (3 ; 5) en (6 ; 7)</a:t>
            </a:r>
          </a:p>
          <a:p>
            <a:r>
              <a:t>✓ dat is de lijn die al in figuur 1 staat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4.4 Verschuiving op de aanbodlijn · vraag 3–4</a:t>
            </a:r>
          </a:p>
          <a:p/>
          <a:p>
            <a:r>
              <a:t>de prijs stijgt van € 7 naar € 9</a:t>
            </a:r>
          </a:p>
          <a:p>
            <a:r>
              <a:t>€ 7: Qa = 1,5 × 7 − 4,5 = 6</a:t>
            </a:r>
          </a:p>
          <a:p>
            <a:r>
              <a:t>€ 9: Qa = 1,5 × 9 − 4,5 = 9</a:t>
            </a:r>
          </a:p>
          <a:p>
            <a:r>
              <a:t>∴ (3) pijl óp de lijn: (6 ; 7) → (9 ; 9)</a:t>
            </a:r>
          </a:p>
          <a:p>
            <a:r>
              <a:t>(4) (9 − 6) : 6 × 100%</a:t>
            </a:r>
          </a:p>
          <a:p>
            <a:r>
              <a:t>∴ = +50%</a:t>
            </a:r>
          </a:p>
          <a:p>
            <a:r>
              <a:t>✓ alleen de prijs verandert: langs de lijn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Marktevenwicht</a:t>
            </a:r>
          </a:p>
          <a:p/>
          <a:p>
            <a:r>
              <a:t>Stap 1 – zet gelijk: Qv = Qa: schrijf de twee formules op met een = ertussen.</a:t>
            </a:r>
          </a:p>
          <a:p>
            <a:r>
              <a:t>Stap 2 – los P op: P-en naar één kant, getallen naar de andere. Let op: −3P aan de andere kant wordt +3P.</a:t>
            </a:r>
          </a:p>
          <a:p>
            <a:r>
              <a:t>Stap 3 – invullen en checken: Vul P in voor Q en check met de andere formule. Een onbekende b? Begin bij de formule die je wél kent.</a:t>
            </a:r>
          </a:p>
          <a:p/>
          <a:p>
            <a:r>
              <a:t>De methode: Gelijk zetten, oplossen, invullen, checken. In de grafiek: het kruispunt.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Marktevenwicht berekenen · vraag 1–3</a:t>
            </a:r>
          </a:p>
          <a:p/>
          <a:p>
            <a:r>
              <a:t>evenwicht: Qa = Qv</a:t>
            </a:r>
          </a:p>
          <a:p>
            <a:r>
              <a:t>(1) 2P − 20 = −3P + 100</a:t>
            </a:r>
          </a:p>
          <a:p>
            <a:r>
              <a:t>    5P = 120 → P = 24</a:t>
            </a:r>
          </a:p>
          <a:p>
            <a:r>
              <a:t>∴ evenwichtsprijs € 24</a:t>
            </a:r>
          </a:p>
          <a:p>
            <a:r>
              <a:t>(2) Qa = 2 × 24 − 20 = 28</a:t>
            </a:r>
          </a:p>
          <a:p>
            <a:r>
              <a:t>∴ 28 stuks (check: Qv = −72 + 100 = 28)</a:t>
            </a:r>
          </a:p>
          <a:p>
            <a:r>
              <a:t>(3) −2P + 100 = 4P − 80</a:t>
            </a:r>
          </a:p>
          <a:p>
            <a:r>
              <a:t>    180 = 6P → P = 30</a:t>
            </a:r>
          </a:p>
          <a:p>
            <a:r>
              <a:t>    Qa = 4 × 30 − 80 = 40</a:t>
            </a:r>
          </a:p>
          <a:p>
            <a:r>
              <a:t>∴ € 30 per ton en 40.000 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4.5 Marktevenwicht berekenen · vraag 4</a:t>
            </a:r>
          </a:p>
          <a:p/>
          <a:p>
            <a:r>
              <a:t>Qv = −0,5P + 8 ; Qa = P − b ; P = € 8</a:t>
            </a:r>
          </a:p>
          <a:p>
            <a:r>
              <a:t>begin bij de formule zonder onbekende:</a:t>
            </a:r>
          </a:p>
          <a:p>
            <a:r>
              <a:t>    Qv = −0,5 × 8 + 8 = 4</a:t>
            </a:r>
          </a:p>
          <a:p>
            <a:r>
              <a:t>evenwicht → Qa = Qv = 4</a:t>
            </a:r>
          </a:p>
          <a:p>
            <a:r>
              <a:t>    4 = 8 − b</a:t>
            </a:r>
          </a:p>
          <a:p>
            <a:r>
              <a:t>∴ b = 4</a:t>
            </a:r>
          </a:p>
          <a:p>
            <a:r>
              <a:t>✓ check: Qa = 8 − 4 = 4 = Qv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4.6 Marktevenwicht tekenen · vraag 1–2</a:t>
            </a:r>
          </a:p>
          <a:p/>
          <a:p>
            <a:r>
              <a:t>Qa = 4P − 120 ; Qv = −2P + 200</a:t>
            </a:r>
          </a:p>
          <a:p>
            <a:r>
              <a:t>(1) vraag: P = 0 → Q = 200 ; Q = 0 → P = 100</a:t>
            </a:r>
          </a:p>
          <a:p>
            <a:r>
              <a:t>aanbod: Q = 0 → P = 30 ; P = 80 → Q = 200</a:t>
            </a:r>
          </a:p>
          <a:p>
            <a:r>
              <a:t>kruispunt aflezen: P ≈ 53 ; Q ≈ 93</a:t>
            </a:r>
          </a:p>
          <a:p>
            <a:r>
              <a:t>(2) 4P − 120 = −2P + 200</a:t>
            </a:r>
          </a:p>
          <a:p>
            <a:r>
              <a:t>    6P = 320 → P = 53,33</a:t>
            </a:r>
          </a:p>
          <a:p>
            <a:r>
              <a:t>    Q = 4 × 53,33 − 120 = 93,33</a:t>
            </a:r>
          </a:p>
          <a:p>
            <a:r>
              <a:t>∴ € 53,33 en 93 stuks: klopt met figuur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4.6 Marktevenwicht tekenen · vraag 3</a:t>
            </a:r>
          </a:p>
          <a:p/>
          <a:p>
            <a:r>
              <a:t>Qv = −0,5P + 8 ; Qa = P − 4</a:t>
            </a:r>
          </a:p>
          <a:p>
            <a:r>
              <a:t>vraag: P = 0 → Q = 8 ; Q = 0 → P = 16</a:t>
            </a:r>
          </a:p>
          <a:p>
            <a:r>
              <a:t>aanbod: Q = 0 → P = 4 ; P = 20 → Q = 16</a:t>
            </a:r>
          </a:p>
          <a:p>
            <a:r>
              <a:t>−0,5P + 8 = P − 4</a:t>
            </a:r>
          </a:p>
          <a:p>
            <a:r>
              <a:t>    12 = 1,5P → P = 8</a:t>
            </a:r>
          </a:p>
          <a:p>
            <a:r>
              <a:t>    Q = 8 − 4 = 4</a:t>
            </a:r>
          </a:p>
          <a:p>
            <a:r>
              <a:t>∴ evenwicht: P = € 8 en Q = 4</a:t>
            </a:r>
          </a:p>
          <a:p>
            <a:r>
              <a:t>✓ stippellijnen naar P = 8 en Q =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Delen door nieuw: bij een verandering deel je altijd door oud</a:t>
            </a:r>
          </a:p>
          <a:p>
            <a:r>
              <a:t>Procent en procentpunt verwisselen: onderstreep welk woord in de vraag staat</a:t>
            </a:r>
          </a:p>
          <a:p>
            <a:r>
              <a:t>Terugrekenen met een min: deel door de factor: 3.224 : 1,04, niet 3.224 − 4%</a:t>
            </a:r>
          </a:p>
          <a:p>
            <a:r>
              <a:t>Twee indexcijfers aftrekken: ‘index − 100’ mag alleen t.o.v. het basisjaar</a:t>
            </a:r>
          </a:p>
          <a:p>
            <a:r>
              <a:t>Een negatief aanbod opschrijven: onder de leveringsbereidheid is het aanbod 0</a:t>
            </a:r>
          </a:p>
          <a:p>
            <a:r>
              <a:t>De assen omdraaien: P staat verticaal, Q horizontaal</a:t>
            </a:r>
          </a:p>
          <a:p>
            <a:r>
              <a:t>Mintekens bij het overbrengen: −3P aan de andere kant wordt +3P</a:t>
            </a:r>
          </a:p>
          <a:p>
            <a:r>
              <a:t>Alleen een antwoord geven: ‘Bereken’ = formule, getallen, antwoord met eenheid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image" Target="../media/image45.png"/><Relationship Id="rId8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45.png"/><Relationship Id="rId8" Type="http://schemas.openxmlformats.org/officeDocument/2006/relationships/image" Target="../media/image5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42.png"/><Relationship Id="rId5" Type="http://schemas.openxmlformats.org/officeDocument/2006/relationships/image" Target="../media/image56.jpg"/><Relationship Id="rId6" Type="http://schemas.openxmlformats.org/officeDocument/2006/relationships/image" Target="../media/image45.png"/><Relationship Id="rId7" Type="http://schemas.openxmlformats.org/officeDocument/2006/relationships/image" Target="../media/image5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8.png"/><Relationship Id="rId4" Type="http://schemas.openxmlformats.org/officeDocument/2006/relationships/image" Target="../media/image42.pn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45.png"/><Relationship Id="rId8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2.png"/><Relationship Id="rId4" Type="http://schemas.openxmlformats.org/officeDocument/2006/relationships/image" Target="../media/image17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24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1.png"/><Relationship Id="rId4" Type="http://schemas.openxmlformats.org/officeDocument/2006/relationships/image" Target="../media/image28.png"/><Relationship Id="rId5" Type="http://schemas.openxmlformats.org/officeDocument/2006/relationships/image" Target="../media/image72.jpg"/><Relationship Id="rId6" Type="http://schemas.openxmlformats.org/officeDocument/2006/relationships/image" Target="../media/image30.png"/><Relationship Id="rId7" Type="http://schemas.openxmlformats.org/officeDocument/2006/relationships/image" Target="../media/image7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jpg"/><Relationship Id="rId6" Type="http://schemas.openxmlformats.org/officeDocument/2006/relationships/image" Target="../media/image45.png"/><Relationship Id="rId7" Type="http://schemas.openxmlformats.org/officeDocument/2006/relationships/image" Target="../media/image8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9.png"/><Relationship Id="rId4" Type="http://schemas.openxmlformats.org/officeDocument/2006/relationships/image" Target="../media/image86.png"/><Relationship Id="rId5" Type="http://schemas.openxmlformats.org/officeDocument/2006/relationships/image" Target="../media/image90.jpg"/><Relationship Id="rId6" Type="http://schemas.openxmlformats.org/officeDocument/2006/relationships/image" Target="../media/image45.png"/><Relationship Id="rId7" Type="http://schemas.openxmlformats.org/officeDocument/2006/relationships/image" Target="../media/image9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2.png"/><Relationship Id="rId4" Type="http://schemas.openxmlformats.org/officeDocument/2006/relationships/image" Target="../media/image86.png"/><Relationship Id="rId5" Type="http://schemas.openxmlformats.org/officeDocument/2006/relationships/image" Target="../media/image93.jpg"/><Relationship Id="rId6" Type="http://schemas.openxmlformats.org/officeDocument/2006/relationships/image" Target="../media/image45.png"/><Relationship Id="rId7" Type="http://schemas.openxmlformats.org/officeDocument/2006/relationships/image" Target="../media/image9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5.png"/><Relationship Id="rId4" Type="http://schemas.openxmlformats.org/officeDocument/2006/relationships/image" Target="../media/image86.png"/><Relationship Id="rId5" Type="http://schemas.openxmlformats.org/officeDocument/2006/relationships/image" Target="../media/image96.jpg"/><Relationship Id="rId6" Type="http://schemas.openxmlformats.org/officeDocument/2006/relationships/image" Target="../media/image45.png"/><Relationship Id="rId7" Type="http://schemas.openxmlformats.org/officeDocument/2006/relationships/image" Target="../media/image9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8.png"/><Relationship Id="rId4" Type="http://schemas.openxmlformats.org/officeDocument/2006/relationships/image" Target="../media/image86.png"/><Relationship Id="rId5" Type="http://schemas.openxmlformats.org/officeDocument/2006/relationships/image" Target="../media/image99.jpg"/><Relationship Id="rId6" Type="http://schemas.openxmlformats.org/officeDocument/2006/relationships/image" Target="../media/image100.jpg"/><Relationship Id="rId7" Type="http://schemas.openxmlformats.org/officeDocument/2006/relationships/image" Target="../media/image45.png"/><Relationship Id="rId8" Type="http://schemas.openxmlformats.org/officeDocument/2006/relationships/image" Target="../media/image10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2.png"/><Relationship Id="rId4" Type="http://schemas.openxmlformats.org/officeDocument/2006/relationships/image" Target="../media/image86.png"/><Relationship Id="rId5" Type="http://schemas.openxmlformats.org/officeDocument/2006/relationships/image" Target="../media/image103.jpg"/><Relationship Id="rId6" Type="http://schemas.openxmlformats.org/officeDocument/2006/relationships/image" Target="../media/image45.png"/><Relationship Id="rId7" Type="http://schemas.openxmlformats.org/officeDocument/2006/relationships/image" Target="../media/image10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5.png"/><Relationship Id="rId4" Type="http://schemas.openxmlformats.org/officeDocument/2006/relationships/image" Target="../media/image86.png"/><Relationship Id="rId5" Type="http://schemas.openxmlformats.org/officeDocument/2006/relationships/image" Target="../media/image106.jpg"/><Relationship Id="rId6" Type="http://schemas.openxmlformats.org/officeDocument/2006/relationships/image" Target="../media/image52.jpg"/><Relationship Id="rId7" Type="http://schemas.openxmlformats.org/officeDocument/2006/relationships/image" Target="../media/image45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9.png"/><Relationship Id="rId4" Type="http://schemas.openxmlformats.org/officeDocument/2006/relationships/image" Target="../media/image17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24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8.png"/><Relationship Id="rId4" Type="http://schemas.openxmlformats.org/officeDocument/2006/relationships/image" Target="../media/image28.png"/><Relationship Id="rId5" Type="http://schemas.openxmlformats.org/officeDocument/2006/relationships/image" Target="../media/image119.jpg"/><Relationship Id="rId6" Type="http://schemas.openxmlformats.org/officeDocument/2006/relationships/image" Target="../media/image30.png"/><Relationship Id="rId7" Type="http://schemas.openxmlformats.org/officeDocument/2006/relationships/image" Target="../media/image1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34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jpg"/><Relationship Id="rId6" Type="http://schemas.openxmlformats.org/officeDocument/2006/relationships/image" Target="../media/image45.png"/><Relationship Id="rId7" Type="http://schemas.openxmlformats.org/officeDocument/2006/relationships/image" Target="../media/image1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3.png"/><Relationship Id="rId4" Type="http://schemas.openxmlformats.org/officeDocument/2006/relationships/image" Target="../media/image130.png"/><Relationship Id="rId5" Type="http://schemas.openxmlformats.org/officeDocument/2006/relationships/image" Target="../media/image134.jpg"/><Relationship Id="rId6" Type="http://schemas.openxmlformats.org/officeDocument/2006/relationships/image" Target="../media/image45.png"/><Relationship Id="rId7" Type="http://schemas.openxmlformats.org/officeDocument/2006/relationships/image" Target="../media/image1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6.png"/><Relationship Id="rId4" Type="http://schemas.openxmlformats.org/officeDocument/2006/relationships/image" Target="../media/image130.pn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image" Target="../media/image45.png"/><Relationship Id="rId8" Type="http://schemas.openxmlformats.org/officeDocument/2006/relationships/image" Target="../media/image13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0.png"/><Relationship Id="rId4" Type="http://schemas.openxmlformats.org/officeDocument/2006/relationships/image" Target="../media/image130.png"/><Relationship Id="rId5" Type="http://schemas.openxmlformats.org/officeDocument/2006/relationships/image" Target="../media/image59.jpg"/><Relationship Id="rId6" Type="http://schemas.openxmlformats.org/officeDocument/2006/relationships/image" Target="../media/image141.jpg"/><Relationship Id="rId7" Type="http://schemas.openxmlformats.org/officeDocument/2006/relationships/image" Target="../media/image45.png"/><Relationship Id="rId8" Type="http://schemas.openxmlformats.org/officeDocument/2006/relationships/image" Target="../media/image1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3.png"/><Relationship Id="rId4" Type="http://schemas.openxmlformats.org/officeDocument/2006/relationships/image" Target="../media/image130.png"/><Relationship Id="rId5" Type="http://schemas.openxmlformats.org/officeDocument/2006/relationships/image" Target="../media/image59.jpg"/><Relationship Id="rId6" Type="http://schemas.openxmlformats.org/officeDocument/2006/relationships/image" Target="../media/image144.jpg"/><Relationship Id="rId7" Type="http://schemas.openxmlformats.org/officeDocument/2006/relationships/image" Target="../media/image45.png"/><Relationship Id="rId8" Type="http://schemas.openxmlformats.org/officeDocument/2006/relationships/image" Target="../media/image1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6.png"/><Relationship Id="rId4" Type="http://schemas.openxmlformats.org/officeDocument/2006/relationships/image" Target="../media/image17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24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5.png"/><Relationship Id="rId4" Type="http://schemas.openxmlformats.org/officeDocument/2006/relationships/image" Target="../media/image28.png"/><Relationship Id="rId5" Type="http://schemas.openxmlformats.org/officeDocument/2006/relationships/image" Target="../media/image156.jpg"/><Relationship Id="rId6" Type="http://schemas.openxmlformats.org/officeDocument/2006/relationships/image" Target="../media/image30.png"/><Relationship Id="rId7" Type="http://schemas.openxmlformats.org/officeDocument/2006/relationships/image" Target="../media/image15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Relationship Id="rId9" Type="http://schemas.openxmlformats.org/officeDocument/2006/relationships/image" Target="../media/image165.png"/><Relationship Id="rId10" Type="http://schemas.openxmlformats.org/officeDocument/2006/relationships/image" Target="../media/image166.pn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Relationship Id="rId13" Type="http://schemas.openxmlformats.org/officeDocument/2006/relationships/image" Target="../media/image169.png"/><Relationship Id="rId14" Type="http://schemas.openxmlformats.org/officeDocument/2006/relationships/image" Target="../media/image1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1.png"/><Relationship Id="rId4" Type="http://schemas.openxmlformats.org/officeDocument/2006/relationships/image" Target="../media/image172.png"/><Relationship Id="rId5" Type="http://schemas.openxmlformats.org/officeDocument/2006/relationships/image" Target="../media/image173.jpg"/><Relationship Id="rId6" Type="http://schemas.openxmlformats.org/officeDocument/2006/relationships/image" Target="../media/image45.png"/><Relationship Id="rId7" Type="http://schemas.openxmlformats.org/officeDocument/2006/relationships/image" Target="../media/image17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5.png"/><Relationship Id="rId4" Type="http://schemas.openxmlformats.org/officeDocument/2006/relationships/image" Target="../media/image172.png"/><Relationship Id="rId5" Type="http://schemas.openxmlformats.org/officeDocument/2006/relationships/image" Target="../media/image176.jpg"/><Relationship Id="rId6" Type="http://schemas.openxmlformats.org/officeDocument/2006/relationships/image" Target="../media/image177.jpg"/><Relationship Id="rId7" Type="http://schemas.openxmlformats.org/officeDocument/2006/relationships/image" Target="../media/image45.png"/><Relationship Id="rId8" Type="http://schemas.openxmlformats.org/officeDocument/2006/relationships/image" Target="../media/image17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9.png"/><Relationship Id="rId4" Type="http://schemas.openxmlformats.org/officeDocument/2006/relationships/image" Target="../media/image172.png"/><Relationship Id="rId5" Type="http://schemas.openxmlformats.org/officeDocument/2006/relationships/image" Target="../media/image180.jpg"/><Relationship Id="rId6" Type="http://schemas.openxmlformats.org/officeDocument/2006/relationships/image" Target="../media/image45.png"/><Relationship Id="rId7" Type="http://schemas.openxmlformats.org/officeDocument/2006/relationships/image" Target="../media/image18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2.png"/><Relationship Id="rId4" Type="http://schemas.openxmlformats.org/officeDocument/2006/relationships/image" Target="../media/image172.png"/><Relationship Id="rId5" Type="http://schemas.openxmlformats.org/officeDocument/2006/relationships/image" Target="../media/image183.jpg"/><Relationship Id="rId6" Type="http://schemas.openxmlformats.org/officeDocument/2006/relationships/image" Target="../media/image184.jpg"/><Relationship Id="rId7" Type="http://schemas.openxmlformats.org/officeDocument/2006/relationships/image" Target="../media/image45.png"/><Relationship Id="rId8" Type="http://schemas.openxmlformats.org/officeDocument/2006/relationships/image" Target="../media/image18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6.png"/><Relationship Id="rId4" Type="http://schemas.openxmlformats.org/officeDocument/2006/relationships/image" Target="../media/image172.png"/><Relationship Id="rId5" Type="http://schemas.openxmlformats.org/officeDocument/2006/relationships/image" Target="../media/image187.jpg"/><Relationship Id="rId6" Type="http://schemas.openxmlformats.org/officeDocument/2006/relationships/image" Target="../media/image45.png"/><Relationship Id="rId7" Type="http://schemas.openxmlformats.org/officeDocument/2006/relationships/image" Target="../media/image18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9.png"/><Relationship Id="rId4" Type="http://schemas.openxmlformats.org/officeDocument/2006/relationships/image" Target="../media/image172.png"/><Relationship Id="rId5" Type="http://schemas.openxmlformats.org/officeDocument/2006/relationships/image" Target="../media/image190.jpg"/><Relationship Id="rId6" Type="http://schemas.openxmlformats.org/officeDocument/2006/relationships/image" Target="../media/image45.png"/><Relationship Id="rId7" Type="http://schemas.openxmlformats.org/officeDocument/2006/relationships/image" Target="../media/image19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2.png"/><Relationship Id="rId4" Type="http://schemas.openxmlformats.org/officeDocument/2006/relationships/image" Target="../media/image172.png"/><Relationship Id="rId5" Type="http://schemas.openxmlformats.org/officeDocument/2006/relationships/image" Target="../media/image193.jpg"/><Relationship Id="rId6" Type="http://schemas.openxmlformats.org/officeDocument/2006/relationships/image" Target="../media/image194.jpg"/><Relationship Id="rId7" Type="http://schemas.openxmlformats.org/officeDocument/2006/relationships/image" Target="../media/image45.png"/><Relationship Id="rId8" Type="http://schemas.openxmlformats.org/officeDocument/2006/relationships/image" Target="../media/image19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6.png"/><Relationship Id="rId4" Type="http://schemas.openxmlformats.org/officeDocument/2006/relationships/image" Target="../media/image172.png"/><Relationship Id="rId5" Type="http://schemas.openxmlformats.org/officeDocument/2006/relationships/image" Target="../media/image197.jpg"/><Relationship Id="rId6" Type="http://schemas.openxmlformats.org/officeDocument/2006/relationships/image" Target="../media/image45.png"/><Relationship Id="rId7" Type="http://schemas.openxmlformats.org/officeDocument/2006/relationships/image" Target="../media/image19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9.png"/><Relationship Id="rId4" Type="http://schemas.openxmlformats.org/officeDocument/2006/relationships/image" Target="../media/image172.png"/><Relationship Id="rId5" Type="http://schemas.openxmlformats.org/officeDocument/2006/relationships/image" Target="../media/image200.jpg"/><Relationship Id="rId6" Type="http://schemas.openxmlformats.org/officeDocument/2006/relationships/image" Target="../media/image201.jpg"/><Relationship Id="rId7" Type="http://schemas.openxmlformats.org/officeDocument/2006/relationships/image" Target="../media/image45.png"/><Relationship Id="rId8" Type="http://schemas.openxmlformats.org/officeDocument/2006/relationships/image" Target="../media/image20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3.png"/><Relationship Id="rId4" Type="http://schemas.openxmlformats.org/officeDocument/2006/relationships/image" Target="../media/image17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Relationship Id="rId7" Type="http://schemas.openxmlformats.org/officeDocument/2006/relationships/image" Target="../media/image206.png"/><Relationship Id="rId8" Type="http://schemas.openxmlformats.org/officeDocument/2006/relationships/image" Target="../media/image207.png"/><Relationship Id="rId9" Type="http://schemas.openxmlformats.org/officeDocument/2006/relationships/image" Target="../media/image208.png"/><Relationship Id="rId10" Type="http://schemas.openxmlformats.org/officeDocument/2006/relationships/image" Target="../media/image209.png"/><Relationship Id="rId11" Type="http://schemas.openxmlformats.org/officeDocument/2006/relationships/image" Target="../media/image24.png"/><Relationship Id="rId12" Type="http://schemas.openxmlformats.org/officeDocument/2006/relationships/image" Target="../media/image210.png"/><Relationship Id="rId13" Type="http://schemas.openxmlformats.org/officeDocument/2006/relationships/image" Target="../media/image2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2.png"/><Relationship Id="rId4" Type="http://schemas.openxmlformats.org/officeDocument/2006/relationships/image" Target="../media/image28.png"/><Relationship Id="rId5" Type="http://schemas.openxmlformats.org/officeDocument/2006/relationships/image" Target="../media/image213.jpg"/><Relationship Id="rId6" Type="http://schemas.openxmlformats.org/officeDocument/2006/relationships/image" Target="../media/image30.png"/><Relationship Id="rId7" Type="http://schemas.openxmlformats.org/officeDocument/2006/relationships/image" Target="../media/image21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Relationship Id="rId8" Type="http://schemas.openxmlformats.org/officeDocument/2006/relationships/image" Target="../media/image2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jpg"/><Relationship Id="rId6" Type="http://schemas.openxmlformats.org/officeDocument/2006/relationships/image" Target="../media/image45.png"/><Relationship Id="rId7" Type="http://schemas.openxmlformats.org/officeDocument/2006/relationships/image" Target="../media/image225.png"/><Relationship Id="rId8" Type="http://schemas.openxmlformats.org/officeDocument/2006/relationships/image" Target="../media/image10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6.png"/><Relationship Id="rId4" Type="http://schemas.openxmlformats.org/officeDocument/2006/relationships/image" Target="../media/image223.png"/><Relationship Id="rId5" Type="http://schemas.openxmlformats.org/officeDocument/2006/relationships/image" Target="../media/image227.jpg"/><Relationship Id="rId6" Type="http://schemas.openxmlformats.org/officeDocument/2006/relationships/image" Target="../media/image228.jpg"/><Relationship Id="rId7" Type="http://schemas.openxmlformats.org/officeDocument/2006/relationships/image" Target="../media/image45.png"/><Relationship Id="rId8" Type="http://schemas.openxmlformats.org/officeDocument/2006/relationships/image" Target="../media/image2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0.png"/><Relationship Id="rId4" Type="http://schemas.openxmlformats.org/officeDocument/2006/relationships/image" Target="../media/image223.png"/><Relationship Id="rId5" Type="http://schemas.openxmlformats.org/officeDocument/2006/relationships/image" Target="../media/image231.jpg"/><Relationship Id="rId6" Type="http://schemas.openxmlformats.org/officeDocument/2006/relationships/image" Target="../media/image45.png"/><Relationship Id="rId7" Type="http://schemas.openxmlformats.org/officeDocument/2006/relationships/image" Target="../media/image2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Relationship Id="rId11" Type="http://schemas.openxmlformats.org/officeDocument/2006/relationships/image" Target="../media/image241.png"/><Relationship Id="rId12" Type="http://schemas.openxmlformats.org/officeDocument/2006/relationships/image" Target="../media/image242.png"/><Relationship Id="rId13" Type="http://schemas.openxmlformats.org/officeDocument/2006/relationships/image" Target="../media/image243.png"/><Relationship Id="rId14" Type="http://schemas.openxmlformats.org/officeDocument/2006/relationships/image" Target="../media/image244.png"/><Relationship Id="rId15" Type="http://schemas.openxmlformats.org/officeDocument/2006/relationships/image" Target="../media/image245.png"/><Relationship Id="rId16" Type="http://schemas.openxmlformats.org/officeDocument/2006/relationships/image" Target="../media/image246.png"/><Relationship Id="rId17" Type="http://schemas.openxmlformats.org/officeDocument/2006/relationships/image" Target="../media/image247.png"/><Relationship Id="rId18" Type="http://schemas.openxmlformats.org/officeDocument/2006/relationships/image" Target="../media/image248.png"/><Relationship Id="rId19" Type="http://schemas.openxmlformats.org/officeDocument/2006/relationships/image" Target="../media/image249.png"/><Relationship Id="rId20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f71eb5b47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6222076" cy="989214"/>
          </a:xfrm>
          <a:prstGeom prst="rect">
            <a:avLst/>
          </a:prstGeom>
        </p:spPr>
      </p:pic>
      <p:pic>
        <p:nvPicPr>
          <p:cNvPr id="4" name="Picture 3" descr="2f1df2f80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5257800" cy="469669"/>
          </a:xfrm>
          <a:prstGeom prst="rect">
            <a:avLst/>
          </a:prstGeom>
        </p:spPr>
      </p:pic>
      <p:pic>
        <p:nvPicPr>
          <p:cNvPr id="5" name="Picture 4" descr="382f3be6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18709"/>
            <a:ext cx="7639396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35fd0835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"/>
            <a:ext cx="3005050" cy="561109"/>
          </a:xfrm>
          <a:prstGeom prst="rect">
            <a:avLst/>
          </a:prstGeom>
        </p:spPr>
      </p:pic>
      <p:pic>
        <p:nvPicPr>
          <p:cNvPr id="5" name="Picture 4" descr="952eec4f41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pic>
        <p:nvPicPr>
          <p:cNvPr id="6" name="Picture 5" descr="96a67b8939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4941916" cy="407323"/>
          </a:xfrm>
          <a:prstGeom prst="rect">
            <a:avLst/>
          </a:prstGeom>
        </p:spPr>
      </p:pic>
      <p:pic>
        <p:nvPicPr>
          <p:cNvPr id="7" name="Picture 6" descr="fada3ee5ec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513747"/>
            <a:ext cx="10033461" cy="544483"/>
          </a:xfrm>
          <a:prstGeom prst="rect">
            <a:avLst/>
          </a:prstGeom>
        </p:spPr>
      </p:pic>
      <p:pic>
        <p:nvPicPr>
          <p:cNvPr id="8" name="Picture 7" descr="1ce678bb2f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241111"/>
            <a:ext cx="4808912" cy="407323"/>
          </a:xfrm>
          <a:prstGeom prst="rect">
            <a:avLst/>
          </a:prstGeom>
        </p:spPr>
      </p:pic>
      <p:pic>
        <p:nvPicPr>
          <p:cNvPr id="9" name="Picture 8" descr="34c9db9995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2611858"/>
            <a:ext cx="9958647" cy="544483"/>
          </a:xfrm>
          <a:prstGeom prst="rect">
            <a:avLst/>
          </a:prstGeom>
        </p:spPr>
      </p:pic>
      <p:pic>
        <p:nvPicPr>
          <p:cNvPr id="10" name="Picture 9" descr="e6d93c2546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339222"/>
            <a:ext cx="1708265" cy="407323"/>
          </a:xfrm>
          <a:prstGeom prst="rect">
            <a:avLst/>
          </a:prstGeom>
        </p:spPr>
      </p:pic>
      <p:pic>
        <p:nvPicPr>
          <p:cNvPr id="11" name="Picture 10" descr="357b8fe2b45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3709970"/>
            <a:ext cx="9929552" cy="303414"/>
          </a:xfrm>
          <a:prstGeom prst="rect">
            <a:avLst/>
          </a:prstGeom>
        </p:spPr>
      </p:pic>
      <p:pic>
        <p:nvPicPr>
          <p:cNvPr id="12" name="Picture 11" descr="a3fdcf63cca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196264"/>
            <a:ext cx="4692534" cy="407323"/>
          </a:xfrm>
          <a:prstGeom prst="rect">
            <a:avLst/>
          </a:prstGeom>
        </p:spPr>
      </p:pic>
      <p:pic>
        <p:nvPicPr>
          <p:cNvPr id="13" name="Picture 12" descr="5ff0ad4128a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60" y="4567012"/>
            <a:ext cx="10058400" cy="785552"/>
          </a:xfrm>
          <a:prstGeom prst="rect">
            <a:avLst/>
          </a:prstGeom>
        </p:spPr>
      </p:pic>
      <p:pic>
        <p:nvPicPr>
          <p:cNvPr id="14" name="Picture 13" descr="e6b3c18265f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5535445"/>
            <a:ext cx="2111432" cy="407323"/>
          </a:xfrm>
          <a:prstGeom prst="rect">
            <a:avLst/>
          </a:prstGeom>
        </p:spPr>
      </p:pic>
      <p:pic>
        <p:nvPicPr>
          <p:cNvPr id="15" name="Picture 14" descr="af9935508e2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" y="5906192"/>
            <a:ext cx="9667701" cy="3034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9fd70cd14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6155574" cy="561109"/>
          </a:xfrm>
          <a:prstGeom prst="rect">
            <a:avLst/>
          </a:prstGeom>
        </p:spPr>
      </p:pic>
      <p:pic>
        <p:nvPicPr>
          <p:cNvPr id="5" name="Picture 4" descr="cc4d03f81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6903720" cy="979239"/>
          </a:xfrm>
          <a:prstGeom prst="roundRect">
            <a:avLst>
              <a:gd name="adj" fmla="val 6000"/>
            </a:avLst>
          </a:prstGeom>
          <a:solidFill>
            <a:srgbClr val="F2C92B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16152f322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50976"/>
            <a:ext cx="2531225" cy="440574"/>
          </a:xfrm>
          <a:prstGeom prst="rect">
            <a:avLst/>
          </a:prstGeom>
        </p:spPr>
      </p:pic>
      <p:pic>
        <p:nvPicPr>
          <p:cNvPr id="8" name="Picture 7" descr="926d04316b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409838"/>
            <a:ext cx="5644341" cy="374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2021655"/>
            <a:ext cx="6739128" cy="1274341"/>
          </a:xfrm>
          <a:prstGeom prst="roundRect">
            <a:avLst>
              <a:gd name="adj" fmla="val 6000"/>
            </a:avLst>
          </a:prstGeom>
          <a:solidFill>
            <a:srgbClr val="F6DA5E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34929217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058231"/>
            <a:ext cx="2493818" cy="440574"/>
          </a:xfrm>
          <a:prstGeom prst="rect">
            <a:avLst/>
          </a:prstGeom>
        </p:spPr>
      </p:pic>
      <p:pic>
        <p:nvPicPr>
          <p:cNvPr id="11" name="Picture 10" descr="de1e4a6177a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2517093"/>
            <a:ext cx="5885410" cy="6691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3424012"/>
            <a:ext cx="6574536" cy="1274341"/>
          </a:xfrm>
          <a:prstGeom prst="roundRect">
            <a:avLst>
              <a:gd name="adj" fmla="val 6000"/>
            </a:avLst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790f80463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3460588"/>
            <a:ext cx="2676698" cy="440574"/>
          </a:xfrm>
          <a:prstGeom prst="rect">
            <a:avLst/>
          </a:prstGeom>
        </p:spPr>
      </p:pic>
      <p:pic>
        <p:nvPicPr>
          <p:cNvPr id="14" name="Picture 13" descr="cfae861c7c2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3919450"/>
            <a:ext cx="5793970" cy="6691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" y="4826369"/>
            <a:ext cx="6409944" cy="1274341"/>
          </a:xfrm>
          <a:prstGeom prst="roundRect">
            <a:avLst>
              <a:gd name="adj" fmla="val 6000"/>
            </a:avLst>
          </a:prstGeom>
          <a:solidFill>
            <a:srgbClr val="FFF8DC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f169ab61df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4862945"/>
            <a:ext cx="2797232" cy="440574"/>
          </a:xfrm>
          <a:prstGeom prst="rect">
            <a:avLst/>
          </a:prstGeom>
        </p:spPr>
      </p:pic>
      <p:pic>
        <p:nvPicPr>
          <p:cNvPr id="17" name="Picture 16" descr="9ab9d3f1b3a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" y="5321807"/>
            <a:ext cx="5424054" cy="66917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16368" y="978408"/>
            <a:ext cx="439826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ia_recipe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1307843"/>
            <a:ext cx="4251960" cy="3510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4837d03e6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591098" cy="561109"/>
          </a:xfrm>
          <a:prstGeom prst="rect">
            <a:avLst/>
          </a:prstGeom>
        </p:spPr>
      </p:pic>
      <p:pic>
        <p:nvPicPr>
          <p:cNvPr id="5" name="Picture 4" descr="113e275aa5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481784"/>
            <a:ext cx="5769864" cy="41504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2550344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7dc84c722c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2294312" cy="257694"/>
          </a:xfrm>
          <a:prstGeom prst="rect">
            <a:avLst/>
          </a:prstGeom>
        </p:spPr>
      </p:pic>
      <p:pic>
        <p:nvPicPr>
          <p:cNvPr id="10" name="Picture 9" descr="c8653cd227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0e8ed2a9c1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644236" cy="461356"/>
          </a:xfrm>
          <a:prstGeom prst="rect">
            <a:avLst/>
          </a:prstGeom>
        </p:spPr>
      </p:pic>
      <p:pic>
        <p:nvPicPr>
          <p:cNvPr id="4" name="Picture 3" descr="9453e112fa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8233756" cy="731520"/>
          </a:xfrm>
          <a:prstGeom prst="rect">
            <a:avLst/>
          </a:prstGeom>
        </p:spPr>
      </p:pic>
      <p:pic>
        <p:nvPicPr>
          <p:cNvPr id="5" name="Picture 4" descr="1f26005970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1911927" cy="399010"/>
          </a:xfrm>
          <a:prstGeom prst="rect">
            <a:avLst/>
          </a:prstGeom>
        </p:spPr>
      </p:pic>
      <p:pic>
        <p:nvPicPr>
          <p:cNvPr id="6" name="Picture 5" descr="3737b15ed8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00400"/>
            <a:ext cx="2410690" cy="399010"/>
          </a:xfrm>
          <a:prstGeom prst="rect">
            <a:avLst/>
          </a:prstGeom>
        </p:spPr>
      </p:pic>
      <p:pic>
        <p:nvPicPr>
          <p:cNvPr id="7" name="Picture 6" descr="4c6576e4b6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630168"/>
            <a:ext cx="3113116" cy="399010"/>
          </a:xfrm>
          <a:prstGeom prst="rect">
            <a:avLst/>
          </a:prstGeom>
        </p:spPr>
      </p:pic>
      <p:pic>
        <p:nvPicPr>
          <p:cNvPr id="8" name="Picture 7" descr="8980732e62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59935"/>
            <a:ext cx="2610196" cy="399010"/>
          </a:xfrm>
          <a:prstGeom prst="rect">
            <a:avLst/>
          </a:prstGeom>
        </p:spPr>
      </p:pic>
      <p:pic>
        <p:nvPicPr>
          <p:cNvPr id="9" name="Picture 8" descr="232e34b006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489703"/>
            <a:ext cx="2826327" cy="399010"/>
          </a:xfrm>
          <a:prstGeom prst="rect">
            <a:avLst/>
          </a:prstGeom>
        </p:spPr>
      </p:pic>
      <p:pic>
        <p:nvPicPr>
          <p:cNvPr id="10" name="Picture 9" descr="e3bcfb8bd1a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919471"/>
            <a:ext cx="2323407" cy="399010"/>
          </a:xfrm>
          <a:prstGeom prst="rect">
            <a:avLst/>
          </a:prstGeom>
        </p:spPr>
      </p:pic>
      <p:pic>
        <p:nvPicPr>
          <p:cNvPr id="11" name="Picture 10" descr="6f82e6f4c3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5440679"/>
            <a:ext cx="3150523" cy="307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a1e4d31c6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591098" cy="561109"/>
          </a:xfrm>
          <a:prstGeom prst="rect">
            <a:avLst/>
          </a:prstGeom>
        </p:spPr>
      </p:pic>
      <p:pic>
        <p:nvPicPr>
          <p:cNvPr id="5" name="Picture 4" descr="5dbc13a35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91" y="987552"/>
            <a:ext cx="5444577" cy="4292943"/>
          </a:xfrm>
          <a:prstGeom prst="rect">
            <a:avLst/>
          </a:prstGeom>
        </p:spPr>
      </p:pic>
      <p:pic>
        <p:nvPicPr>
          <p:cNvPr id="8" name="Picture 7" descr="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91" y="5384037"/>
            <a:ext cx="5444577" cy="7424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3901ce9b8b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f3a4e50e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692534" cy="561109"/>
          </a:xfrm>
          <a:prstGeom prst="rect">
            <a:avLst/>
          </a:prstGeom>
        </p:spPr>
      </p:pic>
      <p:pic>
        <p:nvPicPr>
          <p:cNvPr id="5" name="Picture 4" descr="5dbc13a35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393" y="987552"/>
            <a:ext cx="3911172" cy="2489692"/>
          </a:xfrm>
          <a:prstGeom prst="rect">
            <a:avLst/>
          </a:prstGeom>
        </p:spPr>
      </p:pic>
      <p:pic>
        <p:nvPicPr>
          <p:cNvPr id="8" name="Picture 7" descr="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393" y="3551624"/>
            <a:ext cx="3911172" cy="25748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50c56b35f6e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25e6268b22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906981" cy="561109"/>
          </a:xfrm>
          <a:prstGeom prst="rect">
            <a:avLst/>
          </a:prstGeom>
        </p:spPr>
      </p:pic>
      <p:pic>
        <p:nvPicPr>
          <p:cNvPr id="5" name="Picture 4" descr="5dbc13a35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Q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62781"/>
            <a:ext cx="5769864" cy="3660521"/>
          </a:xfrm>
          <a:prstGeom prst="rect">
            <a:avLst/>
          </a:prstGeom>
        </p:spPr>
      </p:pic>
      <p:pic>
        <p:nvPicPr>
          <p:cNvPr id="8" name="Picture 7" descr="SQ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5033030"/>
            <a:ext cx="5769864" cy="8182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f1a2e03934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4ff3fcdff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247803" cy="561109"/>
          </a:xfrm>
          <a:prstGeom prst="rect">
            <a:avLst/>
          </a:prstGeom>
        </p:spPr>
      </p:pic>
      <p:pic>
        <p:nvPicPr>
          <p:cNvPr id="5" name="Picture 4" descr="5dbc13a35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Q3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680827"/>
            <a:ext cx="5769864" cy="17523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3854ebd7de2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e02f4a8e4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458094" cy="561109"/>
          </a:xfrm>
          <a:prstGeom prst="rect">
            <a:avLst/>
          </a:prstGeom>
        </p:spPr>
      </p:pic>
      <p:pic>
        <p:nvPicPr>
          <p:cNvPr id="5" name="Picture 4" descr="5dbc13a352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428" y="987552"/>
            <a:ext cx="5481102" cy="4263079"/>
          </a:xfrm>
          <a:prstGeom prst="rect">
            <a:avLst/>
          </a:prstGeom>
        </p:spPr>
      </p:pic>
      <p:pic>
        <p:nvPicPr>
          <p:cNvPr id="8" name="Picture 7" descr="T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28" y="5354868"/>
            <a:ext cx="5481102" cy="7716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15fe157ed9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127100aab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968538" cy="561109"/>
          </a:xfrm>
          <a:prstGeom prst="rect">
            <a:avLst/>
          </a:prstGeom>
        </p:spPr>
      </p:pic>
      <p:pic>
        <p:nvPicPr>
          <p:cNvPr id="5" name="Picture 4" descr="cc4d03f81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6903720" cy="979239"/>
          </a:xfrm>
          <a:prstGeom prst="roundRect">
            <a:avLst>
              <a:gd name="adj" fmla="val 6000"/>
            </a:avLst>
          </a:prstGeom>
          <a:solidFill>
            <a:srgbClr val="F2C92B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864a5663f5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50976"/>
            <a:ext cx="2128058" cy="440574"/>
          </a:xfrm>
          <a:prstGeom prst="rect">
            <a:avLst/>
          </a:prstGeom>
        </p:spPr>
      </p:pic>
      <p:pic>
        <p:nvPicPr>
          <p:cNvPr id="8" name="Picture 7" descr="27817c3d68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409838"/>
            <a:ext cx="6330141" cy="374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2021655"/>
            <a:ext cx="6739128" cy="1274341"/>
          </a:xfrm>
          <a:prstGeom prst="roundRect">
            <a:avLst>
              <a:gd name="adj" fmla="val 6000"/>
            </a:avLst>
          </a:prstGeom>
          <a:solidFill>
            <a:srgbClr val="F6DA5E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60b9accc15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058231"/>
            <a:ext cx="2177934" cy="440574"/>
          </a:xfrm>
          <a:prstGeom prst="rect">
            <a:avLst/>
          </a:prstGeom>
        </p:spPr>
      </p:pic>
      <p:pic>
        <p:nvPicPr>
          <p:cNvPr id="11" name="Picture 10" descr="ece820927c6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2517093"/>
            <a:ext cx="6280265" cy="6691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3424012"/>
            <a:ext cx="6574536" cy="1274341"/>
          </a:xfrm>
          <a:prstGeom prst="roundRect">
            <a:avLst>
              <a:gd name="adj" fmla="val 6000"/>
            </a:avLst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2499b0b4e87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3460588"/>
            <a:ext cx="3154680" cy="440574"/>
          </a:xfrm>
          <a:prstGeom prst="rect">
            <a:avLst/>
          </a:prstGeom>
        </p:spPr>
      </p:pic>
      <p:pic>
        <p:nvPicPr>
          <p:cNvPr id="14" name="Picture 13" descr="73e72b88fc5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3919450"/>
            <a:ext cx="5336770" cy="6691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" y="4826369"/>
            <a:ext cx="6409944" cy="1274341"/>
          </a:xfrm>
          <a:prstGeom prst="roundRect">
            <a:avLst>
              <a:gd name="adj" fmla="val 6000"/>
            </a:avLst>
          </a:prstGeom>
          <a:solidFill>
            <a:srgbClr val="FFF8DC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f169ab61df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4862945"/>
            <a:ext cx="2797232" cy="440574"/>
          </a:xfrm>
          <a:prstGeom prst="rect">
            <a:avLst/>
          </a:prstGeom>
        </p:spPr>
      </p:pic>
      <p:pic>
        <p:nvPicPr>
          <p:cNvPr id="17" name="Picture 16" descr="d5e3039274e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" y="5321807"/>
            <a:ext cx="5565370" cy="66917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16368" y="978408"/>
            <a:ext cx="439826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ia_bt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1307843"/>
            <a:ext cx="4251960" cy="3510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ab57e3265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254432" cy="561109"/>
          </a:xfrm>
          <a:prstGeom prst="rect">
            <a:avLst/>
          </a:prstGeom>
        </p:spPr>
      </p:pic>
      <p:pic>
        <p:nvPicPr>
          <p:cNvPr id="5" name="Picture 4" descr="113e275aa5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72870"/>
            <a:ext cx="5769864" cy="196829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2550344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7dc84c722c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2294312" cy="257694"/>
          </a:xfrm>
          <a:prstGeom prst="rect">
            <a:avLst/>
          </a:prstGeom>
        </p:spPr>
      </p:pic>
      <p:pic>
        <p:nvPicPr>
          <p:cNvPr id="10" name="Picture 9" descr="75630d8d0c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15f842f9d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644236" cy="461356"/>
          </a:xfrm>
          <a:prstGeom prst="rect">
            <a:avLst/>
          </a:prstGeom>
        </p:spPr>
      </p:pic>
      <p:pic>
        <p:nvPicPr>
          <p:cNvPr id="4" name="Picture 3" descr="788f5c980d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7988530" cy="731520"/>
          </a:xfrm>
          <a:prstGeom prst="rect">
            <a:avLst/>
          </a:prstGeom>
        </p:spPr>
      </p:pic>
      <p:pic>
        <p:nvPicPr>
          <p:cNvPr id="5" name="Picture 4" descr="3d0c8402ce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1916083" cy="399010"/>
          </a:xfrm>
          <a:prstGeom prst="rect">
            <a:avLst/>
          </a:prstGeom>
        </p:spPr>
      </p:pic>
      <p:pic>
        <p:nvPicPr>
          <p:cNvPr id="6" name="Picture 5" descr="a3a2564509d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00400"/>
            <a:ext cx="2194560" cy="399010"/>
          </a:xfrm>
          <a:prstGeom prst="rect">
            <a:avLst/>
          </a:prstGeom>
        </p:spPr>
      </p:pic>
      <p:pic>
        <p:nvPicPr>
          <p:cNvPr id="7" name="Picture 6" descr="d40266f3dd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630168"/>
            <a:ext cx="2410690" cy="399010"/>
          </a:xfrm>
          <a:prstGeom prst="rect">
            <a:avLst/>
          </a:prstGeom>
        </p:spPr>
      </p:pic>
      <p:pic>
        <p:nvPicPr>
          <p:cNvPr id="8" name="Picture 7" descr="f9a6c279cf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59935"/>
            <a:ext cx="2518756" cy="399010"/>
          </a:xfrm>
          <a:prstGeom prst="rect">
            <a:avLst/>
          </a:prstGeom>
        </p:spPr>
      </p:pic>
      <p:pic>
        <p:nvPicPr>
          <p:cNvPr id="9" name="Picture 8" descr="a8cc8c7ea6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489703"/>
            <a:ext cx="2626821" cy="399010"/>
          </a:xfrm>
          <a:prstGeom prst="rect">
            <a:avLst/>
          </a:prstGeom>
        </p:spPr>
      </p:pic>
      <p:pic>
        <p:nvPicPr>
          <p:cNvPr id="10" name="Picture 9" descr="d1a704724d3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919471"/>
            <a:ext cx="2896985" cy="399010"/>
          </a:xfrm>
          <a:prstGeom prst="rect">
            <a:avLst/>
          </a:prstGeom>
        </p:spPr>
      </p:pic>
      <p:pic>
        <p:nvPicPr>
          <p:cNvPr id="11" name="Picture 10" descr="b9dd7fac69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5349239"/>
            <a:ext cx="2610196" cy="399010"/>
          </a:xfrm>
          <a:prstGeom prst="rect">
            <a:avLst/>
          </a:prstGeom>
        </p:spPr>
      </p:pic>
      <p:pic>
        <p:nvPicPr>
          <p:cNvPr id="12" name="Picture 11" descr="50e0776a23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5779007"/>
            <a:ext cx="2610196" cy="399010"/>
          </a:xfrm>
          <a:prstGeom prst="rect">
            <a:avLst/>
          </a:prstGeom>
        </p:spPr>
      </p:pic>
      <p:pic>
        <p:nvPicPr>
          <p:cNvPr id="13" name="Picture 12" descr="eee8ce22a7b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720" y="6300215"/>
            <a:ext cx="2984269" cy="3075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c0a7d9b2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250276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789545"/>
            <a:ext cx="5769864" cy="35349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aeb4e233ad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039424424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595254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391168"/>
            <a:ext cx="5769864" cy="23316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22fb903dcf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1df4fb1de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761509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133283"/>
            <a:ext cx="5769864" cy="28474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73ab012034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0b3a602b9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931920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906655"/>
            <a:ext cx="5769864" cy="3300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712f98c8c35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471a8be32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355869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N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872024"/>
            <a:ext cx="5769864" cy="1124742"/>
          </a:xfrm>
          <a:prstGeom prst="rect">
            <a:avLst/>
          </a:prstGeom>
        </p:spPr>
      </p:pic>
      <p:pic>
        <p:nvPicPr>
          <p:cNvPr id="8" name="Picture 7" descr="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106494"/>
            <a:ext cx="5769864" cy="21355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5a45d97914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ad7bb121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906981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Q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62456"/>
            <a:ext cx="5769864" cy="9891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2dfbc1769eb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3c3252fdd6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906981" cy="561109"/>
          </a:xfrm>
          <a:prstGeom prst="rect">
            <a:avLst/>
          </a:prstGeom>
        </p:spPr>
      </p:pic>
      <p:pic>
        <p:nvPicPr>
          <p:cNvPr id="5" name="Picture 4" descr="00bc1f20c2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Q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06240"/>
            <a:ext cx="5769864" cy="931300"/>
          </a:xfrm>
          <a:prstGeom prst="rect">
            <a:avLst/>
          </a:prstGeom>
        </p:spPr>
      </p:pic>
      <p:pic>
        <p:nvPicPr>
          <p:cNvPr id="8" name="Picture 7" descr="SQ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247269"/>
            <a:ext cx="5769864" cy="366052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b81368d266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936865" y="6263640"/>
            <a:ext cx="513726" cy="3474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eded57a044f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4881" y="6272784"/>
            <a:ext cx="257694" cy="2576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314f8c24d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1558636" cy="561109"/>
          </a:xfrm>
          <a:prstGeom prst="rect">
            <a:avLst/>
          </a:prstGeom>
        </p:spPr>
      </p:pic>
      <p:pic>
        <p:nvPicPr>
          <p:cNvPr id="5" name="Picture 4" descr="cc4d03f81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6903720" cy="979239"/>
          </a:xfrm>
          <a:prstGeom prst="roundRect">
            <a:avLst>
              <a:gd name="adj" fmla="val 6000"/>
            </a:avLst>
          </a:prstGeom>
          <a:solidFill>
            <a:srgbClr val="F2C92B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19bdc9981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50976"/>
            <a:ext cx="2855421" cy="440574"/>
          </a:xfrm>
          <a:prstGeom prst="rect">
            <a:avLst/>
          </a:prstGeom>
        </p:spPr>
      </p:pic>
      <p:pic>
        <p:nvPicPr>
          <p:cNvPr id="8" name="Picture 7" descr="bd460fb6a4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409838"/>
            <a:ext cx="6068290" cy="374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2021655"/>
            <a:ext cx="6739128" cy="1274341"/>
          </a:xfrm>
          <a:prstGeom prst="roundRect">
            <a:avLst>
              <a:gd name="adj" fmla="val 6000"/>
            </a:avLst>
          </a:prstGeom>
          <a:solidFill>
            <a:srgbClr val="F6DA5E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4a3297b15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058231"/>
            <a:ext cx="3300152" cy="440574"/>
          </a:xfrm>
          <a:prstGeom prst="rect">
            <a:avLst/>
          </a:prstGeom>
        </p:spPr>
      </p:pic>
      <p:pic>
        <p:nvPicPr>
          <p:cNvPr id="11" name="Picture 10" descr="9493567497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2517093"/>
            <a:ext cx="5781501" cy="6691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3424012"/>
            <a:ext cx="6574536" cy="1274341"/>
          </a:xfrm>
          <a:prstGeom prst="roundRect">
            <a:avLst>
              <a:gd name="adj" fmla="val 6000"/>
            </a:avLst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e32843a86a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3460588"/>
            <a:ext cx="3204556" cy="440574"/>
          </a:xfrm>
          <a:prstGeom prst="rect">
            <a:avLst/>
          </a:prstGeom>
        </p:spPr>
      </p:pic>
      <p:pic>
        <p:nvPicPr>
          <p:cNvPr id="14" name="Picture 13" descr="74c63c5401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3919450"/>
            <a:ext cx="6051665" cy="6691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" y="4826369"/>
            <a:ext cx="6409944" cy="979239"/>
          </a:xfrm>
          <a:prstGeom prst="roundRect">
            <a:avLst>
              <a:gd name="adj" fmla="val 6000"/>
            </a:avLst>
          </a:prstGeom>
          <a:solidFill>
            <a:srgbClr val="FFF8DC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f169ab61df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4862945"/>
            <a:ext cx="2797232" cy="440574"/>
          </a:xfrm>
          <a:prstGeom prst="rect">
            <a:avLst/>
          </a:prstGeom>
        </p:spPr>
      </p:pic>
      <p:pic>
        <p:nvPicPr>
          <p:cNvPr id="17" name="Picture 16" descr="621d6aeb70a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" y="5321807"/>
            <a:ext cx="4983480" cy="3740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16368" y="978408"/>
            <a:ext cx="439826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ia_rul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1307843"/>
            <a:ext cx="4251960" cy="35107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15e990c3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611880" cy="561109"/>
          </a:xfrm>
          <a:prstGeom prst="rect">
            <a:avLst/>
          </a:prstGeom>
        </p:spPr>
      </p:pic>
      <p:pic>
        <p:nvPicPr>
          <p:cNvPr id="5" name="Picture 4" descr="113e275aa5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497264"/>
            <a:ext cx="5769864" cy="41195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2550344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7dc84c722c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2294312" cy="257694"/>
          </a:xfrm>
          <a:prstGeom prst="rect">
            <a:avLst/>
          </a:prstGeom>
        </p:spPr>
      </p:pic>
      <p:pic>
        <p:nvPicPr>
          <p:cNvPr id="10" name="Picture 9" descr="32de3bf7a4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60db433b9e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644236" cy="461356"/>
          </a:xfrm>
          <a:prstGeom prst="rect">
            <a:avLst/>
          </a:prstGeom>
        </p:spPr>
      </p:pic>
      <p:pic>
        <p:nvPicPr>
          <p:cNvPr id="4" name="Picture 3" descr="11a22d4c92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2074025" cy="731520"/>
          </a:xfrm>
          <a:prstGeom prst="rect">
            <a:avLst/>
          </a:prstGeom>
        </p:spPr>
      </p:pic>
      <p:pic>
        <p:nvPicPr>
          <p:cNvPr id="5" name="Picture 4" descr="1f26005970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1911927" cy="399010"/>
          </a:xfrm>
          <a:prstGeom prst="rect">
            <a:avLst/>
          </a:prstGeom>
        </p:spPr>
      </p:pic>
      <p:pic>
        <p:nvPicPr>
          <p:cNvPr id="6" name="Picture 5" descr="b451be679d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00400"/>
            <a:ext cx="2427316" cy="399010"/>
          </a:xfrm>
          <a:prstGeom prst="rect">
            <a:avLst/>
          </a:prstGeom>
        </p:spPr>
      </p:pic>
      <p:pic>
        <p:nvPicPr>
          <p:cNvPr id="7" name="Picture 6" descr="d112ef7546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630168"/>
            <a:ext cx="2705792" cy="399010"/>
          </a:xfrm>
          <a:prstGeom prst="rect">
            <a:avLst/>
          </a:prstGeom>
        </p:spPr>
      </p:pic>
      <p:pic>
        <p:nvPicPr>
          <p:cNvPr id="8" name="Picture 7" descr="1a07dd30a69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59935"/>
            <a:ext cx="2701636" cy="399010"/>
          </a:xfrm>
          <a:prstGeom prst="rect">
            <a:avLst/>
          </a:prstGeom>
        </p:spPr>
      </p:pic>
      <p:pic>
        <p:nvPicPr>
          <p:cNvPr id="9" name="Picture 8" descr="f7b0180282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489703"/>
            <a:ext cx="2323407" cy="399010"/>
          </a:xfrm>
          <a:prstGeom prst="rect">
            <a:avLst/>
          </a:prstGeom>
        </p:spPr>
      </p:pic>
      <p:pic>
        <p:nvPicPr>
          <p:cNvPr id="10" name="Picture 9" descr="a6c1eaf71cc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919471"/>
            <a:ext cx="2327563" cy="399010"/>
          </a:xfrm>
          <a:prstGeom prst="rect">
            <a:avLst/>
          </a:prstGeom>
        </p:spPr>
      </p:pic>
      <p:pic>
        <p:nvPicPr>
          <p:cNvPr id="11" name="Picture 10" descr="45632f28d40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5440679"/>
            <a:ext cx="3162992" cy="3075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dae0cfc6f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616036" cy="561109"/>
          </a:xfrm>
          <a:prstGeom prst="rect">
            <a:avLst/>
          </a:prstGeom>
        </p:spPr>
      </p:pic>
      <p:pic>
        <p:nvPicPr>
          <p:cNvPr id="5" name="Picture 4" descr="02f3950be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J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07665"/>
            <a:ext cx="5769864" cy="209870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db19ae53b3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68c4b38e0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052454" cy="561109"/>
          </a:xfrm>
          <a:prstGeom prst="rect">
            <a:avLst/>
          </a:prstGeom>
        </p:spPr>
      </p:pic>
      <p:pic>
        <p:nvPicPr>
          <p:cNvPr id="5" name="Picture 4" descr="02f3950be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K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988198"/>
            <a:ext cx="5769864" cy="51376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e20ddcba93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47f448dfec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052454" cy="561109"/>
          </a:xfrm>
          <a:prstGeom prst="rect">
            <a:avLst/>
          </a:prstGeom>
        </p:spPr>
      </p:pic>
      <p:pic>
        <p:nvPicPr>
          <p:cNvPr id="5" name="Picture 4" descr="02f3950be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421" y="987552"/>
            <a:ext cx="4899117" cy="2848705"/>
          </a:xfrm>
          <a:prstGeom prst="rect">
            <a:avLst/>
          </a:prstGeom>
        </p:spPr>
      </p:pic>
      <p:pic>
        <p:nvPicPr>
          <p:cNvPr id="8" name="Picture 7" descr="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421" y="3929426"/>
            <a:ext cx="4899117" cy="21970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73e088706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ce25ed831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458094" cy="561109"/>
          </a:xfrm>
          <a:prstGeom prst="rect">
            <a:avLst/>
          </a:prstGeom>
        </p:spPr>
      </p:pic>
      <p:pic>
        <p:nvPicPr>
          <p:cNvPr id="5" name="Picture 4" descr="02f3950be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76" y="987552"/>
            <a:ext cx="4547206" cy="3536716"/>
          </a:xfrm>
          <a:prstGeom prst="rect">
            <a:avLst/>
          </a:prstGeom>
        </p:spPr>
      </p:pic>
      <p:pic>
        <p:nvPicPr>
          <p:cNvPr id="8" name="Picture 7" descr="T3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76" y="4610744"/>
            <a:ext cx="4547206" cy="15157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0aae326b97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493efcccb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3458094" cy="561109"/>
          </a:xfrm>
          <a:prstGeom prst="rect">
            <a:avLst/>
          </a:prstGeom>
        </p:spPr>
      </p:pic>
      <p:pic>
        <p:nvPicPr>
          <p:cNvPr id="5" name="Picture 4" descr="02f3950be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117" y="987552"/>
            <a:ext cx="4555724" cy="3543341"/>
          </a:xfrm>
          <a:prstGeom prst="rect">
            <a:avLst/>
          </a:prstGeom>
        </p:spPr>
      </p:pic>
      <p:pic>
        <p:nvPicPr>
          <p:cNvPr id="8" name="Picture 7" descr="U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117" y="4617531"/>
            <a:ext cx="4555724" cy="15089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de944cfa9e8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0eba690b96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636029" cy="561109"/>
          </a:xfrm>
          <a:prstGeom prst="rect">
            <a:avLst/>
          </a:prstGeom>
        </p:spPr>
      </p:pic>
      <p:pic>
        <p:nvPicPr>
          <p:cNvPr id="5" name="Picture 4" descr="cc4d03f81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6903720" cy="1274341"/>
          </a:xfrm>
          <a:prstGeom prst="roundRect">
            <a:avLst>
              <a:gd name="adj" fmla="val 6000"/>
            </a:avLst>
          </a:prstGeom>
          <a:solidFill>
            <a:srgbClr val="F2C92B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eb8894b223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50976"/>
            <a:ext cx="2497974" cy="440574"/>
          </a:xfrm>
          <a:prstGeom prst="rect">
            <a:avLst/>
          </a:prstGeom>
        </p:spPr>
      </p:pic>
      <p:pic>
        <p:nvPicPr>
          <p:cNvPr id="8" name="Picture 7" descr="3fb4ae4217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409838"/>
            <a:ext cx="6093229" cy="66917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2316757"/>
            <a:ext cx="6739128" cy="1274341"/>
          </a:xfrm>
          <a:prstGeom prst="roundRect">
            <a:avLst>
              <a:gd name="adj" fmla="val 6000"/>
            </a:avLst>
          </a:prstGeom>
          <a:solidFill>
            <a:srgbClr val="F6DA5E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44753ba22d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353333"/>
            <a:ext cx="2119745" cy="440574"/>
          </a:xfrm>
          <a:prstGeom prst="rect">
            <a:avLst/>
          </a:prstGeom>
        </p:spPr>
      </p:pic>
      <p:pic>
        <p:nvPicPr>
          <p:cNvPr id="11" name="Picture 10" descr="c8487b04a6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2812195"/>
            <a:ext cx="6242858" cy="6691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3719114"/>
            <a:ext cx="6574536" cy="1274341"/>
          </a:xfrm>
          <a:prstGeom prst="roundRect">
            <a:avLst>
              <a:gd name="adj" fmla="val 6000"/>
            </a:avLst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0d2f77f489a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3755690"/>
            <a:ext cx="2614352" cy="440574"/>
          </a:xfrm>
          <a:prstGeom prst="rect">
            <a:avLst/>
          </a:prstGeom>
        </p:spPr>
      </p:pic>
      <p:pic>
        <p:nvPicPr>
          <p:cNvPr id="14" name="Picture 13" descr="e9ccd430f8a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4214552"/>
            <a:ext cx="6114010" cy="6691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" y="5121471"/>
            <a:ext cx="6409944" cy="1274341"/>
          </a:xfrm>
          <a:prstGeom prst="roundRect">
            <a:avLst>
              <a:gd name="adj" fmla="val 6000"/>
            </a:avLst>
          </a:prstGeom>
          <a:solidFill>
            <a:srgbClr val="FFF8DC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f169ab61df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5158047"/>
            <a:ext cx="2797232" cy="440574"/>
          </a:xfrm>
          <a:prstGeom prst="rect">
            <a:avLst/>
          </a:prstGeom>
        </p:spPr>
      </p:pic>
      <p:pic>
        <p:nvPicPr>
          <p:cNvPr id="17" name="Picture 16" descr="698436184d9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" y="5616909"/>
            <a:ext cx="5802283" cy="66917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16368" y="978408"/>
            <a:ext cx="439826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ia_vraag_aanbo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1307843"/>
            <a:ext cx="4251960" cy="351079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95f0c1ba7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725785" cy="561109"/>
          </a:xfrm>
          <a:prstGeom prst="rect">
            <a:avLst/>
          </a:prstGeom>
        </p:spPr>
      </p:pic>
      <p:pic>
        <p:nvPicPr>
          <p:cNvPr id="5" name="Picture 4" descr="113e275aa5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47" y="987552"/>
            <a:ext cx="5270864" cy="5138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2550344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7dc84c722c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2294312" cy="257694"/>
          </a:xfrm>
          <a:prstGeom prst="rect">
            <a:avLst/>
          </a:prstGeom>
        </p:spPr>
      </p:pic>
      <p:pic>
        <p:nvPicPr>
          <p:cNvPr id="10" name="Picture 9" descr="22b822ec6d6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756957ef72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644236" cy="461356"/>
          </a:xfrm>
          <a:prstGeom prst="rect">
            <a:avLst/>
          </a:prstGeom>
        </p:spPr>
      </p:pic>
      <p:pic>
        <p:nvPicPr>
          <p:cNvPr id="4" name="Picture 3" descr="8039d3b382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7539643" cy="731520"/>
          </a:xfrm>
          <a:prstGeom prst="rect">
            <a:avLst/>
          </a:prstGeom>
        </p:spPr>
      </p:pic>
      <p:pic>
        <p:nvPicPr>
          <p:cNvPr id="5" name="Picture 4" descr="849f9acdc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1911927" cy="399010"/>
          </a:xfrm>
          <a:prstGeom prst="rect">
            <a:avLst/>
          </a:prstGeom>
        </p:spPr>
      </p:pic>
      <p:pic>
        <p:nvPicPr>
          <p:cNvPr id="6" name="Picture 5" descr="670c04db07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00400"/>
            <a:ext cx="2572789" cy="349134"/>
          </a:xfrm>
          <a:prstGeom prst="rect">
            <a:avLst/>
          </a:prstGeom>
        </p:spPr>
      </p:pic>
      <p:pic>
        <p:nvPicPr>
          <p:cNvPr id="7" name="Picture 6" descr="e3a2ca107a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535680"/>
            <a:ext cx="2572789" cy="349134"/>
          </a:xfrm>
          <a:prstGeom prst="rect">
            <a:avLst/>
          </a:prstGeom>
        </p:spPr>
      </p:pic>
      <p:pic>
        <p:nvPicPr>
          <p:cNvPr id="8" name="Picture 7" descr="5f7416ea0e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870960"/>
            <a:ext cx="3279370" cy="349134"/>
          </a:xfrm>
          <a:prstGeom prst="rect">
            <a:avLst/>
          </a:prstGeom>
        </p:spPr>
      </p:pic>
      <p:pic>
        <p:nvPicPr>
          <p:cNvPr id="9" name="Picture 8" descr="6e51b9d8c9a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206240"/>
            <a:ext cx="3279370" cy="349134"/>
          </a:xfrm>
          <a:prstGeom prst="rect">
            <a:avLst/>
          </a:prstGeom>
        </p:spPr>
      </p:pic>
      <p:pic>
        <p:nvPicPr>
          <p:cNvPr id="10" name="Picture 9" descr="4f02000e2b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" y="4541519"/>
            <a:ext cx="2697480" cy="349134"/>
          </a:xfrm>
          <a:prstGeom prst="rect">
            <a:avLst/>
          </a:prstGeom>
        </p:spPr>
      </p:pic>
      <p:pic>
        <p:nvPicPr>
          <p:cNvPr id="11" name="Picture 10" descr="834e127bb07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4876799"/>
            <a:ext cx="2697480" cy="349134"/>
          </a:xfrm>
          <a:prstGeom prst="rect">
            <a:avLst/>
          </a:prstGeom>
        </p:spPr>
      </p:pic>
      <p:pic>
        <p:nvPicPr>
          <p:cNvPr id="12" name="Picture 11" descr="f8a355bcfb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8720" y="5212079"/>
            <a:ext cx="2888672" cy="349134"/>
          </a:xfrm>
          <a:prstGeom prst="rect">
            <a:avLst/>
          </a:prstGeom>
        </p:spPr>
      </p:pic>
      <p:pic>
        <p:nvPicPr>
          <p:cNvPr id="13" name="Picture 12" descr="1999adfe78f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8720" y="5547359"/>
            <a:ext cx="3404061" cy="349134"/>
          </a:xfrm>
          <a:prstGeom prst="rect">
            <a:avLst/>
          </a:prstGeom>
        </p:spPr>
      </p:pic>
      <p:pic>
        <p:nvPicPr>
          <p:cNvPr id="14" name="Picture 13" descr="c5939aa9d80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8720" y="5882639"/>
            <a:ext cx="3404061" cy="349134"/>
          </a:xfrm>
          <a:prstGeom prst="rect">
            <a:avLst/>
          </a:prstGeom>
        </p:spPr>
      </p:pic>
      <p:pic>
        <p:nvPicPr>
          <p:cNvPr id="15" name="Picture 14" descr="cbd13bdb5f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8720" y="6309359"/>
            <a:ext cx="3715789" cy="3075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572686955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389120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30" y="987552"/>
            <a:ext cx="5464499" cy="5138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334b8a40e6d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01a6a7163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389120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V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848" y="987552"/>
            <a:ext cx="3762262" cy="2307737"/>
          </a:xfrm>
          <a:prstGeom prst="rect">
            <a:avLst/>
          </a:prstGeom>
        </p:spPr>
      </p:pic>
      <p:pic>
        <p:nvPicPr>
          <p:cNvPr id="8" name="Picture 7" descr="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848" y="3366838"/>
            <a:ext cx="3762262" cy="27596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f81a622395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0a9053ca5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652654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344" y="987552"/>
            <a:ext cx="4051271" cy="51389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5e9e58dff4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b015058836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652654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Y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2" y="987552"/>
            <a:ext cx="4418394" cy="3652690"/>
          </a:xfrm>
          <a:prstGeom prst="rect">
            <a:avLst/>
          </a:prstGeom>
        </p:spPr>
      </p:pic>
      <p:pic>
        <p:nvPicPr>
          <p:cNvPr id="8" name="Picture 7" descr="Z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2" y="4724269"/>
            <a:ext cx="4418394" cy="14022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5fa72984061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ca50385c9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613563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103268"/>
            <a:ext cx="5769864" cy="29074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aa6f6f89ca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6201e3d98d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613563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13" y="987552"/>
            <a:ext cx="4521133" cy="5138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83d3d894e7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004026a5b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950229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C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761820"/>
            <a:ext cx="5769864" cy="2923693"/>
          </a:xfrm>
          <a:prstGeom prst="rect">
            <a:avLst/>
          </a:prstGeom>
        </p:spPr>
      </p:pic>
      <p:pic>
        <p:nvPicPr>
          <p:cNvPr id="8" name="Picture 7" descr="AC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95241"/>
            <a:ext cx="5769864" cy="5569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cffc2df5471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71be43a73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877098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890" y="987552"/>
            <a:ext cx="4304178" cy="5138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4b662ad802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baeb653c5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877098" cy="561109"/>
          </a:xfrm>
          <a:prstGeom prst="rect">
            <a:avLst/>
          </a:prstGeom>
        </p:spPr>
      </p:pic>
      <p:pic>
        <p:nvPicPr>
          <p:cNvPr id="5" name="Picture 4" descr="fd73cc2433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236037"/>
            <a:ext cx="5769864" cy="3154950"/>
          </a:xfrm>
          <a:prstGeom prst="rect">
            <a:avLst/>
          </a:prstGeom>
        </p:spPr>
      </p:pic>
      <p:pic>
        <p:nvPicPr>
          <p:cNvPr id="8" name="Picture 7" descr="A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500715"/>
            <a:ext cx="5769864" cy="137727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9c8b611fcfe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9e7da9d23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2132214" cy="561109"/>
          </a:xfrm>
          <a:prstGeom prst="rect">
            <a:avLst/>
          </a:prstGeom>
        </p:spPr>
      </p:pic>
      <p:pic>
        <p:nvPicPr>
          <p:cNvPr id="5" name="Picture 4" descr="cc4d03f818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914400"/>
            <a:ext cx="6903720" cy="979239"/>
          </a:xfrm>
          <a:prstGeom prst="roundRect">
            <a:avLst>
              <a:gd name="adj" fmla="val 6000"/>
            </a:avLst>
          </a:prstGeom>
          <a:solidFill>
            <a:srgbClr val="F2C92B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80a4f0b72d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950976"/>
            <a:ext cx="1683327" cy="440574"/>
          </a:xfrm>
          <a:prstGeom prst="rect">
            <a:avLst/>
          </a:prstGeom>
        </p:spPr>
      </p:pic>
      <p:pic>
        <p:nvPicPr>
          <p:cNvPr id="8" name="Picture 7" descr="f1101d88de1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409838"/>
            <a:ext cx="4364181" cy="3740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" y="2021655"/>
            <a:ext cx="6739128" cy="1274341"/>
          </a:xfrm>
          <a:prstGeom prst="roundRect">
            <a:avLst>
              <a:gd name="adj" fmla="val 6000"/>
            </a:avLst>
          </a:prstGeom>
          <a:solidFill>
            <a:srgbClr val="F6DA5E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df8bfab21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058231"/>
            <a:ext cx="1604356" cy="440574"/>
          </a:xfrm>
          <a:prstGeom prst="rect">
            <a:avLst/>
          </a:prstGeom>
        </p:spPr>
      </p:pic>
      <p:pic>
        <p:nvPicPr>
          <p:cNvPr id="11" name="Picture 10" descr="4901df67af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2517093"/>
            <a:ext cx="6039196" cy="66917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4944" y="3424012"/>
            <a:ext cx="6574536" cy="1274341"/>
          </a:xfrm>
          <a:prstGeom prst="roundRect">
            <a:avLst>
              <a:gd name="adj" fmla="val 6000"/>
            </a:avLst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4ac2908deac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3460588"/>
            <a:ext cx="2635134" cy="440574"/>
          </a:xfrm>
          <a:prstGeom prst="rect">
            <a:avLst/>
          </a:prstGeom>
        </p:spPr>
      </p:pic>
      <p:pic>
        <p:nvPicPr>
          <p:cNvPr id="14" name="Picture 13" descr="e4f1648ab6f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3919450"/>
            <a:ext cx="6093229" cy="6691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9536" y="4826369"/>
            <a:ext cx="6409944" cy="979239"/>
          </a:xfrm>
          <a:prstGeom prst="roundRect">
            <a:avLst>
              <a:gd name="adj" fmla="val 6000"/>
            </a:avLst>
          </a:prstGeom>
          <a:solidFill>
            <a:srgbClr val="FFF8DC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1f169ab61df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" y="4862945"/>
            <a:ext cx="2797232" cy="440574"/>
          </a:xfrm>
          <a:prstGeom prst="rect">
            <a:avLst/>
          </a:prstGeom>
        </p:spPr>
      </p:pic>
      <p:pic>
        <p:nvPicPr>
          <p:cNvPr id="17" name="Picture 16" descr="7cfd9cc269e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8136" y="5321807"/>
            <a:ext cx="5386647" cy="3740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516368" y="978408"/>
            <a:ext cx="4398264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ia_evenwicht4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9520" y="1307843"/>
            <a:ext cx="4251960" cy="351079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8adf2230db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581996" cy="561109"/>
          </a:xfrm>
          <a:prstGeom prst="rect">
            <a:avLst/>
          </a:prstGeom>
        </p:spPr>
      </p:pic>
      <p:pic>
        <p:nvPicPr>
          <p:cNvPr id="5" name="Picture 4" descr="113e275aa5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F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400130"/>
            <a:ext cx="5769864" cy="43137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2550344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7dc84c722c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2294312" cy="257694"/>
          </a:xfrm>
          <a:prstGeom prst="rect">
            <a:avLst/>
          </a:prstGeom>
        </p:spPr>
      </p:pic>
      <p:pic>
        <p:nvPicPr>
          <p:cNvPr id="10" name="Picture 9" descr="f5db7be3de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af88b104c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644236" cy="461356"/>
          </a:xfrm>
          <a:prstGeom prst="rect">
            <a:avLst/>
          </a:prstGeom>
        </p:spPr>
      </p:pic>
      <p:pic>
        <p:nvPicPr>
          <p:cNvPr id="4" name="Picture 3" descr="71f906e95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2842952" cy="731520"/>
          </a:xfrm>
          <a:prstGeom prst="rect">
            <a:avLst/>
          </a:prstGeom>
        </p:spPr>
      </p:pic>
      <p:pic>
        <p:nvPicPr>
          <p:cNvPr id="5" name="Picture 4" descr="11ce8616bf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97480"/>
            <a:ext cx="1916083" cy="399010"/>
          </a:xfrm>
          <a:prstGeom prst="rect">
            <a:avLst/>
          </a:prstGeom>
        </p:spPr>
      </p:pic>
      <p:pic>
        <p:nvPicPr>
          <p:cNvPr id="6" name="Picture 5" descr="772dbc0446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200400"/>
            <a:ext cx="3462250" cy="399010"/>
          </a:xfrm>
          <a:prstGeom prst="rect">
            <a:avLst/>
          </a:prstGeom>
        </p:spPr>
      </p:pic>
      <p:pic>
        <p:nvPicPr>
          <p:cNvPr id="7" name="Picture 6" descr="e64e7b8334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630168"/>
            <a:ext cx="3487189" cy="399010"/>
          </a:xfrm>
          <a:prstGeom prst="rect">
            <a:avLst/>
          </a:prstGeom>
        </p:spPr>
      </p:pic>
      <p:pic>
        <p:nvPicPr>
          <p:cNvPr id="8" name="Picture 7" descr="ad154e1259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59935"/>
            <a:ext cx="3271058" cy="399010"/>
          </a:xfrm>
          <a:prstGeom prst="rect">
            <a:avLst/>
          </a:prstGeom>
        </p:spPr>
      </p:pic>
      <p:pic>
        <p:nvPicPr>
          <p:cNvPr id="9" name="Picture 8" descr="6265d0e169f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581143"/>
            <a:ext cx="4135581" cy="3075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71b03e6d3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241174" cy="561109"/>
          </a:xfrm>
          <a:prstGeom prst="rect">
            <a:avLst/>
          </a:prstGeom>
        </p:spPr>
      </p:pic>
      <p:pic>
        <p:nvPicPr>
          <p:cNvPr id="5" name="Picture 4" descr="905182c9b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F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68696"/>
            <a:ext cx="5769864" cy="1976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7b86b22640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936865" y="6263640"/>
            <a:ext cx="513726" cy="34747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eded57a044f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4881" y="6272784"/>
            <a:ext cx="257694" cy="25769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d0063a6c0e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5282738" cy="561109"/>
          </a:xfrm>
          <a:prstGeom prst="rect">
            <a:avLst/>
          </a:prstGeom>
        </p:spPr>
      </p:pic>
      <p:pic>
        <p:nvPicPr>
          <p:cNvPr id="5" name="Picture 4" descr="905182c9b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585" y="987551"/>
            <a:ext cx="3356788" cy="1406600"/>
          </a:xfrm>
          <a:prstGeom prst="rect">
            <a:avLst/>
          </a:prstGeom>
        </p:spPr>
      </p:pic>
      <p:pic>
        <p:nvPicPr>
          <p:cNvPr id="8" name="Picture 7" descr="AG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585" y="2457990"/>
            <a:ext cx="3356788" cy="36684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2d14afcacd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1" name="Picture 10" descr="3da17794c2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fe11269a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946072" cy="561109"/>
          </a:xfrm>
          <a:prstGeom prst="rect">
            <a:avLst/>
          </a:prstGeom>
        </p:spPr>
      </p:pic>
      <p:pic>
        <p:nvPicPr>
          <p:cNvPr id="5" name="Picture 4" descr="905182c9b1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886968"/>
            <a:ext cx="5952744" cy="57698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362973"/>
            <a:ext cx="5769864" cy="43880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6263640"/>
            <a:ext cx="1415657" cy="347472"/>
          </a:xfrm>
          <a:prstGeom prst="rect">
            <a:avLst/>
          </a:prstGeom>
          <a:solidFill>
            <a:srgbClr val="F9E89A"/>
          </a:solidFill>
          <a:ln w="9525">
            <a:solidFill>
              <a:srgbClr val="C9A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2d14afcacd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6272783"/>
            <a:ext cx="1159625" cy="257694"/>
          </a:xfrm>
          <a:prstGeom prst="rect">
            <a:avLst/>
          </a:prstGeom>
        </p:spPr>
      </p:pic>
      <p:pic>
        <p:nvPicPr>
          <p:cNvPr id="10" name="Picture 9" descr="137048bf94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886968"/>
            <a:ext cx="5486400" cy="5769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5080" y="886968"/>
            <a:ext cx="5486400" cy="5769864"/>
          </a:xfrm>
          <a:prstGeom prst="rect">
            <a:avLst/>
          </a:prstGeom>
          <a:noFill/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4f4e253e24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"/>
            <a:ext cx="4143894" cy="561109"/>
          </a:xfrm>
          <a:prstGeom prst="rect">
            <a:avLst/>
          </a:prstGeom>
        </p:spPr>
      </p:pic>
      <p:pic>
        <p:nvPicPr>
          <p:cNvPr id="5" name="Picture 4" descr="d85075a2c3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182880"/>
            <a:ext cx="4114800" cy="286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960120"/>
            <a:ext cx="11457432" cy="5669280"/>
          </a:xfrm>
          <a:prstGeom prst="rect">
            <a:avLst/>
          </a:prstGeom>
          <a:solidFill>
            <a:srgbClr val="FDFBF3"/>
          </a:solidFill>
          <a:ln w="9525">
            <a:solidFill>
              <a:srgbClr val="D5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a3efe41e9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234440"/>
            <a:ext cx="2136370" cy="523701"/>
          </a:xfrm>
          <a:prstGeom prst="rect">
            <a:avLst/>
          </a:prstGeom>
        </p:spPr>
      </p:pic>
      <p:pic>
        <p:nvPicPr>
          <p:cNvPr id="8" name="Picture 7" descr="f77c2224ac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764792"/>
            <a:ext cx="3337560" cy="382385"/>
          </a:xfrm>
          <a:prstGeom prst="rect">
            <a:avLst/>
          </a:prstGeom>
        </p:spPr>
      </p:pic>
      <p:pic>
        <p:nvPicPr>
          <p:cNvPr id="9" name="Picture 8" descr="a29e76575b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234440"/>
            <a:ext cx="4118956" cy="523701"/>
          </a:xfrm>
          <a:prstGeom prst="rect">
            <a:avLst/>
          </a:prstGeom>
        </p:spPr>
      </p:pic>
      <p:pic>
        <p:nvPicPr>
          <p:cNvPr id="10" name="Picture 9" descr="9760d47873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1764792"/>
            <a:ext cx="3399905" cy="382385"/>
          </a:xfrm>
          <a:prstGeom prst="rect">
            <a:avLst/>
          </a:prstGeom>
        </p:spPr>
      </p:pic>
      <p:pic>
        <p:nvPicPr>
          <p:cNvPr id="11" name="Picture 10" descr="c570d72e7af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2560320"/>
            <a:ext cx="3084021" cy="523701"/>
          </a:xfrm>
          <a:prstGeom prst="rect">
            <a:avLst/>
          </a:prstGeom>
        </p:spPr>
      </p:pic>
      <p:pic>
        <p:nvPicPr>
          <p:cNvPr id="12" name="Picture 11" descr="42df4201d79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3090672"/>
            <a:ext cx="4118956" cy="382385"/>
          </a:xfrm>
          <a:prstGeom prst="rect">
            <a:avLst/>
          </a:prstGeom>
        </p:spPr>
      </p:pic>
      <p:pic>
        <p:nvPicPr>
          <p:cNvPr id="13" name="Picture 12" descr="9005c2a25ed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560320"/>
            <a:ext cx="3196243" cy="523701"/>
          </a:xfrm>
          <a:prstGeom prst="rect">
            <a:avLst/>
          </a:prstGeom>
        </p:spPr>
      </p:pic>
      <p:pic>
        <p:nvPicPr>
          <p:cNvPr id="14" name="Picture 13" descr="041d5d92b35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280" y="3090672"/>
            <a:ext cx="3549534" cy="382385"/>
          </a:xfrm>
          <a:prstGeom prst="rect">
            <a:avLst/>
          </a:prstGeom>
        </p:spPr>
      </p:pic>
      <p:pic>
        <p:nvPicPr>
          <p:cNvPr id="15" name="Picture 14" descr="ee8fb308319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3886200"/>
            <a:ext cx="3819698" cy="523701"/>
          </a:xfrm>
          <a:prstGeom prst="rect">
            <a:avLst/>
          </a:prstGeom>
        </p:spPr>
      </p:pic>
      <p:pic>
        <p:nvPicPr>
          <p:cNvPr id="16" name="Picture 15" descr="0980de99b93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4416552"/>
            <a:ext cx="3640974" cy="382385"/>
          </a:xfrm>
          <a:prstGeom prst="rect">
            <a:avLst/>
          </a:prstGeom>
        </p:spPr>
      </p:pic>
      <p:pic>
        <p:nvPicPr>
          <p:cNvPr id="17" name="Picture 16" descr="b39a541067e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886200"/>
            <a:ext cx="2477192" cy="523701"/>
          </a:xfrm>
          <a:prstGeom prst="rect">
            <a:avLst/>
          </a:prstGeom>
        </p:spPr>
      </p:pic>
      <p:pic>
        <p:nvPicPr>
          <p:cNvPr id="18" name="Picture 17" descr="1e3fa8ef056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12280" y="4416552"/>
            <a:ext cx="2630978" cy="382385"/>
          </a:xfrm>
          <a:prstGeom prst="rect">
            <a:avLst/>
          </a:prstGeom>
        </p:spPr>
      </p:pic>
      <p:pic>
        <p:nvPicPr>
          <p:cNvPr id="19" name="Picture 18" descr="97ed04a65e2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520" y="5212079"/>
            <a:ext cx="3599410" cy="523701"/>
          </a:xfrm>
          <a:prstGeom prst="rect">
            <a:avLst/>
          </a:prstGeom>
        </p:spPr>
      </p:pic>
      <p:pic>
        <p:nvPicPr>
          <p:cNvPr id="20" name="Picture 19" descr="0fa4ee00a54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3000" y="5742431"/>
            <a:ext cx="2955174" cy="382385"/>
          </a:xfrm>
          <a:prstGeom prst="rect">
            <a:avLst/>
          </a:prstGeom>
        </p:spPr>
      </p:pic>
      <p:pic>
        <p:nvPicPr>
          <p:cNvPr id="21" name="Picture 20" descr="ae45871677c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5212079"/>
            <a:ext cx="3113116" cy="523701"/>
          </a:xfrm>
          <a:prstGeom prst="rect">
            <a:avLst/>
          </a:prstGeom>
        </p:spPr>
      </p:pic>
      <p:pic>
        <p:nvPicPr>
          <p:cNvPr id="22" name="Picture 21" descr="5ea403974de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12280" y="5742431"/>
            <a:ext cx="4172989" cy="382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