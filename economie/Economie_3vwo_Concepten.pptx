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Procentueel aandeel</a:t>
            </a:r>
          </a:p>
          <a:p/>
          <a:p>
            <a:r>
              <a:t>Het idee: Je bestelt een pizza van 8 stukken en eet er 3. Jouw deel is 3 van de 8. Procent betekent ‘per honderd’: 3 : 8 × 100 = 37,5. Jij at dus 37,5% van de pizza. Het geheel – de hele pizza – is altijd 100%.</a:t>
            </a:r>
          </a:p>
          <a:p/>
          <a:p>
            <a:r>
              <a:t>De valkuil: Het geheel staat vaak níet in de tabel. Tel eerst alles op en deel pas dan. Een ‘× 1.000’ boven de tabel valt weg.</a:t>
            </a:r>
          </a:p>
          <a:p/>
          <a:p>
            <a:r>
              <a:t>In één zin: Aandeel = het stukje gedeeld door de hele taart, × 100%.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1.18 Procenten · vraag 1–2</a:t>
            </a:r>
          </a:p>
          <a:p/>
          <a:p>
            <a:r>
              <a:t>tabel 1: auto’s × 1.000</a:t>
            </a:r>
          </a:p>
          <a:p>
            <a:r>
              <a:t>(1) geheel = alle auto’s in 2026</a:t>
            </a:r>
          </a:p>
          <a:p>
            <a:r>
              <a:t>    6.649 + 1.306 + 133 + 272 = 8.360</a:t>
            </a:r>
          </a:p>
          <a:p>
            <a:r>
              <a:t>deel = diesel = 1.306</a:t>
            </a:r>
          </a:p>
          <a:p>
            <a:r>
              <a:t>∴ 1.306 : 8.360 × 100% = 15,6%</a:t>
            </a:r>
          </a:p>
          <a:p>
            <a:r>
              <a:t>(2) oud = 2024 = 211 ; nieuw = 2026 = 272</a:t>
            </a:r>
          </a:p>
          <a:p>
            <a:r>
              <a:t>    (272 − 211) : 211 × 100%</a:t>
            </a:r>
          </a:p>
          <a:p>
            <a:r>
              <a:t>∴ = 28,9% gestegen</a:t>
            </a:r>
          </a:p>
          <a:p>
            <a:r>
              <a:t>✓ diesel ≈ 1 op de 6 auto’s → ±17%: klopt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1a – Bereken hoeveel procent van alle auto’s in 2021 elektrisch was.</a:t>
            </a:r>
          </a:p>
          <a:p/>
          <a:p>
            <a:r>
              <a:t>het geheel 2021 staat niet in de tabel</a:t>
            </a:r>
          </a:p>
          <a:p>
            <a:r>
              <a:t>6.277 + 1.340 + 202 + 91 = 7.910</a:t>
            </a:r>
          </a:p>
          <a:p>
            <a:r>
              <a:t>91 : 7.910 × 100%</a:t>
            </a:r>
          </a:p>
          <a:p>
            <a:r>
              <a:t>∴ = 1,2% elektrisch</a:t>
            </a:r>
          </a:p>
          <a:p>
            <a:r>
              <a:t>✓ de × 1.000 valt weg bij een percentage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1b – Bereken met hoeveel procentpunt het aandeel elektrische auto’s is gestegen in 2026 ten opzichte van 2021.</a:t>
            </a:r>
          </a:p>
          <a:p/>
          <a:p>
            <a:r>
              <a:t>aandeel elektrisch in 2021 en 2026</a:t>
            </a:r>
          </a:p>
          <a:p>
            <a:r>
              <a:t>2026: 272 : 8.360 × 100% = 3,25%</a:t>
            </a:r>
          </a:p>
          <a:p>
            <a:r>
              <a:t>2021: 91 : 7.910 × 100% = 1,15%</a:t>
            </a:r>
          </a:p>
          <a:p>
            <a:r>
              <a:t>3,25 − 1,15 = 2,1</a:t>
            </a:r>
          </a:p>
          <a:p>
            <a:r>
              <a:t>∴ gestegen met 2,1 procentpunt</a:t>
            </a:r>
          </a:p>
          <a:p>
            <a:r>
              <a:t>✓ aftrekken, want het zijn al percentages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1c – Bereken hoeveel procent van de klas nu een bijbaan heeft.</a:t>
            </a:r>
          </a:p>
          <a:p/>
          <a:p>
            <a:r>
              <a:t>35% = 7 leerlingen</a:t>
            </a:r>
          </a:p>
          <a:p>
            <a:r>
              <a:t>klas = 7 : 35 × 100 = 20 leerlingen</a:t>
            </a:r>
          </a:p>
          <a:p>
            <a:r>
              <a:t>nu: 20 + 4 = 24 leerlingen</a:t>
            </a:r>
          </a:p>
          <a:p>
            <a:r>
              <a:t>met bijbaan: 7 + 3 = 10</a:t>
            </a:r>
          </a:p>
          <a:p>
            <a:r>
              <a:t>10 : 24 × 100%</a:t>
            </a:r>
          </a:p>
          <a:p>
            <a:r>
              <a:t>∴ = 41,7%</a:t>
            </a:r>
          </a:p>
          <a:p>
            <a:r>
              <a:t>✓ deel én geheel veranderen allebei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Procentuele verandering</a:t>
            </a:r>
          </a:p>
          <a:p/>
          <a:p>
            <a:r>
              <a:t>Het idee: Een plantje van 20 cm groeit 5 cm; een boom van 500 cm ook. Het plantje werd een kwart groter, de boom bijna niets. Daarom vergelijk je groei altijd met hoe groot iets wás: het oude getal is je 100%. ‘Ten opzichte van’ wijst dat oude getal aan.</a:t>
            </a:r>
          </a:p>
          <a:p/>
          <a:p>
            <a:r>
              <a:t>De valkuil: Leerlingen delen door het nieuwe getal. Deel altijd door oud, ook als oud onderaan in de tabel staat. Komt er een min uit? Dan is het een daling.</a:t>
            </a:r>
          </a:p>
          <a:p/>
          <a:p>
            <a:r>
              <a:t>In één zin: Verschil gedeeld door oud, × 100%.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1.23 Bevolking · vraag 1–2</a:t>
            </a:r>
          </a:p>
          <a:p/>
          <a:p>
            <a:r>
              <a:t>tabel 1: 1950 en 2020</a:t>
            </a:r>
          </a:p>
          <a:p>
            <a:r>
              <a:t>(1) vrouwen: (43,0 − 31,3) : 31,3 × 100%</a:t>
            </a:r>
          </a:p>
          <a:p>
            <a:r>
              <a:t>∴ = 37,4% gestegen</a:t>
            </a:r>
          </a:p>
          <a:p>
            <a:r>
              <a:t>mannen: (41,3 − 30,3) : 30,3 × 100%</a:t>
            </a:r>
          </a:p>
          <a:p>
            <a:r>
              <a:t>∴ = 36,3% gestegen</a:t>
            </a:r>
          </a:p>
          <a:p>
            <a:r>
              <a:t>(2) totaal 2020 = 3.775.257 + 4.381.481</a:t>
            </a:r>
          </a:p>
          <a:p>
            <a:r>
              <a:t>    + 5.858.292 + 3.392.555 = 17.407.585</a:t>
            </a:r>
          </a:p>
          <a:p>
            <a:r>
              <a:t>jonger dan 65 = 17.407.585 − 3.392.555</a:t>
            </a:r>
          </a:p>
          <a:p>
            <a:r>
              <a:t>    = 14.015.030</a:t>
            </a:r>
          </a:p>
          <a:p>
            <a:r>
              <a:t>∴ 14.015.030 : 17.407.585 × 100% = 80,5%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2a – Bereken met hoeveel procent het aantal benzineauto’s is veranderd in 2026 ten opzichte van 2021.</a:t>
            </a:r>
          </a:p>
          <a:p/>
          <a:p>
            <a:r>
              <a:t>oud = 2021 ; nieuw = 2026</a:t>
            </a:r>
          </a:p>
          <a:p>
            <a:r>
              <a:t>(6.649 − 6.277) : 6.277 × 100%</a:t>
            </a:r>
          </a:p>
          <a:p>
            <a:r>
              <a:t>= 372 : 6.277 × 100%</a:t>
            </a:r>
          </a:p>
          <a:p>
            <a:r>
              <a:t>∴ = +5,9%</a:t>
            </a:r>
          </a:p>
          <a:p>
            <a:r>
              <a:t>✓ delen door het oude getal (2021)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2b – Bereken beide procentuele veranderingen en leg uit waarom ze niet even groot zijn.</a:t>
            </a:r>
          </a:p>
          <a:p/>
          <a:p>
            <a:r>
              <a:t>dezelfde € 20, ander oud getal</a:t>
            </a:r>
          </a:p>
          <a:p>
            <a:r>
              <a:t>omhoog: (100 − 80) : 80 × 100%</a:t>
            </a:r>
          </a:p>
          <a:p>
            <a:r>
              <a:t>∴ = +25%</a:t>
            </a:r>
          </a:p>
          <a:p>
            <a:r>
              <a:t>omlaag: (80 − 100) : 100 × 100%</a:t>
            </a:r>
          </a:p>
          <a:p>
            <a:r>
              <a:t>∴ = −20%</a:t>
            </a:r>
          </a:p>
          <a:p>
            <a:r>
              <a:t>✓ € 20 is van 80 een groter stuk</a:t>
            </a:r>
          </a:p>
          <a:p>
            <a:r>
              <a:t>dan van 100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2c – Bereken het aantal LPG-auto’s in 2027.</a:t>
            </a:r>
          </a:p>
          <a:p/>
          <a:p>
            <a:r>
              <a:t>eerst het percentage, dan toepassen</a:t>
            </a:r>
          </a:p>
          <a:p>
            <a:r>
              <a:t>(133 − 144) : 144 × 100% = −7,64%</a:t>
            </a:r>
          </a:p>
          <a:p>
            <a:r>
              <a:t>factor = 1 − 0,0764 = 0,9236</a:t>
            </a:r>
          </a:p>
          <a:p>
            <a:r>
              <a:t>133 × 0,9236 = 122,8</a:t>
            </a:r>
          </a:p>
          <a:p>
            <a:r>
              <a:t>∴ ≈ 122.800 LPG-auto’s in 2027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Procent of procentpunt</a:t>
            </a:r>
          </a:p>
          <a:p/>
          <a:p>
            <a:r>
              <a:t>Het idee: Vorige toets had je 50% goed, nu 60%. Op de schaal van 0 tot 100 schoof je 10 stapjes op: 10 procentpunt. Vergeleken met je oude score had je 10 : 50 = 20% méér goed: 20 procent. Allebei waar. Procentpunt kan alleen als de getallen zelf al percentages zijn.</a:t>
            </a:r>
          </a:p>
          <a:p/>
          <a:p>
            <a:r>
              <a:t>De valkuil: ‘Met hoeveel procent’ en ‘met hoeveel procentpunt’ lijken op elkaar. Onderstreep het woord in de vraag.</a:t>
            </a:r>
          </a:p>
          <a:p/>
          <a:p>
            <a:r>
              <a:t>In één zin: Procentpunt = aftrekken; procent = verschil delen door oud.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1.18 Procenten · vraag 3–4</a:t>
            </a:r>
          </a:p>
          <a:p/>
          <a:p>
            <a:r>
              <a:t>spaarrente: 2,0% (2023) → 0,9% (2026)</a:t>
            </a:r>
          </a:p>
          <a:p>
            <a:r>
              <a:t>(3) procent: verschil delen door oud</a:t>
            </a:r>
          </a:p>
          <a:p>
            <a:r>
              <a:t>    (0,9 − 2,0) : 2,0 × 100% = −55%</a:t>
            </a:r>
          </a:p>
          <a:p>
            <a:r>
              <a:t>∴ gedaald met 55%</a:t>
            </a:r>
          </a:p>
          <a:p>
            <a:r>
              <a:t>(4) procentpunt: gewoon aftrekken</a:t>
            </a:r>
          </a:p>
          <a:p>
            <a:r>
              <a:t>    0,9 − 2,0 = −1,1</a:t>
            </a:r>
          </a:p>
          <a:p>
            <a:r>
              <a:t>∴ gedaald met 1,1 procentpunt</a:t>
            </a:r>
          </a:p>
          <a:p>
            <a:r>
              <a:t>✓ zelfde idee als ‘Let op!’: 0,9 → 0,6 is</a:t>
            </a:r>
          </a:p>
          <a:p>
            <a:r>
              <a:t>−0,3 procentpunt en −33,3%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3a – Bereken met hoeveel procentpunt de spaarrente is gedaald in de periode 2022 – 2027.</a:t>
            </a:r>
          </a:p>
          <a:p/>
          <a:p>
            <a:r>
              <a:t>2,2% (2022) → 0,6% (2027)</a:t>
            </a:r>
          </a:p>
          <a:p>
            <a:r>
              <a:t>0,6 − 2,2 = −1,6</a:t>
            </a:r>
          </a:p>
          <a:p>
            <a:r>
              <a:t>∴ gedaald met 1,6 procentpunt</a:t>
            </a:r>
          </a:p>
          <a:p>
            <a:r>
              <a:t>✓ procentpunt: gewoon aftrekken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3b – Bereken met hoeveel procent de spaarrente is gedaald in 2027 ten opzichte van 2022.</a:t>
            </a:r>
          </a:p>
          <a:p/>
          <a:p>
            <a:r>
              <a:t>procent: verschil delen door oud</a:t>
            </a:r>
          </a:p>
          <a:p>
            <a:r>
              <a:t>(0,6 − 2,2) : 2,2 × 100%</a:t>
            </a:r>
          </a:p>
          <a:p>
            <a:r>
              <a:t>= −1,6 : 2,2 × 100%</a:t>
            </a:r>
          </a:p>
          <a:p>
            <a:r>
              <a:t>∴ = −72,7%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3c – Bereken met hoeveel procentpunt de btw stijgt, en met hoeveel procent de winkelprijs van het boek stijgt.</a:t>
            </a:r>
          </a:p>
          <a:p/>
          <a:p>
            <a:r>
              <a:t>btw 9% → 21% op een boek van € 20</a:t>
            </a:r>
          </a:p>
          <a:p>
            <a:r>
              <a:t>btw: 21 − 9 = 12</a:t>
            </a:r>
          </a:p>
          <a:p>
            <a:r>
              <a:t>∴ +12 procentpunt</a:t>
            </a:r>
          </a:p>
          <a:p>
            <a:r>
              <a:t>oud: 20 × 1,09 = € 21,80</a:t>
            </a:r>
          </a:p>
          <a:p>
            <a:r>
              <a:t>nieuw: 20 × 1,21 = € 24,20</a:t>
            </a:r>
          </a:p>
          <a:p>
            <a:r>
              <a:t>(24,20 − 21,80) : 21,80 × 100%</a:t>
            </a:r>
          </a:p>
          <a:p>
            <a:r>
              <a:t>∴ = +11,0%</a:t>
            </a:r>
          </a:p>
          <a:p>
            <a:r>
              <a:t>✓ winkelprijs = boek + btw, dus niet 12%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100%-tabel</a:t>
            </a:r>
          </a:p>
          <a:p/>
          <a:p>
            <a:r>
              <a:t>Het idee: Je zakgeld gaat 4% omhoog. Wat je eerst kreeg is de hele taart: 100%. Er komt 4% bij, dus nu krijg je 104%. Ken je alleen het nieuwe bedrag? Dat is 104%: deel door 104 voor 1%, keer 100 voor het begin. Btw (+21% → 121%) en belasting (−30% → 70%) werken precies zo.</a:t>
            </a:r>
          </a:p>
          <a:p/>
          <a:p>
            <a:r>
              <a:t>De valkuil: Terugrekenen door het percentage eraf te halen. 3.224 − 4% is fout, want die 4% hoort bij het oude bedrag. Altijd delen door de factor.</a:t>
            </a:r>
          </a:p>
          <a:p/>
          <a:p>
            <a:r>
              <a:t>In één zin: Zoek eerst de 100%; daarna is het één keer × of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1.18 Procenten · vraag 8</a:t>
            </a:r>
          </a:p>
          <a:p/>
          <a:p>
            <a:r>
              <a:t>loon 2027 = 104% van loon 2026</a:t>
            </a:r>
          </a:p>
          <a:p>
            <a:r>
              <a:t>Loon 2026     3.100     100%</a:t>
            </a:r>
          </a:p>
          <a:p>
            <a:r>
              <a:t>+ Verhoging     124     4%</a:t>
            </a:r>
          </a:p>
          <a:p>
            <a:r>
              <a:t>Loon 2027     3.224     104%</a:t>
            </a:r>
          </a:p>
          <a:p>
            <a:r>
              <a:t>1% = 3.224 : 104 = 31</a:t>
            </a:r>
          </a:p>
          <a:p>
            <a:r>
              <a:t>∴ 100% = 31 × 100 = € 3.100</a:t>
            </a:r>
          </a:p>
          <a:p>
            <a:r>
              <a:t>sneller: 3.224 : 1,04 = 3.100</a:t>
            </a:r>
          </a:p>
          <a:p>
            <a:r>
              <a:t>✓ niet 3.224 − 4%: die 4% hoort bij 2026</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4a – Bereken de prijs exclusief btw.</a:t>
            </a:r>
          </a:p>
          <a:p/>
          <a:p>
            <a:r>
              <a:t>winkelprijs = 121%</a:t>
            </a:r>
          </a:p>
          <a:p>
            <a:r>
              <a:t>96,80 : 1,21</a:t>
            </a:r>
          </a:p>
          <a:p>
            <a:r>
              <a:t>∴ = € 80,00</a:t>
            </a:r>
          </a:p>
          <a:p>
            <a:r>
              <a:t>✓ niet 96,80 − 21%: die 21% hoort</a:t>
            </a:r>
          </a:p>
          <a:p>
            <a:r>
              <a:t>bij de prijs zonder btw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4b – Bereken de eindprijs. Is dat weer € 150? Licht toe.</a:t>
            </a:r>
          </a:p>
          <a:p/>
          <a:p>
            <a:r>
              <a:t>eerst +20%, dan −20%</a:t>
            </a:r>
          </a:p>
          <a:p>
            <a:r>
              <a:t>150 × 1,20 = € 180</a:t>
            </a:r>
          </a:p>
          <a:p>
            <a:r>
              <a:t>180 × 0,80 = € 144</a:t>
            </a:r>
          </a:p>
          <a:p>
            <a:r>
              <a:t>∴ nee: € 144, niet € 150</a:t>
            </a:r>
          </a:p>
          <a:p>
            <a:r>
              <a:t>✓ de korting gaat over € 180, een</a:t>
            </a:r>
          </a:p>
          <a:p>
            <a:r>
              <a:t>groter bedrag dan € 150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4c – Bereken het loon in 2026 en de totale procentuele stijging van 2026 tot 2028.</a:t>
            </a:r>
          </a:p>
          <a:p/>
          <a:p>
            <a:r>
              <a:t>2027 = 103% van 2026</a:t>
            </a:r>
          </a:p>
          <a:p>
            <a:r>
              <a:t>3.605 : 1,03 = € 3.500</a:t>
            </a:r>
          </a:p>
          <a:p>
            <a:r>
              <a:t>∴ loon 2026 = € 3.500</a:t>
            </a:r>
          </a:p>
          <a:p>
            <a:r>
              <a:t>2028: factor 1,03 × 1,02 = 1,0506</a:t>
            </a:r>
          </a:p>
          <a:p>
            <a:r>
              <a:t>∴ totaal +5,06% (niet 5%)</a:t>
            </a:r>
          </a:p>
          <a:p>
            <a:r>
              <a:t>✓ de 2% komt bovenop het verhoogde loon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Indexcijfers</a:t>
            </a:r>
          </a:p>
          <a:p/>
          <a:p>
            <a:r>
              <a:t>Het idee: Een indexcijfer is een meetlat die bij 100 begint. Je kiest een basisjaar en noemt de waarde van dat jaar 100. Elk ander jaar zegt hoeveel procent het is van het basisjaar: index 150 = 50% duurder, index 85 = 15% goedkoper. Zo vergelijk je benzine, huizen en lonen naast elkaar.</a:t>
            </a:r>
          </a:p>
          <a:p/>
          <a:p>
            <a:r>
              <a:t>De valkuil: Twee indexcijfers aftrekken als geen van beide het basisjaar is. 168,75 − 150 = 18,75 zijn indexpunten; het percentage is (168,75 − 150) : 150 × 100% = 12,5%.</a:t>
            </a:r>
          </a:p>
          <a:p/>
          <a:p>
            <a:r>
              <a:t>In één zin: Basisjaar = 100; een indexcijfer is een percentage van het basisjaar.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1.19 Brandstof · vraag 1–3</a:t>
            </a:r>
          </a:p>
          <a:p/>
          <a:p>
            <a:r>
              <a:t>basisjaar 2005 = 100</a:t>
            </a:r>
          </a:p>
          <a:p>
            <a:r>
              <a:t>(1) index = prijs : 1,60 × 100</a:t>
            </a:r>
          </a:p>
          <a:p>
            <a:r>
              <a:t>2010     1,80 : 1,60 × 100     112,5</a:t>
            </a:r>
          </a:p>
          <a:p>
            <a:r>
              <a:t>2015     2,30 : 1,60 × 100     143,75</a:t>
            </a:r>
          </a:p>
          <a:p>
            <a:r>
              <a:t>2020     2,40 : 1,60 × 100     150</a:t>
            </a:r>
          </a:p>
          <a:p>
            <a:r>
              <a:t>2025     2,70 : 1,60 × 100     168,75</a:t>
            </a:r>
          </a:p>
          <a:p>
            <a:r>
              <a:t>(2) t.o.v. het basisjaar: 168,75 − 100</a:t>
            </a:r>
          </a:p>
          <a:p>
            <a:r>
              <a:t>∴ = 68,75% gestegen</a:t>
            </a:r>
          </a:p>
          <a:p>
            <a:r>
              <a:t>(3) 2020 is geen basisjaar:</a:t>
            </a:r>
          </a:p>
          <a:p>
            <a:r>
              <a:t>    (168,75 − 150) : 150 × 100%</a:t>
            </a:r>
          </a:p>
          <a:p>
            <a:r>
              <a:t>∴ = 12,5% gestegen</a:t>
            </a:r>
          </a:p>
          <a:p>
            <a:r>
              <a:t>✓ niet 18,75: dat zijn indexpunten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5a – Bereken het indexcijfer van 2020 met 1950 als basisjaar.</a:t>
            </a:r>
          </a:p>
          <a:p/>
          <a:p>
            <a:r>
              <a:t>basisjaar 1950 = 100</a:t>
            </a:r>
          </a:p>
          <a:p>
            <a:r>
              <a:t>3.392.555 : 770.594 × 100</a:t>
            </a:r>
          </a:p>
          <a:p>
            <a:r>
              <a:t>∴ = 440,3</a:t>
            </a:r>
          </a:p>
          <a:p>
            <a:r>
              <a:t>✓ ruim 4,4 keer zoveel 65-plussers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5b – Bereken het indexcijfer van 2022 met 2019 als basisjaar, en met hoeveel procent de prijs is gestegen.</a:t>
            </a:r>
          </a:p>
          <a:p/>
          <a:p>
            <a:r>
              <a:t>basisjaar 2019 = 100</a:t>
            </a:r>
          </a:p>
          <a:p>
            <a:r>
              <a:t>336.663 : 257.953 × 100</a:t>
            </a:r>
          </a:p>
          <a:p>
            <a:r>
              <a:t>∴ = 130,5</a:t>
            </a:r>
          </a:p>
          <a:p>
            <a:r>
              <a:t>2019 ís het basisjaar: 130,5 − 100</a:t>
            </a:r>
          </a:p>
          <a:p>
            <a:r>
              <a:t>∴ = +30,5%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5c – Klopt dat? Licht je antwoord toe met een berekening.</a:t>
            </a:r>
          </a:p>
          <a:p/>
          <a:p>
            <a:r>
              <a:t>2015 = 100 ; 2020 = 125 ; 2024 = 150</a:t>
            </a:r>
          </a:p>
          <a:p>
            <a:r>
              <a:t>2020 is geen basisjaar:</a:t>
            </a:r>
          </a:p>
          <a:p>
            <a:r>
              <a:t>(150 − 125) : 125 × 100%</a:t>
            </a:r>
          </a:p>
          <a:p>
            <a:r>
              <a:t>∴ = +20%, dus nee</a:t>
            </a:r>
          </a:p>
          <a:p>
            <a:r>
              <a:t>✓ 25 zijn indexpunten, geen procenten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vraag</a:t>
            </a:r>
          </a:p>
          <a:p/>
          <a:p>
            <a:r>
              <a:t>Het idee: Iedere koper heeft een hoogste prijs in zijn hoofd: zijn betalingsbereidheid. Kost een donut € 3, dan kopen alle mensen met een grens van € 3 of meer. Bij € 4 haken er een paar af. Hogere prijs → minder vraag: de vraaglijn loopt omlaag. Ceteris paribus: alleen de prijs verandert, de rest blijft gelijk.</a:t>
            </a:r>
          </a:p>
          <a:p/>
          <a:p>
            <a:r>
              <a:t>De valkuil: Leerlingen draaien de assen om: P staat verticaal, Q horizontaal. En vergeet de ‘× 1.000’ niet: 30 betekent 30.000 stuks.</a:t>
            </a:r>
          </a:p>
          <a:p/>
          <a:p>
            <a:r>
              <a:t>In één zin: Duurder = minder kopen; Qv = 0 geeft de betalingsbereidheid.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De vraaglijn tekenen · vraag 3–4</a:t>
            </a:r>
          </a:p>
          <a:p/>
          <a:p>
            <a:r>
              <a:t>Qv = −15P + 90 (× 1.000 stuks)</a:t>
            </a:r>
          </a:p>
          <a:p>
            <a:r>
              <a:t>(3) snijpunt Q-as: P = 0 → Qv = 90</a:t>
            </a:r>
          </a:p>
          <a:p>
            <a:r>
              <a:t>snijpunt P-as: Qv = 0</a:t>
            </a:r>
          </a:p>
          <a:p>
            <a:r>
              <a:t>    0 = −15P + 90 → 15P = 90 → P = 6</a:t>
            </a:r>
          </a:p>
          <a:p>
            <a:r>
              <a:t>∴ lijn van (Q 0 ; P 6) naar (Q 90 ; P 0)</a:t>
            </a:r>
          </a:p>
          <a:p>
            <a:r>
              <a:t>(4) P = 4: Qv = −15 × 4 + 90 = 30</a:t>
            </a:r>
          </a:p>
          <a:p>
            <a:r>
              <a:t>∴ 30 × 1.000 = 30.000 producten</a:t>
            </a:r>
          </a:p>
          <a:p>
            <a:r>
              <a:t>✓ P staat verticaal, Q horizontaal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6a – Bereken de maximale betalingsbereidheid.</a:t>
            </a:r>
          </a:p>
          <a:p/>
          <a:p>
            <a:r>
              <a:t>Qv = −0,2P + 10</a:t>
            </a:r>
          </a:p>
          <a:p>
            <a:r>
              <a:t>betalingsbereidheid: Qv = 0</a:t>
            </a:r>
          </a:p>
          <a:p>
            <a:r>
              <a:t>0 = −0,2P + 10 → 0,2P = 10</a:t>
            </a:r>
          </a:p>
          <a:p>
            <a:r>
              <a:t>∴ P = 10 : 0,2 = € 50</a:t>
            </a:r>
          </a:p>
          <a:p>
            <a:r>
              <a:t>✓ het snijpunt met de P-as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6b – De prijs daalt van € 40 naar € 20. Bereken met hoeveel procent de gevraagde hoeveelheid verandert.</a:t>
            </a:r>
          </a:p>
          <a:p/>
          <a:p>
            <a:r>
              <a:t>de prijs daalt van € 40 naar € 20</a:t>
            </a:r>
          </a:p>
          <a:p>
            <a:r>
              <a:t>€ 40: −0,2 × 40 + 10 = 2</a:t>
            </a:r>
          </a:p>
          <a:p>
            <a:r>
              <a:t>€ 20: −0,2 × 20 + 10 = 6</a:t>
            </a:r>
          </a:p>
          <a:p>
            <a:r>
              <a:t>(6 − 2) : 2 × 100%</a:t>
            </a:r>
          </a:p>
          <a:p>
            <a:r>
              <a:t>∴ = +200%</a:t>
            </a:r>
          </a:p>
          <a:p>
            <a:r>
              <a:t>✓ verschuiving langs de vraaglijn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6c – Stel de formule van de vraaglijn op in de vorm Qv = −a·P + b.</a:t>
            </a:r>
          </a:p>
          <a:p/>
          <a:p>
            <a:r>
              <a:t>€ 8 → 0 ; € 2 → 12.000</a:t>
            </a:r>
          </a:p>
          <a:p>
            <a:r>
              <a:t>€ 6 goedkoper → 12.000 meer</a:t>
            </a:r>
          </a:p>
          <a:p>
            <a:r>
              <a:t>a = 12.000 : 6 = 2.000</a:t>
            </a:r>
          </a:p>
          <a:p>
            <a:r>
              <a:t>0 = −2.000 × 8 + b → b = 16.000</a:t>
            </a:r>
          </a:p>
          <a:p>
            <a:r>
              <a:t>∴ Qv = −2.000P + 16.000</a:t>
            </a:r>
          </a:p>
          <a:p>
            <a:r>
              <a:t>✓ check € 2: −4.000 + 16.000 = 12.000</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 aanbod</a:t>
            </a:r>
          </a:p>
          <a:p/>
          <a:p>
            <a:r>
              <a:t>Het idee: Nu de verkopers. Elke producent heeft een laagste prijs waarvoor hij nog levert: zijn leveringsbereidheid. Stijgt de prijs, dan wordt de winst per product groter en doen ook duurdere producenten mee. Hogere prijs → meer aanbod: de lijn loopt omhoog. Collectief aanbod = alle producenten samen.</a:t>
            </a:r>
          </a:p>
          <a:p/>
          <a:p>
            <a:r>
              <a:t>De valkuil: Een negatieve uitkomst opschrijven. Qa = 3P − 18 geeft bij € 5 −3: dan is het aanbod 0, want € 5 ligt onder de leveringsbereidheid.</a:t>
            </a:r>
          </a:p>
          <a:p/>
          <a:p>
            <a:r>
              <a:t>In één zin: Duurder = meer verkopen; Qa = 0 geeft de leveringsbereidheid.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De aanbodlijn tekenen · vraag 3–4</a:t>
            </a:r>
          </a:p>
          <a:p/>
          <a:p>
            <a:r>
              <a:t>Qa = 3P − 18 (× 1.000 stuks)</a:t>
            </a:r>
          </a:p>
          <a:p>
            <a:r>
              <a:t>(3) Qa = 0 → 3P = 18 → P = 6</a:t>
            </a:r>
          </a:p>
          <a:p>
            <a:r>
              <a:t>P = 10 → Qa = 30 − 18 = 12</a:t>
            </a:r>
          </a:p>
          <a:p>
            <a:r>
              <a:t>∴ lijn vanaf (Q 0 ; P 6) door (Q 12 ; P 10)</a:t>
            </a:r>
          </a:p>
          <a:p>
            <a:r>
              <a:t>(4) P = 5: Qa = 3 × 5 − 18 = −3</a:t>
            </a:r>
          </a:p>
          <a:p>
            <a:r>
              <a:t>∴ negatief kan niet → aanbod = 0</a:t>
            </a:r>
          </a:p>
          <a:p>
            <a:r>
              <a:t>✓ € 5 ligt onder de leveringsbereidheid</a:t>
            </a:r>
          </a:p>
          <a:p>
            <a:r>
              <a:t>van € 6: niemand wil leveren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7a – Bereken het collectieve aanbod bij een prijs van € 6.</a:t>
            </a:r>
          </a:p>
          <a:p/>
          <a:p>
            <a:r>
              <a:t>collectief = optellen bij dezelfde prijs</a:t>
            </a:r>
          </a:p>
          <a:p>
            <a:r>
              <a:t>30.000 + 50.000</a:t>
            </a:r>
          </a:p>
          <a:p>
            <a:r>
              <a:t>∴ = 80.000 kilo</a:t>
            </a:r>
          </a:p>
          <a:p>
            <a:r>
              <a:t>✓ in de grafiek tel je horizontaal op</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7b – De prijs stijgt van € 5 naar € 9. Bereken met hoeveel procent het aanbod verandert.</a:t>
            </a:r>
          </a:p>
          <a:p/>
          <a:p>
            <a:r>
              <a:t>Qa = 1,5P − 4,5</a:t>
            </a:r>
          </a:p>
          <a:p>
            <a:r>
              <a:t>€ 5: 1,5 × 5 − 4,5 = 3</a:t>
            </a:r>
          </a:p>
          <a:p>
            <a:r>
              <a:t>€ 9: 1,5 × 9 − 4,5 = 9</a:t>
            </a:r>
          </a:p>
          <a:p>
            <a:r>
              <a:t>(9 − 3) : 3 × 100%</a:t>
            </a:r>
          </a:p>
          <a:p>
            <a:r>
              <a:t>∴ = +200%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7c – Bereken het collectieve aanbod bij een prijs van € 8.</a:t>
            </a:r>
          </a:p>
          <a:p/>
          <a:p>
            <a:r>
              <a:t>aanbod per producent bij P = 8</a:t>
            </a:r>
          </a:p>
          <a:p>
            <a:r>
              <a:t>A: 2 × 8 − 10 = 6</a:t>
            </a:r>
          </a:p>
          <a:p>
            <a:r>
              <a:t>B: 3 × 8 − 30 = −6 → 0</a:t>
            </a:r>
          </a:p>
          <a:p>
            <a:r>
              <a:t>∴ collectief = 6 + 0 = 6 (× 1.000)</a:t>
            </a:r>
          </a:p>
          <a:p>
            <a:r>
              <a:t>✓ niet 6 + (−6) = 0: B levert pas vanaf € 10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Marktevenwicht</a:t>
            </a:r>
          </a:p>
          <a:p/>
          <a:p>
            <a:r>
              <a:t>Het idee: Kopers willen een lage prijs, verkopers een hoge. Bij precies één prijs willen kopers net zoveel als verkopers aanbieden: de evenwichtsprijs. Is de prijs hoger, dan blijven verkopers met spullen zitten; is hij lager, dan komen kopers tekort. Zo schuift de prijs vanzelf naar het kruispunt.</a:t>
            </a:r>
          </a:p>
          <a:p/>
          <a:p>
            <a:r>
              <a:t>De valkuil: Mintekens bij het overbrengen: −3P naar de andere kant wordt +3P. En vergeet niet de prijs in te vullen voor de hoeveelheid.</a:t>
            </a:r>
          </a:p>
          <a:p/>
          <a:p>
            <a:r>
              <a:t>In één zin: Zet Qv = Qa, los P op, vul in en check met de andere formule.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Marktevenwicht berekenen · vraag 1–3</a:t>
            </a:r>
          </a:p>
          <a:p/>
          <a:p>
            <a:r>
              <a:t>evenwicht: Qa = Qv</a:t>
            </a:r>
          </a:p>
          <a:p>
            <a:r>
              <a:t>(1) 2P − 20 = −3P + 100</a:t>
            </a:r>
          </a:p>
          <a:p>
            <a:r>
              <a:t>    5P = 120 → P = 24</a:t>
            </a:r>
          </a:p>
          <a:p>
            <a:r>
              <a:t>∴ evenwichtsprijs € 24</a:t>
            </a:r>
          </a:p>
          <a:p>
            <a:r>
              <a:t>(2) Qa = 2 × 24 − 20 = 28</a:t>
            </a:r>
          </a:p>
          <a:p>
            <a:r>
              <a:t>∴ 28 stuks (check: Qv = −72 + 100 = 28)</a:t>
            </a:r>
          </a:p>
          <a:p>
            <a:r>
              <a:t>(3) −2P + 100 = 4P − 80</a:t>
            </a:r>
          </a:p>
          <a:p>
            <a:r>
              <a:t>    180 = 6P → P = 30</a:t>
            </a:r>
          </a:p>
          <a:p>
            <a:r>
              <a:t>    Qa = 4 × 30 − 80 = 40</a:t>
            </a:r>
          </a:p>
          <a:p>
            <a:r>
              <a:t>∴ € 30 per ton en 40.000 ton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8a – Bereken de evenwichtsprijs en de evenwichtshoeveelheid.</a:t>
            </a:r>
          </a:p>
          <a:p/>
          <a:p>
            <a:r>
              <a:t>evenwicht: Qv = Qa</a:t>
            </a:r>
          </a:p>
          <a:p>
            <a:r>
              <a:t>−0,5P + 8 = P − 4</a:t>
            </a:r>
          </a:p>
          <a:p>
            <a:r>
              <a:t>12 = 1,5P → P = 8</a:t>
            </a:r>
          </a:p>
          <a:p>
            <a:r>
              <a:t>Q = 8 − 4 = 4</a:t>
            </a:r>
          </a:p>
          <a:p>
            <a:r>
              <a:t>∴ P = € 8 ; Q = 4</a:t>
            </a:r>
          </a:p>
          <a:p>
            <a:r>
              <a:t>✓ check: −0,5 × 8 + 8 = 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8b – Bereken de waarde van b.</a:t>
            </a:r>
          </a:p>
          <a:p/>
          <a:p>
            <a:r>
              <a:t>begin bij de formule zonder onbekende</a:t>
            </a:r>
          </a:p>
          <a:p>
            <a:r>
              <a:t>Qv = −3 × 35 + 150 = 45</a:t>
            </a:r>
          </a:p>
          <a:p>
            <a:r>
              <a:t>evenwicht → Qa = 45</a:t>
            </a:r>
          </a:p>
          <a:p>
            <a:r>
              <a:t>45 = 2 × 35 − b = 70 − b</a:t>
            </a:r>
          </a:p>
          <a:p>
            <a:r>
              <a:t>∴ b = 25</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 toetsvraag 8c – Bereken de gevraagde en de aangeboden hoeveelheid, en leg uit of de prijs zal stijgen of dalen.</a:t>
            </a:r>
          </a:p>
          <a:p/>
          <a:p>
            <a:r>
              <a:t>de prijs is € 20</a:t>
            </a:r>
          </a:p>
          <a:p>
            <a:r>
              <a:t>Qv = −4 × 20 + 120 = 40</a:t>
            </a:r>
          </a:p>
          <a:p>
            <a:r>
              <a:t>Qa = 2 × 20 − 30 = 10</a:t>
            </a:r>
          </a:p>
          <a:p>
            <a:r>
              <a:t>∴ tekort: 40 − 10 = 30 (× 1.000)</a:t>
            </a:r>
          </a:p>
          <a:p>
            <a:r>
              <a:t>kopers willen meer dan er is</a:t>
            </a:r>
          </a:p>
          <a:p>
            <a:r>
              <a:t>∴ de prijs stijgt (naar € 25)</a:t>
            </a:r>
          </a:p>
          <a:p>
            <a:r>
              <a:t>✓ evenwicht: 150 = 6P → P = 25</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Delen door nieuw: bij een verandering deel je altijd door oud</a:t>
            </a:r>
          </a:p>
          <a:p>
            <a:r>
              <a:t>Procent en procentpunt verwisselen: onderstreep welk woord in de vraag staat</a:t>
            </a:r>
          </a:p>
          <a:p>
            <a:r>
              <a:t>Terugrekenen met een min: deel door de factor: 3.224 : 1,04, niet 3.224 − 4%</a:t>
            </a:r>
          </a:p>
          <a:p>
            <a:r>
              <a:t>Twee indexcijfers aftrekken: ‘index − 100’ mag alleen t.o.v. het basisjaar</a:t>
            </a:r>
          </a:p>
          <a:p>
            <a:r>
              <a:t>Een negatief aanbod opschrijven: onder de leveringsbereidheid is het aanbod 0</a:t>
            </a:r>
          </a:p>
          <a:p>
            <a:r>
              <a:t>De assen omdraaien: P staat verticaal, Q horizontaal</a:t>
            </a:r>
          </a:p>
          <a:p>
            <a:r>
              <a:t>Mintekens bij het overbrengen: −3P aan de andere kant wordt +3P</a:t>
            </a:r>
          </a:p>
          <a:p>
            <a:r>
              <a:t>Alleen een antwoord geven: ‘Bereken’ = formule, getallen, antwoord met eenheid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23.png"/><Relationship Id="rId14"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jpg"/><Relationship Id="rId6" Type="http://schemas.openxmlformats.org/officeDocument/2006/relationships/image" Target="../media/image28.png"/><Relationship Id="rId7" Type="http://schemas.openxmlformats.org/officeDocument/2006/relationships/image" Target="../media/image2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0.png"/><Relationship Id="rId4" Type="http://schemas.openxmlformats.org/officeDocument/2006/relationships/image" Target="../media/image26.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4.png"/><Relationship Id="rId4" Type="http://schemas.openxmlformats.org/officeDocument/2006/relationships/image" Target="../media/image26.png"/><Relationship Id="rId5" Type="http://schemas.openxmlformats.org/officeDocument/2006/relationships/image" Target="../media/image35.png"/><Relationship Id="rId6" Type="http://schemas.openxmlformats.org/officeDocument/2006/relationships/image" Target="../media/image32.png"/><Relationship Id="rId7"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7.png"/><Relationship Id="rId4" Type="http://schemas.openxmlformats.org/officeDocument/2006/relationships/image" Target="../media/image26.png"/><Relationship Id="rId5" Type="http://schemas.openxmlformats.org/officeDocument/2006/relationships/image" Target="../media/image38.png"/><Relationship Id="rId6" Type="http://schemas.openxmlformats.org/officeDocument/2006/relationships/image" Target="../media/image32.png"/><Relationship Id="rId7" Type="http://schemas.openxmlformats.org/officeDocument/2006/relationships/image" Target="../media/image3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0.png"/><Relationship Id="rId4" Type="http://schemas.openxmlformats.org/officeDocument/2006/relationships/image" Target="../media/image14.png"/><Relationship Id="rId5" Type="http://schemas.openxmlformats.org/officeDocument/2006/relationships/image" Target="../media/image41.png"/><Relationship Id="rId6" Type="http://schemas.openxmlformats.org/officeDocument/2006/relationships/image" Target="../media/image16.png"/><Relationship Id="rId7" Type="http://schemas.openxmlformats.org/officeDocument/2006/relationships/image" Target="../media/image42.png"/><Relationship Id="rId8" Type="http://schemas.openxmlformats.org/officeDocument/2006/relationships/image" Target="../media/image18.png"/><Relationship Id="rId9" Type="http://schemas.openxmlformats.org/officeDocument/2006/relationships/image" Target="../media/image43.png"/><Relationship Id="rId10" Type="http://schemas.openxmlformats.org/officeDocument/2006/relationships/image" Target="../media/image44.png"/><Relationship Id="rId11" Type="http://schemas.openxmlformats.org/officeDocument/2006/relationships/image" Target="../media/image21.png"/><Relationship Id="rId12" Type="http://schemas.openxmlformats.org/officeDocument/2006/relationships/image" Target="../media/image45.png"/><Relationship Id="rId13" Type="http://schemas.openxmlformats.org/officeDocument/2006/relationships/image" Target="../media/image46.png"/><Relationship Id="rId14" Type="http://schemas.openxmlformats.org/officeDocument/2006/relationships/image" Target="../media/image4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jpg"/><Relationship Id="rId6" Type="http://schemas.openxmlformats.org/officeDocument/2006/relationships/image" Target="../media/image51.jpg"/><Relationship Id="rId7" Type="http://schemas.openxmlformats.org/officeDocument/2006/relationships/image" Target="../media/image28.png"/><Relationship Id="rId8" Type="http://schemas.openxmlformats.org/officeDocument/2006/relationships/image" Target="../media/image5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3.png"/><Relationship Id="rId4" Type="http://schemas.openxmlformats.org/officeDocument/2006/relationships/image" Target="../media/image49.png"/><Relationship Id="rId5" Type="http://schemas.openxmlformats.org/officeDocument/2006/relationships/image" Target="../media/image54.png"/><Relationship Id="rId6" Type="http://schemas.openxmlformats.org/officeDocument/2006/relationships/image" Target="../media/image32.png"/><Relationship Id="rId7" Type="http://schemas.openxmlformats.org/officeDocument/2006/relationships/image" Target="../media/image5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56.png"/><Relationship Id="rId4" Type="http://schemas.openxmlformats.org/officeDocument/2006/relationships/image" Target="../media/image49.png"/><Relationship Id="rId5" Type="http://schemas.openxmlformats.org/officeDocument/2006/relationships/image" Target="../media/image57.png"/><Relationship Id="rId6" Type="http://schemas.openxmlformats.org/officeDocument/2006/relationships/image" Target="../media/image32.png"/><Relationship Id="rId7" Type="http://schemas.openxmlformats.org/officeDocument/2006/relationships/image" Target="../media/image5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9.png"/><Relationship Id="rId4" Type="http://schemas.openxmlformats.org/officeDocument/2006/relationships/image" Target="../media/image49.png"/><Relationship Id="rId5" Type="http://schemas.openxmlformats.org/officeDocument/2006/relationships/image" Target="../media/image60.png"/><Relationship Id="rId6" Type="http://schemas.openxmlformats.org/officeDocument/2006/relationships/image" Target="../media/image32.png"/><Relationship Id="rId7" Type="http://schemas.openxmlformats.org/officeDocument/2006/relationships/image" Target="../media/image6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2.png"/><Relationship Id="rId4" Type="http://schemas.openxmlformats.org/officeDocument/2006/relationships/image" Target="../media/image14.png"/><Relationship Id="rId5" Type="http://schemas.openxmlformats.org/officeDocument/2006/relationships/image" Target="../media/image63.png"/><Relationship Id="rId6" Type="http://schemas.openxmlformats.org/officeDocument/2006/relationships/image" Target="../media/image16.png"/><Relationship Id="rId7" Type="http://schemas.openxmlformats.org/officeDocument/2006/relationships/image" Target="../media/image64.png"/><Relationship Id="rId8" Type="http://schemas.openxmlformats.org/officeDocument/2006/relationships/image" Target="../media/image18.png"/><Relationship Id="rId9" Type="http://schemas.openxmlformats.org/officeDocument/2006/relationships/image" Target="../media/image65.png"/><Relationship Id="rId10" Type="http://schemas.openxmlformats.org/officeDocument/2006/relationships/image" Target="../media/image66.png"/><Relationship Id="rId11" Type="http://schemas.openxmlformats.org/officeDocument/2006/relationships/image" Target="../media/image21.png"/><Relationship Id="rId12" Type="http://schemas.openxmlformats.org/officeDocument/2006/relationships/image" Target="../media/image67.png"/><Relationship Id="rId13" Type="http://schemas.openxmlformats.org/officeDocument/2006/relationships/image" Target="../media/image6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jpg"/><Relationship Id="rId6" Type="http://schemas.openxmlformats.org/officeDocument/2006/relationships/image" Target="../media/image72.jpg"/><Relationship Id="rId7" Type="http://schemas.openxmlformats.org/officeDocument/2006/relationships/image" Target="../media/image28.png"/><Relationship Id="rId8" Type="http://schemas.openxmlformats.org/officeDocument/2006/relationships/image" Target="../media/image7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4.png"/><Relationship Id="rId4" Type="http://schemas.openxmlformats.org/officeDocument/2006/relationships/image" Target="../media/image70.png"/><Relationship Id="rId5" Type="http://schemas.openxmlformats.org/officeDocument/2006/relationships/image" Target="../media/image75.png"/><Relationship Id="rId6" Type="http://schemas.openxmlformats.org/officeDocument/2006/relationships/image" Target="../media/image32.png"/><Relationship Id="rId7" Type="http://schemas.openxmlformats.org/officeDocument/2006/relationships/image" Target="../media/image7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77.png"/><Relationship Id="rId4" Type="http://schemas.openxmlformats.org/officeDocument/2006/relationships/image" Target="../media/image70.png"/><Relationship Id="rId5" Type="http://schemas.openxmlformats.org/officeDocument/2006/relationships/image" Target="../media/image78.png"/><Relationship Id="rId6" Type="http://schemas.openxmlformats.org/officeDocument/2006/relationships/image" Target="../media/image32.png"/><Relationship Id="rId7" Type="http://schemas.openxmlformats.org/officeDocument/2006/relationships/image" Target="../media/image7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80.png"/><Relationship Id="rId4" Type="http://schemas.openxmlformats.org/officeDocument/2006/relationships/image" Target="../media/image70.png"/><Relationship Id="rId5" Type="http://schemas.openxmlformats.org/officeDocument/2006/relationships/image" Target="../media/image81.png"/><Relationship Id="rId6" Type="http://schemas.openxmlformats.org/officeDocument/2006/relationships/image" Target="../media/image32.png"/><Relationship Id="rId7" Type="http://schemas.openxmlformats.org/officeDocument/2006/relationships/image" Target="../media/image8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83.png"/><Relationship Id="rId4" Type="http://schemas.openxmlformats.org/officeDocument/2006/relationships/image" Target="../media/image14.png"/><Relationship Id="rId5" Type="http://schemas.openxmlformats.org/officeDocument/2006/relationships/image" Target="../media/image84.png"/><Relationship Id="rId6" Type="http://schemas.openxmlformats.org/officeDocument/2006/relationships/image" Target="../media/image16.png"/><Relationship Id="rId7" Type="http://schemas.openxmlformats.org/officeDocument/2006/relationships/image" Target="../media/image85.png"/><Relationship Id="rId8" Type="http://schemas.openxmlformats.org/officeDocument/2006/relationships/image" Target="../media/image18.png"/><Relationship Id="rId9" Type="http://schemas.openxmlformats.org/officeDocument/2006/relationships/image" Target="../media/image86.png"/><Relationship Id="rId10" Type="http://schemas.openxmlformats.org/officeDocument/2006/relationships/image" Target="../media/image87.png"/><Relationship Id="rId11" Type="http://schemas.openxmlformats.org/officeDocument/2006/relationships/image" Target="../media/image21.png"/><Relationship Id="rId12" Type="http://schemas.openxmlformats.org/officeDocument/2006/relationships/image" Target="../media/image88.png"/><Relationship Id="rId13" Type="http://schemas.openxmlformats.org/officeDocument/2006/relationships/image" Target="../media/image89.png"/><Relationship Id="rId14" Type="http://schemas.openxmlformats.org/officeDocument/2006/relationships/image" Target="../media/image9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jpg"/><Relationship Id="rId6" Type="http://schemas.openxmlformats.org/officeDocument/2006/relationships/image" Target="../media/image28.png"/><Relationship Id="rId7" Type="http://schemas.openxmlformats.org/officeDocument/2006/relationships/image" Target="../media/image9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95.png"/><Relationship Id="rId4" Type="http://schemas.openxmlformats.org/officeDocument/2006/relationships/image" Target="../media/image92.png"/><Relationship Id="rId5" Type="http://schemas.openxmlformats.org/officeDocument/2006/relationships/image" Target="../media/image96.png"/><Relationship Id="rId6" Type="http://schemas.openxmlformats.org/officeDocument/2006/relationships/image" Target="../media/image32.png"/><Relationship Id="rId7" Type="http://schemas.openxmlformats.org/officeDocument/2006/relationships/image" Target="../media/image9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98.png"/><Relationship Id="rId4" Type="http://schemas.openxmlformats.org/officeDocument/2006/relationships/image" Target="../media/image92.png"/><Relationship Id="rId5" Type="http://schemas.openxmlformats.org/officeDocument/2006/relationships/image" Target="../media/image99.png"/><Relationship Id="rId6" Type="http://schemas.openxmlformats.org/officeDocument/2006/relationships/image" Target="../media/image32.png"/><Relationship Id="rId7" Type="http://schemas.openxmlformats.org/officeDocument/2006/relationships/image" Target="../media/image10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01.png"/><Relationship Id="rId4" Type="http://schemas.openxmlformats.org/officeDocument/2006/relationships/image" Target="../media/image92.png"/><Relationship Id="rId5" Type="http://schemas.openxmlformats.org/officeDocument/2006/relationships/image" Target="../media/image102.png"/><Relationship Id="rId6" Type="http://schemas.openxmlformats.org/officeDocument/2006/relationships/image" Target="../media/image32.png"/><Relationship Id="rId7" Type="http://schemas.openxmlformats.org/officeDocument/2006/relationships/image" Target="../media/image10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108.png"/><Relationship Id="rId8" Type="http://schemas.openxmlformats.org/officeDocument/2006/relationships/image" Target="../media/image109.png"/><Relationship Id="rId9" Type="http://schemas.openxmlformats.org/officeDocument/2006/relationships/image" Target="../media/image110.png"/><Relationship Id="rId10" Type="http://schemas.openxmlformats.org/officeDocument/2006/relationships/image" Target="../media/image111.png"/><Relationship Id="rId11" Type="http://schemas.openxmlformats.org/officeDocument/2006/relationships/image" Target="../media/image2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15.png"/><Relationship Id="rId4" Type="http://schemas.openxmlformats.org/officeDocument/2006/relationships/image" Target="../media/image116.png"/><Relationship Id="rId5" Type="http://schemas.openxmlformats.org/officeDocument/2006/relationships/image" Target="../media/image117.jpg"/><Relationship Id="rId6" Type="http://schemas.openxmlformats.org/officeDocument/2006/relationships/image" Target="../media/image28.png"/><Relationship Id="rId7" Type="http://schemas.openxmlformats.org/officeDocument/2006/relationships/image" Target="../media/image1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19.png"/><Relationship Id="rId4" Type="http://schemas.openxmlformats.org/officeDocument/2006/relationships/image" Target="../media/image116.png"/><Relationship Id="rId5" Type="http://schemas.openxmlformats.org/officeDocument/2006/relationships/image" Target="../media/image120.png"/><Relationship Id="rId6" Type="http://schemas.openxmlformats.org/officeDocument/2006/relationships/image" Target="../media/image32.png"/><Relationship Id="rId7" Type="http://schemas.openxmlformats.org/officeDocument/2006/relationships/image" Target="../media/image1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22.png"/><Relationship Id="rId4" Type="http://schemas.openxmlformats.org/officeDocument/2006/relationships/image" Target="../media/image116.png"/><Relationship Id="rId5" Type="http://schemas.openxmlformats.org/officeDocument/2006/relationships/image" Target="../media/image123.png"/><Relationship Id="rId6" Type="http://schemas.openxmlformats.org/officeDocument/2006/relationships/image" Target="../media/image32.png"/><Relationship Id="rId7" Type="http://schemas.openxmlformats.org/officeDocument/2006/relationships/image" Target="../media/image1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25.png"/><Relationship Id="rId4" Type="http://schemas.openxmlformats.org/officeDocument/2006/relationships/image" Target="../media/image116.png"/><Relationship Id="rId5" Type="http://schemas.openxmlformats.org/officeDocument/2006/relationships/image" Target="../media/image126.png"/><Relationship Id="rId6" Type="http://schemas.openxmlformats.org/officeDocument/2006/relationships/image" Target="../media/image32.png"/><Relationship Id="rId7" Type="http://schemas.openxmlformats.org/officeDocument/2006/relationships/image" Target="../media/image1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28.png"/><Relationship Id="rId4" Type="http://schemas.openxmlformats.org/officeDocument/2006/relationships/image" Target="../media/image14.png"/><Relationship Id="rId5" Type="http://schemas.openxmlformats.org/officeDocument/2006/relationships/image" Target="../media/image129.png"/><Relationship Id="rId6" Type="http://schemas.openxmlformats.org/officeDocument/2006/relationships/image" Target="../media/image16.png"/><Relationship Id="rId7" Type="http://schemas.openxmlformats.org/officeDocument/2006/relationships/image" Target="../media/image130.png"/><Relationship Id="rId8" Type="http://schemas.openxmlformats.org/officeDocument/2006/relationships/image" Target="../media/image18.png"/><Relationship Id="rId9" Type="http://schemas.openxmlformats.org/officeDocument/2006/relationships/image" Target="../media/image131.png"/><Relationship Id="rId10" Type="http://schemas.openxmlformats.org/officeDocument/2006/relationships/image" Target="../media/image132.png"/><Relationship Id="rId11" Type="http://schemas.openxmlformats.org/officeDocument/2006/relationships/image" Target="../media/image21.png"/><Relationship Id="rId12" Type="http://schemas.openxmlformats.org/officeDocument/2006/relationships/image" Target="../media/image133.png"/><Relationship Id="rId13" Type="http://schemas.openxmlformats.org/officeDocument/2006/relationships/image" Target="../media/image1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35.png"/><Relationship Id="rId4" Type="http://schemas.openxmlformats.org/officeDocument/2006/relationships/image" Target="../media/image136.png"/><Relationship Id="rId5" Type="http://schemas.openxmlformats.org/officeDocument/2006/relationships/image" Target="../media/image137.jpg"/><Relationship Id="rId6" Type="http://schemas.openxmlformats.org/officeDocument/2006/relationships/image" Target="../media/image28.png"/><Relationship Id="rId7" Type="http://schemas.openxmlformats.org/officeDocument/2006/relationships/image" Target="../media/image1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139.png"/><Relationship Id="rId4" Type="http://schemas.openxmlformats.org/officeDocument/2006/relationships/image" Target="../media/image136.png"/><Relationship Id="rId5" Type="http://schemas.openxmlformats.org/officeDocument/2006/relationships/image" Target="../media/image140.png"/><Relationship Id="rId6" Type="http://schemas.openxmlformats.org/officeDocument/2006/relationships/image" Target="../media/image32.png"/><Relationship Id="rId7" Type="http://schemas.openxmlformats.org/officeDocument/2006/relationships/image" Target="../media/image1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42.png"/><Relationship Id="rId4" Type="http://schemas.openxmlformats.org/officeDocument/2006/relationships/image" Target="../media/image136.png"/><Relationship Id="rId5" Type="http://schemas.openxmlformats.org/officeDocument/2006/relationships/image" Target="../media/image143.png"/><Relationship Id="rId6" Type="http://schemas.openxmlformats.org/officeDocument/2006/relationships/image" Target="../media/image32.png"/><Relationship Id="rId7" Type="http://schemas.openxmlformats.org/officeDocument/2006/relationships/image" Target="../media/image1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45.png"/><Relationship Id="rId4" Type="http://schemas.openxmlformats.org/officeDocument/2006/relationships/image" Target="../media/image136.png"/><Relationship Id="rId5" Type="http://schemas.openxmlformats.org/officeDocument/2006/relationships/image" Target="../media/image146.png"/><Relationship Id="rId6" Type="http://schemas.openxmlformats.org/officeDocument/2006/relationships/image" Target="../media/image32.png"/><Relationship Id="rId7" Type="http://schemas.openxmlformats.org/officeDocument/2006/relationships/image" Target="../media/image147.png"/><Relationship Id="rId8" Type="http://schemas.openxmlformats.org/officeDocument/2006/relationships/image" Target="../media/image1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149.png"/><Relationship Id="rId4" Type="http://schemas.openxmlformats.org/officeDocument/2006/relationships/image" Target="../media/image14.png"/><Relationship Id="rId5" Type="http://schemas.openxmlformats.org/officeDocument/2006/relationships/image" Target="../media/image150.png"/><Relationship Id="rId6" Type="http://schemas.openxmlformats.org/officeDocument/2006/relationships/image" Target="../media/image16.png"/><Relationship Id="rId7" Type="http://schemas.openxmlformats.org/officeDocument/2006/relationships/image" Target="../media/image151.png"/><Relationship Id="rId8" Type="http://schemas.openxmlformats.org/officeDocument/2006/relationships/image" Target="../media/image18.png"/><Relationship Id="rId9" Type="http://schemas.openxmlformats.org/officeDocument/2006/relationships/image" Target="../media/image152.png"/><Relationship Id="rId10" Type="http://schemas.openxmlformats.org/officeDocument/2006/relationships/image" Target="../media/image153.png"/><Relationship Id="rId11" Type="http://schemas.openxmlformats.org/officeDocument/2006/relationships/image" Target="../media/image21.png"/><Relationship Id="rId12" Type="http://schemas.openxmlformats.org/officeDocument/2006/relationships/image" Target="../media/image154.png"/><Relationship Id="rId13" Type="http://schemas.openxmlformats.org/officeDocument/2006/relationships/image" Target="../media/image15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56.png"/><Relationship Id="rId4" Type="http://schemas.openxmlformats.org/officeDocument/2006/relationships/image" Target="../media/image157.png"/><Relationship Id="rId5" Type="http://schemas.openxmlformats.org/officeDocument/2006/relationships/image" Target="../media/image158.jpg"/><Relationship Id="rId6" Type="http://schemas.openxmlformats.org/officeDocument/2006/relationships/image" Target="../media/image159.jpg"/><Relationship Id="rId7" Type="http://schemas.openxmlformats.org/officeDocument/2006/relationships/image" Target="../media/image28.png"/><Relationship Id="rId8" Type="http://schemas.openxmlformats.org/officeDocument/2006/relationships/image" Target="../media/image16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61.png"/><Relationship Id="rId4" Type="http://schemas.openxmlformats.org/officeDocument/2006/relationships/image" Target="../media/image157.png"/><Relationship Id="rId5" Type="http://schemas.openxmlformats.org/officeDocument/2006/relationships/image" Target="../media/image162.png"/><Relationship Id="rId6" Type="http://schemas.openxmlformats.org/officeDocument/2006/relationships/image" Target="../media/image32.png"/><Relationship Id="rId7" Type="http://schemas.openxmlformats.org/officeDocument/2006/relationships/image" Target="../media/image16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64.png"/><Relationship Id="rId4" Type="http://schemas.openxmlformats.org/officeDocument/2006/relationships/image" Target="../media/image157.png"/><Relationship Id="rId5" Type="http://schemas.openxmlformats.org/officeDocument/2006/relationships/image" Target="../media/image165.png"/><Relationship Id="rId6" Type="http://schemas.openxmlformats.org/officeDocument/2006/relationships/image" Target="../media/image32.png"/><Relationship Id="rId7" Type="http://schemas.openxmlformats.org/officeDocument/2006/relationships/image" Target="../media/image16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67.png"/><Relationship Id="rId4" Type="http://schemas.openxmlformats.org/officeDocument/2006/relationships/image" Target="../media/image157.png"/><Relationship Id="rId5" Type="http://schemas.openxmlformats.org/officeDocument/2006/relationships/image" Target="../media/image168.png"/><Relationship Id="rId6" Type="http://schemas.openxmlformats.org/officeDocument/2006/relationships/image" Target="../media/image32.png"/><Relationship Id="rId7" Type="http://schemas.openxmlformats.org/officeDocument/2006/relationships/image" Target="../media/image16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70.png"/><Relationship Id="rId4" Type="http://schemas.openxmlformats.org/officeDocument/2006/relationships/image" Target="../media/image14.png"/><Relationship Id="rId5" Type="http://schemas.openxmlformats.org/officeDocument/2006/relationships/image" Target="../media/image171.png"/><Relationship Id="rId6" Type="http://schemas.openxmlformats.org/officeDocument/2006/relationships/image" Target="../media/image16.png"/><Relationship Id="rId7" Type="http://schemas.openxmlformats.org/officeDocument/2006/relationships/image" Target="../media/image172.png"/><Relationship Id="rId8" Type="http://schemas.openxmlformats.org/officeDocument/2006/relationships/image" Target="../media/image18.png"/><Relationship Id="rId9" Type="http://schemas.openxmlformats.org/officeDocument/2006/relationships/image" Target="../media/image173.png"/><Relationship Id="rId10" Type="http://schemas.openxmlformats.org/officeDocument/2006/relationships/image" Target="../media/image174.png"/><Relationship Id="rId11" Type="http://schemas.openxmlformats.org/officeDocument/2006/relationships/image" Target="../media/image21.png"/><Relationship Id="rId12" Type="http://schemas.openxmlformats.org/officeDocument/2006/relationships/image" Target="../media/image175.png"/><Relationship Id="rId13" Type="http://schemas.openxmlformats.org/officeDocument/2006/relationships/image" Target="../media/image17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77.png"/><Relationship Id="rId4" Type="http://schemas.openxmlformats.org/officeDocument/2006/relationships/image" Target="../media/image178.png"/><Relationship Id="rId5" Type="http://schemas.openxmlformats.org/officeDocument/2006/relationships/image" Target="../media/image179.jpg"/><Relationship Id="rId6" Type="http://schemas.openxmlformats.org/officeDocument/2006/relationships/image" Target="../media/image28.png"/><Relationship Id="rId7" Type="http://schemas.openxmlformats.org/officeDocument/2006/relationships/image" Target="../media/image18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81.png"/><Relationship Id="rId4" Type="http://schemas.openxmlformats.org/officeDocument/2006/relationships/image" Target="../media/image178.png"/><Relationship Id="rId5" Type="http://schemas.openxmlformats.org/officeDocument/2006/relationships/image" Target="../media/image182.png"/><Relationship Id="rId6" Type="http://schemas.openxmlformats.org/officeDocument/2006/relationships/image" Target="../media/image32.png"/><Relationship Id="rId7" Type="http://schemas.openxmlformats.org/officeDocument/2006/relationships/image" Target="../media/image18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84.png"/><Relationship Id="rId4" Type="http://schemas.openxmlformats.org/officeDocument/2006/relationships/image" Target="../media/image178.png"/><Relationship Id="rId5" Type="http://schemas.openxmlformats.org/officeDocument/2006/relationships/image" Target="../media/image185.png"/><Relationship Id="rId6" Type="http://schemas.openxmlformats.org/officeDocument/2006/relationships/image" Target="../media/image32.png"/><Relationship Id="rId7" Type="http://schemas.openxmlformats.org/officeDocument/2006/relationships/image" Target="../media/image147.png"/><Relationship Id="rId8" Type="http://schemas.openxmlformats.org/officeDocument/2006/relationships/image" Target="../media/image18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187.png"/><Relationship Id="rId4" Type="http://schemas.openxmlformats.org/officeDocument/2006/relationships/image" Target="../media/image178.png"/><Relationship Id="rId5" Type="http://schemas.openxmlformats.org/officeDocument/2006/relationships/image" Target="../media/image188.png"/><Relationship Id="rId6" Type="http://schemas.openxmlformats.org/officeDocument/2006/relationships/image" Target="../media/image32.png"/><Relationship Id="rId7" Type="http://schemas.openxmlformats.org/officeDocument/2006/relationships/image" Target="../media/image18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190.png"/><Relationship Id="rId4" Type="http://schemas.openxmlformats.org/officeDocument/2006/relationships/image" Target="../media/image191.png"/><Relationship Id="rId5" Type="http://schemas.openxmlformats.org/officeDocument/2006/relationships/image" Target="../media/image192.png"/><Relationship Id="rId6" Type="http://schemas.openxmlformats.org/officeDocument/2006/relationships/image" Target="../media/image193.png"/><Relationship Id="rId7" Type="http://schemas.openxmlformats.org/officeDocument/2006/relationships/image" Target="../media/image194.png"/><Relationship Id="rId8" Type="http://schemas.openxmlformats.org/officeDocument/2006/relationships/image" Target="../media/image195.png"/><Relationship Id="rId9" Type="http://schemas.openxmlformats.org/officeDocument/2006/relationships/image" Target="../media/image196.png"/><Relationship Id="rId10" Type="http://schemas.openxmlformats.org/officeDocument/2006/relationships/image" Target="../media/image197.png"/><Relationship Id="rId11" Type="http://schemas.openxmlformats.org/officeDocument/2006/relationships/image" Target="../media/image198.png"/><Relationship Id="rId12" Type="http://schemas.openxmlformats.org/officeDocument/2006/relationships/image" Target="../media/image199.png"/><Relationship Id="rId13" Type="http://schemas.openxmlformats.org/officeDocument/2006/relationships/image" Target="../media/image200.png"/><Relationship Id="rId14" Type="http://schemas.openxmlformats.org/officeDocument/2006/relationships/image" Target="../media/image201.png"/><Relationship Id="rId15" Type="http://schemas.openxmlformats.org/officeDocument/2006/relationships/image" Target="../media/image202.png"/><Relationship Id="rId16" Type="http://schemas.openxmlformats.org/officeDocument/2006/relationships/image" Target="../media/image203.png"/><Relationship Id="rId17" Type="http://schemas.openxmlformats.org/officeDocument/2006/relationships/image" Target="../media/image204.png"/><Relationship Id="rId18" Type="http://schemas.openxmlformats.org/officeDocument/2006/relationships/image" Target="../media/image205.png"/><Relationship Id="rId19" Type="http://schemas.openxmlformats.org/officeDocument/2006/relationships/image" Target="../media/image206.png"/><Relationship Id="rId20" Type="http://schemas.openxmlformats.org/officeDocument/2006/relationships/image" Target="../media/image20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93b0c4b6d262.png"/>
          <p:cNvPicPr>
            <a:picLocks noChangeAspect="1"/>
          </p:cNvPicPr>
          <p:nvPr/>
        </p:nvPicPr>
        <p:blipFill>
          <a:blip r:embed="rId2"/>
          <a:stretch>
            <a:fillRect/>
          </a:stretch>
        </p:blipFill>
        <p:spPr>
          <a:xfrm>
            <a:off x="822960" y="2103120"/>
            <a:ext cx="6670963" cy="989214"/>
          </a:xfrm>
          <a:prstGeom prst="rect">
            <a:avLst/>
          </a:prstGeom>
        </p:spPr>
      </p:pic>
      <p:pic>
        <p:nvPicPr>
          <p:cNvPr id="4" name="Picture 3" descr="ac762ac39040.png"/>
          <p:cNvPicPr>
            <a:picLocks noChangeAspect="1"/>
          </p:cNvPicPr>
          <p:nvPr/>
        </p:nvPicPr>
        <p:blipFill>
          <a:blip r:embed="rId3"/>
          <a:stretch>
            <a:fillRect/>
          </a:stretch>
        </p:blipFill>
        <p:spPr>
          <a:xfrm>
            <a:off x="822960" y="3429000"/>
            <a:ext cx="8678487" cy="469669"/>
          </a:xfrm>
          <a:prstGeom prst="rect">
            <a:avLst/>
          </a:prstGeom>
        </p:spPr>
      </p:pic>
      <p:pic>
        <p:nvPicPr>
          <p:cNvPr id="5" name="Picture 4" descr="cd0482da5855.png"/>
          <p:cNvPicPr>
            <a:picLocks noChangeAspect="1"/>
          </p:cNvPicPr>
          <p:nvPr/>
        </p:nvPicPr>
        <p:blipFill>
          <a:blip r:embed="rId4"/>
          <a:stretch>
            <a:fillRect/>
          </a:stretch>
        </p:blipFill>
        <p:spPr>
          <a:xfrm>
            <a:off x="822960" y="4218709"/>
            <a:ext cx="5045825" cy="3657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4d9d9a30b47c.png"/>
          <p:cNvPicPr>
            <a:picLocks noChangeAspect="1"/>
          </p:cNvPicPr>
          <p:nvPr/>
        </p:nvPicPr>
        <p:blipFill>
          <a:blip r:embed="rId2"/>
          <a:stretch>
            <a:fillRect/>
          </a:stretch>
        </p:blipFill>
        <p:spPr>
          <a:xfrm>
            <a:off x="320040" y="27432"/>
            <a:ext cx="1512916" cy="561109"/>
          </a:xfrm>
          <a:prstGeom prst="rect">
            <a:avLst/>
          </a:prstGeom>
        </p:spPr>
      </p:pic>
      <p:sp>
        <p:nvSpPr>
          <p:cNvPr id="5" name="Rectangle 4"/>
          <p:cNvSpPr/>
          <p:nvPr/>
        </p:nvSpPr>
        <p:spPr>
          <a:xfrm>
            <a:off x="365760" y="960120"/>
            <a:ext cx="11457432" cy="5669280"/>
          </a:xfrm>
          <a:prstGeom prst="rect">
            <a:avLst/>
          </a:prstGeom>
          <a:solidFill>
            <a:srgbClr val="FDFBF3"/>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bb471ecf4f72.png"/>
          <p:cNvPicPr>
            <a:picLocks noChangeAspect="1"/>
          </p:cNvPicPr>
          <p:nvPr/>
        </p:nvPicPr>
        <p:blipFill>
          <a:blip r:embed="rId3"/>
          <a:stretch>
            <a:fillRect/>
          </a:stretch>
        </p:blipFill>
        <p:spPr>
          <a:xfrm>
            <a:off x="731520" y="1143000"/>
            <a:ext cx="2044930" cy="407323"/>
          </a:xfrm>
          <a:prstGeom prst="rect">
            <a:avLst/>
          </a:prstGeom>
        </p:spPr>
      </p:pic>
      <p:pic>
        <p:nvPicPr>
          <p:cNvPr id="7" name="Picture 6" descr="db7568866904.png"/>
          <p:cNvPicPr>
            <a:picLocks noChangeAspect="1"/>
          </p:cNvPicPr>
          <p:nvPr/>
        </p:nvPicPr>
        <p:blipFill>
          <a:blip r:embed="rId4"/>
          <a:stretch>
            <a:fillRect/>
          </a:stretch>
        </p:blipFill>
        <p:spPr>
          <a:xfrm>
            <a:off x="731520" y="1632619"/>
            <a:ext cx="2431472" cy="407323"/>
          </a:xfrm>
          <a:prstGeom prst="rect">
            <a:avLst/>
          </a:prstGeom>
        </p:spPr>
      </p:pic>
      <p:pic>
        <p:nvPicPr>
          <p:cNvPr id="8" name="Picture 7" descr="042ccabfffe1.png"/>
          <p:cNvPicPr>
            <a:picLocks noChangeAspect="1"/>
          </p:cNvPicPr>
          <p:nvPr/>
        </p:nvPicPr>
        <p:blipFill>
          <a:blip r:embed="rId5"/>
          <a:stretch>
            <a:fillRect/>
          </a:stretch>
        </p:blipFill>
        <p:spPr>
          <a:xfrm>
            <a:off x="731520" y="2122239"/>
            <a:ext cx="2377440" cy="407323"/>
          </a:xfrm>
          <a:prstGeom prst="rect">
            <a:avLst/>
          </a:prstGeom>
        </p:spPr>
      </p:pic>
      <p:pic>
        <p:nvPicPr>
          <p:cNvPr id="9" name="Picture 8" descr="375075017d4e.png"/>
          <p:cNvPicPr>
            <a:picLocks noChangeAspect="1"/>
          </p:cNvPicPr>
          <p:nvPr/>
        </p:nvPicPr>
        <p:blipFill>
          <a:blip r:embed="rId6"/>
          <a:stretch>
            <a:fillRect/>
          </a:stretch>
        </p:blipFill>
        <p:spPr>
          <a:xfrm>
            <a:off x="731520" y="2611858"/>
            <a:ext cx="1654232" cy="407323"/>
          </a:xfrm>
          <a:prstGeom prst="rect">
            <a:avLst/>
          </a:prstGeom>
        </p:spPr>
      </p:pic>
      <p:pic>
        <p:nvPicPr>
          <p:cNvPr id="10" name="Picture 9" descr="7fe71ba6c1c0.png"/>
          <p:cNvPicPr>
            <a:picLocks noChangeAspect="1"/>
          </p:cNvPicPr>
          <p:nvPr/>
        </p:nvPicPr>
        <p:blipFill>
          <a:blip r:embed="rId7"/>
          <a:stretch>
            <a:fillRect/>
          </a:stretch>
        </p:blipFill>
        <p:spPr>
          <a:xfrm>
            <a:off x="731520" y="3101478"/>
            <a:ext cx="1346661" cy="407323"/>
          </a:xfrm>
          <a:prstGeom prst="rect">
            <a:avLst/>
          </a:prstGeom>
        </p:spPr>
      </p:pic>
      <p:pic>
        <p:nvPicPr>
          <p:cNvPr id="11" name="Picture 10" descr="815a0c84c133.png"/>
          <p:cNvPicPr>
            <a:picLocks noChangeAspect="1"/>
          </p:cNvPicPr>
          <p:nvPr/>
        </p:nvPicPr>
        <p:blipFill>
          <a:blip r:embed="rId8"/>
          <a:stretch>
            <a:fillRect/>
          </a:stretch>
        </p:blipFill>
        <p:spPr>
          <a:xfrm>
            <a:off x="731520" y="3591098"/>
            <a:ext cx="1093123" cy="407323"/>
          </a:xfrm>
          <a:prstGeom prst="rect">
            <a:avLst/>
          </a:prstGeom>
        </p:spPr>
      </p:pic>
      <p:pic>
        <p:nvPicPr>
          <p:cNvPr id="12" name="Picture 11" descr="7c028b32dc4f.png"/>
          <p:cNvPicPr>
            <a:picLocks noChangeAspect="1"/>
          </p:cNvPicPr>
          <p:nvPr/>
        </p:nvPicPr>
        <p:blipFill>
          <a:blip r:embed="rId9"/>
          <a:stretch>
            <a:fillRect/>
          </a:stretch>
        </p:blipFill>
        <p:spPr>
          <a:xfrm>
            <a:off x="731520" y="4080717"/>
            <a:ext cx="1330036" cy="407323"/>
          </a:xfrm>
          <a:prstGeom prst="rect">
            <a:avLst/>
          </a:prstGeom>
        </p:spPr>
      </p:pic>
      <p:pic>
        <p:nvPicPr>
          <p:cNvPr id="13" name="Picture 12" descr="d26f0fd53621.png"/>
          <p:cNvPicPr>
            <a:picLocks noChangeAspect="1"/>
          </p:cNvPicPr>
          <p:nvPr/>
        </p:nvPicPr>
        <p:blipFill>
          <a:blip r:embed="rId10"/>
          <a:stretch>
            <a:fillRect/>
          </a:stretch>
        </p:blipFill>
        <p:spPr>
          <a:xfrm>
            <a:off x="731520" y="4570337"/>
            <a:ext cx="1749829" cy="407323"/>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e8d0e1733e84.png"/>
          <p:cNvPicPr>
            <a:picLocks noChangeAspect="1"/>
          </p:cNvPicPr>
          <p:nvPr/>
        </p:nvPicPr>
        <p:blipFill>
          <a:blip r:embed="rId3"/>
          <a:stretch>
            <a:fillRect/>
          </a:stretch>
        </p:blipFill>
        <p:spPr>
          <a:xfrm>
            <a:off x="320040" y="27432"/>
            <a:ext cx="2888672" cy="561109"/>
          </a:xfrm>
          <a:prstGeom prst="rect">
            <a:avLst/>
          </a:prstGeom>
        </p:spPr>
      </p:pic>
      <p:sp>
        <p:nvSpPr>
          <p:cNvPr id="5" name="Rectangle 4"/>
          <p:cNvSpPr/>
          <p:nvPr/>
        </p:nvSpPr>
        <p:spPr>
          <a:xfrm>
            <a:off x="365760" y="914400"/>
            <a:ext cx="5943600" cy="5760720"/>
          </a:xfrm>
          <a:prstGeom prst="rect">
            <a:avLst/>
          </a:prstGeom>
          <a:solidFill>
            <a:srgbClr val="FDFBF3"/>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e704cffe3f8d.png"/>
          <p:cNvPicPr>
            <a:picLocks noChangeAspect="1"/>
          </p:cNvPicPr>
          <p:nvPr/>
        </p:nvPicPr>
        <p:blipFill>
          <a:blip r:embed="rId4"/>
          <a:stretch>
            <a:fillRect/>
          </a:stretch>
        </p:blipFill>
        <p:spPr>
          <a:xfrm>
            <a:off x="566928" y="1024128"/>
            <a:ext cx="773083" cy="440574"/>
          </a:xfrm>
          <a:prstGeom prst="rect">
            <a:avLst/>
          </a:prstGeom>
        </p:spPr>
      </p:pic>
      <p:pic>
        <p:nvPicPr>
          <p:cNvPr id="7" name="Picture 6" descr="c15d7ace5fa4.png"/>
          <p:cNvPicPr>
            <a:picLocks noChangeAspect="1"/>
          </p:cNvPicPr>
          <p:nvPr/>
        </p:nvPicPr>
        <p:blipFill>
          <a:blip r:embed="rId5"/>
          <a:stretch>
            <a:fillRect/>
          </a:stretch>
        </p:blipFill>
        <p:spPr>
          <a:xfrm>
            <a:off x="731520" y="1537854"/>
            <a:ext cx="5241174" cy="1346661"/>
          </a:xfrm>
          <a:prstGeom prst="rect">
            <a:avLst/>
          </a:prstGeom>
        </p:spPr>
      </p:pic>
      <p:pic>
        <p:nvPicPr>
          <p:cNvPr id="8" name="Picture 7" descr="619721d83829.png"/>
          <p:cNvPicPr>
            <a:picLocks noChangeAspect="1"/>
          </p:cNvPicPr>
          <p:nvPr/>
        </p:nvPicPr>
        <p:blipFill>
          <a:blip r:embed="rId6"/>
          <a:stretch>
            <a:fillRect/>
          </a:stretch>
        </p:blipFill>
        <p:spPr>
          <a:xfrm>
            <a:off x="566928" y="3158836"/>
            <a:ext cx="3445625" cy="440574"/>
          </a:xfrm>
          <a:prstGeom prst="rect">
            <a:avLst/>
          </a:prstGeom>
        </p:spPr>
      </p:pic>
      <p:pic>
        <p:nvPicPr>
          <p:cNvPr id="9" name="Picture 8" descr="b7c20922c83d.png"/>
          <p:cNvPicPr>
            <a:picLocks noChangeAspect="1"/>
          </p:cNvPicPr>
          <p:nvPr/>
        </p:nvPicPr>
        <p:blipFill>
          <a:blip r:embed="rId7"/>
          <a:stretch>
            <a:fillRect/>
          </a:stretch>
        </p:blipFill>
        <p:spPr>
          <a:xfrm>
            <a:off x="731520" y="3672562"/>
            <a:ext cx="5124796" cy="714894"/>
          </a:xfrm>
          <a:prstGeom prst="rect">
            <a:avLst/>
          </a:prstGeom>
        </p:spPr>
      </p:pic>
      <p:pic>
        <p:nvPicPr>
          <p:cNvPr id="10" name="Picture 9" descr="41b2014022d2.png"/>
          <p:cNvPicPr>
            <a:picLocks noChangeAspect="1"/>
          </p:cNvPicPr>
          <p:nvPr/>
        </p:nvPicPr>
        <p:blipFill>
          <a:blip r:embed="rId8"/>
          <a:stretch>
            <a:fillRect/>
          </a:stretch>
        </p:blipFill>
        <p:spPr>
          <a:xfrm>
            <a:off x="566928" y="4661777"/>
            <a:ext cx="951807" cy="440574"/>
          </a:xfrm>
          <a:prstGeom prst="rect">
            <a:avLst/>
          </a:prstGeom>
        </p:spPr>
      </p:pic>
      <p:pic>
        <p:nvPicPr>
          <p:cNvPr id="11" name="Picture 10" descr="d9a80b3de816.png"/>
          <p:cNvPicPr>
            <a:picLocks noChangeAspect="1"/>
          </p:cNvPicPr>
          <p:nvPr/>
        </p:nvPicPr>
        <p:blipFill>
          <a:blip r:embed="rId9"/>
          <a:stretch>
            <a:fillRect/>
          </a:stretch>
        </p:blipFill>
        <p:spPr>
          <a:xfrm>
            <a:off x="731520" y="5175504"/>
            <a:ext cx="4655127" cy="399010"/>
          </a:xfrm>
          <a:prstGeom prst="rect">
            <a:avLst/>
          </a:prstGeom>
        </p:spPr>
      </p:pic>
      <p:sp>
        <p:nvSpPr>
          <p:cNvPr id="12" name="Rectangle 11"/>
          <p:cNvSpPr/>
          <p:nvPr/>
        </p:nvSpPr>
        <p:spPr>
          <a:xfrm>
            <a:off x="6583680" y="914400"/>
            <a:ext cx="5303520" cy="3749039"/>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dia_aandeel.png"/>
          <p:cNvPicPr>
            <a:picLocks noChangeAspect="1"/>
          </p:cNvPicPr>
          <p:nvPr/>
        </p:nvPicPr>
        <p:blipFill>
          <a:blip r:embed="rId10"/>
          <a:stretch>
            <a:fillRect/>
          </a:stretch>
        </p:blipFill>
        <p:spPr>
          <a:xfrm>
            <a:off x="7048246" y="982980"/>
            <a:ext cx="4374388" cy="3611880"/>
          </a:xfrm>
          <a:prstGeom prst="rect">
            <a:avLst/>
          </a:prstGeom>
        </p:spPr>
      </p:pic>
      <p:sp>
        <p:nvSpPr>
          <p:cNvPr id="14" name="Rectangle 13"/>
          <p:cNvSpPr/>
          <p:nvPr/>
        </p:nvSpPr>
        <p:spPr>
          <a:xfrm>
            <a:off x="6583680" y="4754880"/>
            <a:ext cx="5303520" cy="1920240"/>
          </a:xfrm>
          <a:prstGeom prst="rect">
            <a:avLst/>
          </a:prstGeom>
          <a:solidFill>
            <a:srgbClr val="FFF4C9"/>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34baa53f9d86.png"/>
          <p:cNvPicPr>
            <a:picLocks noChangeAspect="1"/>
          </p:cNvPicPr>
          <p:nvPr/>
        </p:nvPicPr>
        <p:blipFill>
          <a:blip r:embed="rId11"/>
          <a:stretch>
            <a:fillRect/>
          </a:stretch>
        </p:blipFill>
        <p:spPr>
          <a:xfrm>
            <a:off x="6766560" y="4818888"/>
            <a:ext cx="2078181" cy="378229"/>
          </a:xfrm>
          <a:prstGeom prst="rect">
            <a:avLst/>
          </a:prstGeom>
        </p:spPr>
      </p:pic>
      <p:pic>
        <p:nvPicPr>
          <p:cNvPr id="16" name="Picture 15" descr="b225d8312f57.png"/>
          <p:cNvPicPr>
            <a:picLocks noChangeAspect="1"/>
          </p:cNvPicPr>
          <p:nvPr/>
        </p:nvPicPr>
        <p:blipFill>
          <a:blip r:embed="rId12"/>
          <a:stretch>
            <a:fillRect/>
          </a:stretch>
        </p:blipFill>
        <p:spPr>
          <a:xfrm>
            <a:off x="6812280" y="5215405"/>
            <a:ext cx="2668385" cy="303414"/>
          </a:xfrm>
          <a:prstGeom prst="rect">
            <a:avLst/>
          </a:prstGeom>
        </p:spPr>
      </p:pic>
      <p:pic>
        <p:nvPicPr>
          <p:cNvPr id="17" name="Picture 16" descr="70c287e7cba0.png"/>
          <p:cNvPicPr>
            <a:picLocks noChangeAspect="1"/>
          </p:cNvPicPr>
          <p:nvPr/>
        </p:nvPicPr>
        <p:blipFill>
          <a:blip r:embed="rId13"/>
          <a:stretch>
            <a:fillRect/>
          </a:stretch>
        </p:blipFill>
        <p:spPr>
          <a:xfrm>
            <a:off x="6812280" y="5546251"/>
            <a:ext cx="2759825" cy="303414"/>
          </a:xfrm>
          <a:prstGeom prst="rect">
            <a:avLst/>
          </a:prstGeom>
        </p:spPr>
      </p:pic>
      <p:pic>
        <p:nvPicPr>
          <p:cNvPr id="18" name="Picture 17" descr="d2bc18f75ab5.png"/>
          <p:cNvPicPr>
            <a:picLocks noChangeAspect="1"/>
          </p:cNvPicPr>
          <p:nvPr/>
        </p:nvPicPr>
        <p:blipFill>
          <a:blip r:embed="rId14"/>
          <a:stretch>
            <a:fillRect/>
          </a:stretch>
        </p:blipFill>
        <p:spPr>
          <a:xfrm>
            <a:off x="6812280" y="5877098"/>
            <a:ext cx="3919450" cy="30341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64837d03e6d0.png"/>
          <p:cNvPicPr>
            <a:picLocks noChangeAspect="1"/>
          </p:cNvPicPr>
          <p:nvPr/>
        </p:nvPicPr>
        <p:blipFill>
          <a:blip r:embed="rId3"/>
          <a:stretch>
            <a:fillRect/>
          </a:stretch>
        </p:blipFill>
        <p:spPr>
          <a:xfrm>
            <a:off x="320040" y="27432"/>
            <a:ext cx="3591098" cy="561109"/>
          </a:xfrm>
          <a:prstGeom prst="rect">
            <a:avLst/>
          </a:prstGeom>
        </p:spPr>
      </p:pic>
      <p:pic>
        <p:nvPicPr>
          <p:cNvPr id="5" name="Picture 4" descr="370479e85d1b.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A.jpg"/>
          <p:cNvPicPr>
            <a:picLocks noChangeAspect="1"/>
          </p:cNvPicPr>
          <p:nvPr/>
        </p:nvPicPr>
        <p:blipFill>
          <a:blip r:embed="rId5"/>
          <a:stretch>
            <a:fillRect/>
          </a:stretch>
        </p:blipFill>
        <p:spPr>
          <a:xfrm>
            <a:off x="384048" y="1481784"/>
            <a:ext cx="5769864" cy="4150463"/>
          </a:xfrm>
          <a:prstGeom prst="rect">
            <a:avLst/>
          </a:prstGeom>
        </p:spPr>
      </p:pic>
      <p:sp>
        <p:nvSpPr>
          <p:cNvPr id="8" name="Rectangle 7"/>
          <p:cNvSpPr/>
          <p:nvPr/>
        </p:nvSpPr>
        <p:spPr>
          <a:xfrm>
            <a:off x="365760" y="6263640"/>
            <a:ext cx="1490472"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a4b5001e8622.png"/>
          <p:cNvPicPr>
            <a:picLocks noChangeAspect="1"/>
          </p:cNvPicPr>
          <p:nvPr/>
        </p:nvPicPr>
        <p:blipFill>
          <a:blip r:embed="rId6"/>
          <a:stretch>
            <a:fillRect/>
          </a:stretch>
        </p:blipFill>
        <p:spPr>
          <a:xfrm>
            <a:off x="493776" y="6272783"/>
            <a:ext cx="1234440" cy="257694"/>
          </a:xfrm>
          <a:prstGeom prst="rect">
            <a:avLst/>
          </a:prstGeom>
        </p:spPr>
      </p:pic>
      <p:pic>
        <p:nvPicPr>
          <p:cNvPr id="10" name="Picture 9" descr="c8653cd22732.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18ea20d30ce7.png"/>
          <p:cNvPicPr>
            <a:picLocks noChangeAspect="1"/>
          </p:cNvPicPr>
          <p:nvPr/>
        </p:nvPicPr>
        <p:blipFill>
          <a:blip r:embed="rId3"/>
          <a:stretch>
            <a:fillRect/>
          </a:stretch>
        </p:blipFill>
        <p:spPr>
          <a:xfrm>
            <a:off x="320040" y="27432"/>
            <a:ext cx="2685010" cy="561109"/>
          </a:xfrm>
          <a:prstGeom prst="rect">
            <a:avLst/>
          </a:prstGeom>
        </p:spPr>
      </p:pic>
      <p:pic>
        <p:nvPicPr>
          <p:cNvPr id="5" name="Picture 4" descr="370479e85d1b.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09608e2d63e1.png"/>
          <p:cNvPicPr>
            <a:picLocks noChangeAspect="1"/>
          </p:cNvPicPr>
          <p:nvPr/>
        </p:nvPicPr>
        <p:blipFill>
          <a:blip r:embed="rId5"/>
          <a:stretch>
            <a:fillRect/>
          </a:stretch>
        </p:blipFill>
        <p:spPr>
          <a:xfrm>
            <a:off x="384048" y="2181573"/>
            <a:ext cx="5769864" cy="2750884"/>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a289c03e7d08.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39d0442c7b65.png"/>
          <p:cNvPicPr>
            <a:picLocks noChangeAspect="1"/>
          </p:cNvPicPr>
          <p:nvPr/>
        </p:nvPicPr>
        <p:blipFill>
          <a:blip r:embed="rId3"/>
          <a:stretch>
            <a:fillRect/>
          </a:stretch>
        </p:blipFill>
        <p:spPr>
          <a:xfrm>
            <a:off x="320040" y="27432"/>
            <a:ext cx="2685010" cy="561109"/>
          </a:xfrm>
          <a:prstGeom prst="rect">
            <a:avLst/>
          </a:prstGeom>
        </p:spPr>
      </p:pic>
      <p:pic>
        <p:nvPicPr>
          <p:cNvPr id="5" name="Picture 4" descr="370479e85d1b.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cc39b5a97b8a.png"/>
          <p:cNvPicPr>
            <a:picLocks noChangeAspect="1"/>
          </p:cNvPicPr>
          <p:nvPr/>
        </p:nvPicPr>
        <p:blipFill>
          <a:blip r:embed="rId5"/>
          <a:stretch>
            <a:fillRect/>
          </a:stretch>
        </p:blipFill>
        <p:spPr>
          <a:xfrm>
            <a:off x="384048" y="2181573"/>
            <a:ext cx="5769864" cy="2750884"/>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0769f561ca19.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c20531185959.png"/>
          <p:cNvPicPr>
            <a:picLocks noChangeAspect="1"/>
          </p:cNvPicPr>
          <p:nvPr/>
        </p:nvPicPr>
        <p:blipFill>
          <a:blip r:embed="rId3"/>
          <a:stretch>
            <a:fillRect/>
          </a:stretch>
        </p:blipFill>
        <p:spPr>
          <a:xfrm>
            <a:off x="320040" y="27432"/>
            <a:ext cx="2655916" cy="561109"/>
          </a:xfrm>
          <a:prstGeom prst="rect">
            <a:avLst/>
          </a:prstGeom>
        </p:spPr>
      </p:pic>
      <p:pic>
        <p:nvPicPr>
          <p:cNvPr id="5" name="Picture 4" descr="370479e85d1b.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55134f330e64.png"/>
          <p:cNvPicPr>
            <a:picLocks noChangeAspect="1"/>
          </p:cNvPicPr>
          <p:nvPr/>
        </p:nvPicPr>
        <p:blipFill>
          <a:blip r:embed="rId5"/>
          <a:stretch>
            <a:fillRect/>
          </a:stretch>
        </p:blipFill>
        <p:spPr>
          <a:xfrm>
            <a:off x="384048" y="2455496"/>
            <a:ext cx="5769864" cy="2203038"/>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b7e6ed567a67.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17912c87ebb6.png"/>
          <p:cNvPicPr>
            <a:picLocks noChangeAspect="1"/>
          </p:cNvPicPr>
          <p:nvPr/>
        </p:nvPicPr>
        <p:blipFill>
          <a:blip r:embed="rId3"/>
          <a:stretch>
            <a:fillRect/>
          </a:stretch>
        </p:blipFill>
        <p:spPr>
          <a:xfrm>
            <a:off x="320040" y="27432"/>
            <a:ext cx="3441469" cy="561109"/>
          </a:xfrm>
          <a:prstGeom prst="rect">
            <a:avLst/>
          </a:prstGeom>
        </p:spPr>
      </p:pic>
      <p:sp>
        <p:nvSpPr>
          <p:cNvPr id="5" name="Rectangle 4"/>
          <p:cNvSpPr/>
          <p:nvPr/>
        </p:nvSpPr>
        <p:spPr>
          <a:xfrm>
            <a:off x="365760" y="914400"/>
            <a:ext cx="5943600" cy="5760720"/>
          </a:xfrm>
          <a:prstGeom prst="rect">
            <a:avLst/>
          </a:prstGeom>
          <a:solidFill>
            <a:srgbClr val="FDFBF3"/>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e704cffe3f8d.png"/>
          <p:cNvPicPr>
            <a:picLocks noChangeAspect="1"/>
          </p:cNvPicPr>
          <p:nvPr/>
        </p:nvPicPr>
        <p:blipFill>
          <a:blip r:embed="rId4"/>
          <a:stretch>
            <a:fillRect/>
          </a:stretch>
        </p:blipFill>
        <p:spPr>
          <a:xfrm>
            <a:off x="566928" y="1024128"/>
            <a:ext cx="773083" cy="440574"/>
          </a:xfrm>
          <a:prstGeom prst="rect">
            <a:avLst/>
          </a:prstGeom>
        </p:spPr>
      </p:pic>
      <p:pic>
        <p:nvPicPr>
          <p:cNvPr id="7" name="Picture 6" descr="c81eaf81ccaa.png"/>
          <p:cNvPicPr>
            <a:picLocks noChangeAspect="1"/>
          </p:cNvPicPr>
          <p:nvPr/>
        </p:nvPicPr>
        <p:blipFill>
          <a:blip r:embed="rId5"/>
          <a:stretch>
            <a:fillRect/>
          </a:stretch>
        </p:blipFill>
        <p:spPr>
          <a:xfrm>
            <a:off x="731520" y="1537854"/>
            <a:ext cx="5286894" cy="1346661"/>
          </a:xfrm>
          <a:prstGeom prst="rect">
            <a:avLst/>
          </a:prstGeom>
        </p:spPr>
      </p:pic>
      <p:pic>
        <p:nvPicPr>
          <p:cNvPr id="8" name="Picture 7" descr="619721d83829.png"/>
          <p:cNvPicPr>
            <a:picLocks noChangeAspect="1"/>
          </p:cNvPicPr>
          <p:nvPr/>
        </p:nvPicPr>
        <p:blipFill>
          <a:blip r:embed="rId6"/>
          <a:stretch>
            <a:fillRect/>
          </a:stretch>
        </p:blipFill>
        <p:spPr>
          <a:xfrm>
            <a:off x="566928" y="3158836"/>
            <a:ext cx="3445625" cy="440574"/>
          </a:xfrm>
          <a:prstGeom prst="rect">
            <a:avLst/>
          </a:prstGeom>
        </p:spPr>
      </p:pic>
      <p:pic>
        <p:nvPicPr>
          <p:cNvPr id="9" name="Picture 8" descr="b517538fa49a.png"/>
          <p:cNvPicPr>
            <a:picLocks noChangeAspect="1"/>
          </p:cNvPicPr>
          <p:nvPr/>
        </p:nvPicPr>
        <p:blipFill>
          <a:blip r:embed="rId7"/>
          <a:stretch>
            <a:fillRect/>
          </a:stretch>
        </p:blipFill>
        <p:spPr>
          <a:xfrm>
            <a:off x="731520" y="3672562"/>
            <a:ext cx="5394960" cy="1030778"/>
          </a:xfrm>
          <a:prstGeom prst="rect">
            <a:avLst/>
          </a:prstGeom>
        </p:spPr>
      </p:pic>
      <p:pic>
        <p:nvPicPr>
          <p:cNvPr id="10" name="Picture 9" descr="41b2014022d2.png"/>
          <p:cNvPicPr>
            <a:picLocks noChangeAspect="1"/>
          </p:cNvPicPr>
          <p:nvPr/>
        </p:nvPicPr>
        <p:blipFill>
          <a:blip r:embed="rId8"/>
          <a:stretch>
            <a:fillRect/>
          </a:stretch>
        </p:blipFill>
        <p:spPr>
          <a:xfrm>
            <a:off x="566928" y="4977661"/>
            <a:ext cx="951807" cy="440574"/>
          </a:xfrm>
          <a:prstGeom prst="rect">
            <a:avLst/>
          </a:prstGeom>
        </p:spPr>
      </p:pic>
      <p:pic>
        <p:nvPicPr>
          <p:cNvPr id="11" name="Picture 10" descr="9a823ce20be0.png"/>
          <p:cNvPicPr>
            <a:picLocks noChangeAspect="1"/>
          </p:cNvPicPr>
          <p:nvPr/>
        </p:nvPicPr>
        <p:blipFill>
          <a:blip r:embed="rId9"/>
          <a:stretch>
            <a:fillRect/>
          </a:stretch>
        </p:blipFill>
        <p:spPr>
          <a:xfrm>
            <a:off x="731520" y="5491387"/>
            <a:ext cx="2855421" cy="399010"/>
          </a:xfrm>
          <a:prstGeom prst="rect">
            <a:avLst/>
          </a:prstGeom>
        </p:spPr>
      </p:pic>
      <p:sp>
        <p:nvSpPr>
          <p:cNvPr id="12" name="Rectangle 11"/>
          <p:cNvSpPr/>
          <p:nvPr/>
        </p:nvSpPr>
        <p:spPr>
          <a:xfrm>
            <a:off x="6583680" y="914400"/>
            <a:ext cx="5303520" cy="3749039"/>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dia_verandering.png"/>
          <p:cNvPicPr>
            <a:picLocks noChangeAspect="1"/>
          </p:cNvPicPr>
          <p:nvPr/>
        </p:nvPicPr>
        <p:blipFill>
          <a:blip r:embed="rId10"/>
          <a:stretch>
            <a:fillRect/>
          </a:stretch>
        </p:blipFill>
        <p:spPr>
          <a:xfrm>
            <a:off x="7048246" y="982980"/>
            <a:ext cx="4374388" cy="3611880"/>
          </a:xfrm>
          <a:prstGeom prst="rect">
            <a:avLst/>
          </a:prstGeom>
        </p:spPr>
      </p:pic>
      <p:sp>
        <p:nvSpPr>
          <p:cNvPr id="14" name="Rectangle 13"/>
          <p:cNvSpPr/>
          <p:nvPr/>
        </p:nvSpPr>
        <p:spPr>
          <a:xfrm>
            <a:off x="6583680" y="4754880"/>
            <a:ext cx="5303520" cy="1920240"/>
          </a:xfrm>
          <a:prstGeom prst="rect">
            <a:avLst/>
          </a:prstGeom>
          <a:solidFill>
            <a:srgbClr val="FFF4C9"/>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34baa53f9d86.png"/>
          <p:cNvPicPr>
            <a:picLocks noChangeAspect="1"/>
          </p:cNvPicPr>
          <p:nvPr/>
        </p:nvPicPr>
        <p:blipFill>
          <a:blip r:embed="rId11"/>
          <a:stretch>
            <a:fillRect/>
          </a:stretch>
        </p:blipFill>
        <p:spPr>
          <a:xfrm>
            <a:off x="6766560" y="4818888"/>
            <a:ext cx="2078181" cy="378229"/>
          </a:xfrm>
          <a:prstGeom prst="rect">
            <a:avLst/>
          </a:prstGeom>
        </p:spPr>
      </p:pic>
      <p:pic>
        <p:nvPicPr>
          <p:cNvPr id="16" name="Picture 15" descr="44d903d1b21f.png"/>
          <p:cNvPicPr>
            <a:picLocks noChangeAspect="1"/>
          </p:cNvPicPr>
          <p:nvPr/>
        </p:nvPicPr>
        <p:blipFill>
          <a:blip r:embed="rId12"/>
          <a:stretch>
            <a:fillRect/>
          </a:stretch>
        </p:blipFill>
        <p:spPr>
          <a:xfrm>
            <a:off x="6812280" y="5215405"/>
            <a:ext cx="3229494" cy="303414"/>
          </a:xfrm>
          <a:prstGeom prst="rect">
            <a:avLst/>
          </a:prstGeom>
        </p:spPr>
      </p:pic>
      <p:pic>
        <p:nvPicPr>
          <p:cNvPr id="17" name="Picture 16" descr="cbca326264e9.png"/>
          <p:cNvPicPr>
            <a:picLocks noChangeAspect="1"/>
          </p:cNvPicPr>
          <p:nvPr/>
        </p:nvPicPr>
        <p:blipFill>
          <a:blip r:embed="rId13"/>
          <a:stretch>
            <a:fillRect/>
          </a:stretch>
        </p:blipFill>
        <p:spPr>
          <a:xfrm>
            <a:off x="6812280" y="5546251"/>
            <a:ext cx="3624349" cy="303414"/>
          </a:xfrm>
          <a:prstGeom prst="rect">
            <a:avLst/>
          </a:prstGeom>
        </p:spPr>
      </p:pic>
      <p:pic>
        <p:nvPicPr>
          <p:cNvPr id="18" name="Picture 17" descr="30202822425a.png"/>
          <p:cNvPicPr>
            <a:picLocks noChangeAspect="1"/>
          </p:cNvPicPr>
          <p:nvPr/>
        </p:nvPicPr>
        <p:blipFill>
          <a:blip r:embed="rId14"/>
          <a:stretch>
            <a:fillRect/>
          </a:stretch>
        </p:blipFill>
        <p:spPr>
          <a:xfrm>
            <a:off x="6812280" y="5877098"/>
            <a:ext cx="3108960" cy="30341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7e02f4a8e483.png"/>
          <p:cNvPicPr>
            <a:picLocks noChangeAspect="1"/>
          </p:cNvPicPr>
          <p:nvPr/>
        </p:nvPicPr>
        <p:blipFill>
          <a:blip r:embed="rId3"/>
          <a:stretch>
            <a:fillRect/>
          </a:stretch>
        </p:blipFill>
        <p:spPr>
          <a:xfrm>
            <a:off x="320040" y="27432"/>
            <a:ext cx="3458094" cy="561109"/>
          </a:xfrm>
          <a:prstGeom prst="rect">
            <a:avLst/>
          </a:prstGeom>
        </p:spPr>
      </p:pic>
      <p:pic>
        <p:nvPicPr>
          <p:cNvPr id="5" name="Picture 4" descr="aa83c8a2105b.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S.jpg"/>
          <p:cNvPicPr>
            <a:picLocks noChangeAspect="1"/>
          </p:cNvPicPr>
          <p:nvPr/>
        </p:nvPicPr>
        <p:blipFill>
          <a:blip r:embed="rId5"/>
          <a:stretch>
            <a:fillRect/>
          </a:stretch>
        </p:blipFill>
        <p:spPr>
          <a:xfrm>
            <a:off x="528428" y="987552"/>
            <a:ext cx="5481102" cy="4263079"/>
          </a:xfrm>
          <a:prstGeom prst="rect">
            <a:avLst/>
          </a:prstGeom>
        </p:spPr>
      </p:pic>
      <p:pic>
        <p:nvPicPr>
          <p:cNvPr id="8" name="Picture 7" descr="T12.jpg"/>
          <p:cNvPicPr>
            <a:picLocks noChangeAspect="1"/>
          </p:cNvPicPr>
          <p:nvPr/>
        </p:nvPicPr>
        <p:blipFill>
          <a:blip r:embed="rId6"/>
          <a:stretch>
            <a:fillRect/>
          </a:stretch>
        </p:blipFill>
        <p:spPr>
          <a:xfrm>
            <a:off x="528428" y="5354868"/>
            <a:ext cx="5481102" cy="771611"/>
          </a:xfrm>
          <a:prstGeom prst="rect">
            <a:avLst/>
          </a:prstGeom>
        </p:spPr>
      </p:pic>
      <p:sp>
        <p:nvSpPr>
          <p:cNvPr id="9" name="Rectangle 8"/>
          <p:cNvSpPr/>
          <p:nvPr/>
        </p:nvSpPr>
        <p:spPr>
          <a:xfrm>
            <a:off x="365760" y="6263640"/>
            <a:ext cx="1490472"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4b5001e8622.png"/>
          <p:cNvPicPr>
            <a:picLocks noChangeAspect="1"/>
          </p:cNvPicPr>
          <p:nvPr/>
        </p:nvPicPr>
        <p:blipFill>
          <a:blip r:embed="rId7"/>
          <a:stretch>
            <a:fillRect/>
          </a:stretch>
        </p:blipFill>
        <p:spPr>
          <a:xfrm>
            <a:off x="493776" y="6272783"/>
            <a:ext cx="1234440" cy="257694"/>
          </a:xfrm>
          <a:prstGeom prst="rect">
            <a:avLst/>
          </a:prstGeom>
        </p:spPr>
      </p:pic>
      <p:pic>
        <p:nvPicPr>
          <p:cNvPr id="11" name="Picture 10" descr="15fe157ed9e4.png"/>
          <p:cNvPicPr>
            <a:picLocks noChangeAspect="1"/>
          </p:cNvPicPr>
          <p:nvPr/>
        </p:nvPicPr>
        <p:blipFill>
          <a:blip r:embed="rId8"/>
          <a:stretch>
            <a:fillRect/>
          </a:stretch>
        </p:blipFill>
        <p:spPr>
          <a:xfrm>
            <a:off x="6355080" y="886968"/>
            <a:ext cx="5486400" cy="5769864"/>
          </a:xfrm>
          <a:prstGeom prst="rect">
            <a:avLst/>
          </a:prstGeom>
        </p:spPr>
      </p:pic>
      <p:sp>
        <p:nvSpPr>
          <p:cNvPr id="12" name="Rectangle 11"/>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4f4854d77a0e.png"/>
          <p:cNvPicPr>
            <a:picLocks noChangeAspect="1"/>
          </p:cNvPicPr>
          <p:nvPr/>
        </p:nvPicPr>
        <p:blipFill>
          <a:blip r:embed="rId3"/>
          <a:stretch>
            <a:fillRect/>
          </a:stretch>
        </p:blipFill>
        <p:spPr>
          <a:xfrm>
            <a:off x="320040" y="27432"/>
            <a:ext cx="2685010" cy="561109"/>
          </a:xfrm>
          <a:prstGeom prst="rect">
            <a:avLst/>
          </a:prstGeom>
        </p:spPr>
      </p:pic>
      <p:pic>
        <p:nvPicPr>
          <p:cNvPr id="5" name="Picture 4" descr="aa83c8a2105b.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afa050d6c8e0.png"/>
          <p:cNvPicPr>
            <a:picLocks noChangeAspect="1"/>
          </p:cNvPicPr>
          <p:nvPr/>
        </p:nvPicPr>
        <p:blipFill>
          <a:blip r:embed="rId5"/>
          <a:stretch>
            <a:fillRect/>
          </a:stretch>
        </p:blipFill>
        <p:spPr>
          <a:xfrm>
            <a:off x="384048" y="2021299"/>
            <a:ext cx="5769864" cy="3071432"/>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a0e609dfed12.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55eefcbe2490.png"/>
          <p:cNvPicPr>
            <a:picLocks noChangeAspect="1"/>
          </p:cNvPicPr>
          <p:nvPr/>
        </p:nvPicPr>
        <p:blipFill>
          <a:blip r:embed="rId3"/>
          <a:stretch>
            <a:fillRect/>
          </a:stretch>
        </p:blipFill>
        <p:spPr>
          <a:xfrm>
            <a:off x="320040" y="27432"/>
            <a:ext cx="2685010" cy="561109"/>
          </a:xfrm>
          <a:prstGeom prst="rect">
            <a:avLst/>
          </a:prstGeom>
        </p:spPr>
      </p:pic>
      <p:pic>
        <p:nvPicPr>
          <p:cNvPr id="5" name="Picture 4" descr="aa83c8a2105b.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01c2a515518a.png"/>
          <p:cNvPicPr>
            <a:picLocks noChangeAspect="1"/>
          </p:cNvPicPr>
          <p:nvPr/>
        </p:nvPicPr>
        <p:blipFill>
          <a:blip r:embed="rId5"/>
          <a:stretch>
            <a:fillRect/>
          </a:stretch>
        </p:blipFill>
        <p:spPr>
          <a:xfrm>
            <a:off x="384048" y="2615770"/>
            <a:ext cx="5769864" cy="1882490"/>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7f1fb4ebedf0.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e0efeea464d7.png"/>
          <p:cNvPicPr>
            <a:picLocks noChangeAspect="1"/>
          </p:cNvPicPr>
          <p:nvPr/>
        </p:nvPicPr>
        <p:blipFill>
          <a:blip r:embed="rId3"/>
          <a:stretch>
            <a:fillRect/>
          </a:stretch>
        </p:blipFill>
        <p:spPr>
          <a:xfrm>
            <a:off x="320040" y="27432"/>
            <a:ext cx="2655916" cy="561109"/>
          </a:xfrm>
          <a:prstGeom prst="rect">
            <a:avLst/>
          </a:prstGeom>
        </p:spPr>
      </p:pic>
      <p:pic>
        <p:nvPicPr>
          <p:cNvPr id="5" name="Picture 4" descr="aa83c8a2105b.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d05fcebb4001.png"/>
          <p:cNvPicPr>
            <a:picLocks noChangeAspect="1"/>
          </p:cNvPicPr>
          <p:nvPr/>
        </p:nvPicPr>
        <p:blipFill>
          <a:blip r:embed="rId5"/>
          <a:stretch>
            <a:fillRect/>
          </a:stretch>
        </p:blipFill>
        <p:spPr>
          <a:xfrm>
            <a:off x="384048" y="2315621"/>
            <a:ext cx="5769864" cy="2482789"/>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ea94b9ebaac1.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e67a0afb4d14.png"/>
          <p:cNvPicPr>
            <a:picLocks noChangeAspect="1"/>
          </p:cNvPicPr>
          <p:nvPr/>
        </p:nvPicPr>
        <p:blipFill>
          <a:blip r:embed="rId3"/>
          <a:stretch>
            <a:fillRect/>
          </a:stretch>
        </p:blipFill>
        <p:spPr>
          <a:xfrm>
            <a:off x="320040" y="27432"/>
            <a:ext cx="3362498" cy="561109"/>
          </a:xfrm>
          <a:prstGeom prst="rect">
            <a:avLst/>
          </a:prstGeom>
        </p:spPr>
      </p:pic>
      <p:sp>
        <p:nvSpPr>
          <p:cNvPr id="5" name="Rectangle 4"/>
          <p:cNvSpPr/>
          <p:nvPr/>
        </p:nvSpPr>
        <p:spPr>
          <a:xfrm>
            <a:off x="365760" y="914400"/>
            <a:ext cx="5943600" cy="5760720"/>
          </a:xfrm>
          <a:prstGeom prst="rect">
            <a:avLst/>
          </a:prstGeom>
          <a:solidFill>
            <a:srgbClr val="FDFBF3"/>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e704cffe3f8d.png"/>
          <p:cNvPicPr>
            <a:picLocks noChangeAspect="1"/>
          </p:cNvPicPr>
          <p:nvPr/>
        </p:nvPicPr>
        <p:blipFill>
          <a:blip r:embed="rId4"/>
          <a:stretch>
            <a:fillRect/>
          </a:stretch>
        </p:blipFill>
        <p:spPr>
          <a:xfrm>
            <a:off x="566928" y="1024128"/>
            <a:ext cx="773083" cy="440574"/>
          </a:xfrm>
          <a:prstGeom prst="rect">
            <a:avLst/>
          </a:prstGeom>
        </p:spPr>
      </p:pic>
      <p:pic>
        <p:nvPicPr>
          <p:cNvPr id="7" name="Picture 6" descr="e56d36c28a87.png"/>
          <p:cNvPicPr>
            <a:picLocks noChangeAspect="1"/>
          </p:cNvPicPr>
          <p:nvPr/>
        </p:nvPicPr>
        <p:blipFill>
          <a:blip r:embed="rId5"/>
          <a:stretch>
            <a:fillRect/>
          </a:stretch>
        </p:blipFill>
        <p:spPr>
          <a:xfrm>
            <a:off x="731520" y="1537854"/>
            <a:ext cx="5394960" cy="1346661"/>
          </a:xfrm>
          <a:prstGeom prst="rect">
            <a:avLst/>
          </a:prstGeom>
        </p:spPr>
      </p:pic>
      <p:pic>
        <p:nvPicPr>
          <p:cNvPr id="8" name="Picture 7" descr="619721d83829.png"/>
          <p:cNvPicPr>
            <a:picLocks noChangeAspect="1"/>
          </p:cNvPicPr>
          <p:nvPr/>
        </p:nvPicPr>
        <p:blipFill>
          <a:blip r:embed="rId6"/>
          <a:stretch>
            <a:fillRect/>
          </a:stretch>
        </p:blipFill>
        <p:spPr>
          <a:xfrm>
            <a:off x="566928" y="3158836"/>
            <a:ext cx="3445625" cy="440574"/>
          </a:xfrm>
          <a:prstGeom prst="rect">
            <a:avLst/>
          </a:prstGeom>
        </p:spPr>
      </p:pic>
      <p:pic>
        <p:nvPicPr>
          <p:cNvPr id="9" name="Picture 8" descr="40ab034082d5.png"/>
          <p:cNvPicPr>
            <a:picLocks noChangeAspect="1"/>
          </p:cNvPicPr>
          <p:nvPr/>
        </p:nvPicPr>
        <p:blipFill>
          <a:blip r:embed="rId7"/>
          <a:stretch>
            <a:fillRect/>
          </a:stretch>
        </p:blipFill>
        <p:spPr>
          <a:xfrm>
            <a:off x="731520" y="3672562"/>
            <a:ext cx="5345083" cy="714894"/>
          </a:xfrm>
          <a:prstGeom prst="rect">
            <a:avLst/>
          </a:prstGeom>
        </p:spPr>
      </p:pic>
      <p:pic>
        <p:nvPicPr>
          <p:cNvPr id="10" name="Picture 9" descr="41b2014022d2.png"/>
          <p:cNvPicPr>
            <a:picLocks noChangeAspect="1"/>
          </p:cNvPicPr>
          <p:nvPr/>
        </p:nvPicPr>
        <p:blipFill>
          <a:blip r:embed="rId8"/>
          <a:stretch>
            <a:fillRect/>
          </a:stretch>
        </p:blipFill>
        <p:spPr>
          <a:xfrm>
            <a:off x="566928" y="4661777"/>
            <a:ext cx="951807" cy="440574"/>
          </a:xfrm>
          <a:prstGeom prst="rect">
            <a:avLst/>
          </a:prstGeom>
        </p:spPr>
      </p:pic>
      <p:pic>
        <p:nvPicPr>
          <p:cNvPr id="11" name="Picture 10" descr="f153a817196f.png"/>
          <p:cNvPicPr>
            <a:picLocks noChangeAspect="1"/>
          </p:cNvPicPr>
          <p:nvPr/>
        </p:nvPicPr>
        <p:blipFill>
          <a:blip r:embed="rId9"/>
          <a:stretch>
            <a:fillRect/>
          </a:stretch>
        </p:blipFill>
        <p:spPr>
          <a:xfrm>
            <a:off x="731520" y="5175504"/>
            <a:ext cx="4896196" cy="399010"/>
          </a:xfrm>
          <a:prstGeom prst="rect">
            <a:avLst/>
          </a:prstGeom>
        </p:spPr>
      </p:pic>
      <p:sp>
        <p:nvSpPr>
          <p:cNvPr id="12" name="Rectangle 11"/>
          <p:cNvSpPr/>
          <p:nvPr/>
        </p:nvSpPr>
        <p:spPr>
          <a:xfrm>
            <a:off x="6583680" y="914400"/>
            <a:ext cx="5303520" cy="3749039"/>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dia_procentpunt.png"/>
          <p:cNvPicPr>
            <a:picLocks noChangeAspect="1"/>
          </p:cNvPicPr>
          <p:nvPr/>
        </p:nvPicPr>
        <p:blipFill>
          <a:blip r:embed="rId10"/>
          <a:stretch>
            <a:fillRect/>
          </a:stretch>
        </p:blipFill>
        <p:spPr>
          <a:xfrm>
            <a:off x="7048246" y="982980"/>
            <a:ext cx="4374388" cy="3611880"/>
          </a:xfrm>
          <a:prstGeom prst="rect">
            <a:avLst/>
          </a:prstGeom>
        </p:spPr>
      </p:pic>
      <p:sp>
        <p:nvSpPr>
          <p:cNvPr id="14" name="Rectangle 13"/>
          <p:cNvSpPr/>
          <p:nvPr/>
        </p:nvSpPr>
        <p:spPr>
          <a:xfrm>
            <a:off x="6583680" y="4754880"/>
            <a:ext cx="5303520" cy="1920240"/>
          </a:xfrm>
          <a:prstGeom prst="rect">
            <a:avLst/>
          </a:prstGeom>
          <a:solidFill>
            <a:srgbClr val="FFF4C9"/>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34baa53f9d86.png"/>
          <p:cNvPicPr>
            <a:picLocks noChangeAspect="1"/>
          </p:cNvPicPr>
          <p:nvPr/>
        </p:nvPicPr>
        <p:blipFill>
          <a:blip r:embed="rId11"/>
          <a:stretch>
            <a:fillRect/>
          </a:stretch>
        </p:blipFill>
        <p:spPr>
          <a:xfrm>
            <a:off x="6766560" y="4818888"/>
            <a:ext cx="2078181" cy="378229"/>
          </a:xfrm>
          <a:prstGeom prst="rect">
            <a:avLst/>
          </a:prstGeom>
        </p:spPr>
      </p:pic>
      <p:pic>
        <p:nvPicPr>
          <p:cNvPr id="16" name="Picture 15" descr="aaf9dd205def.png"/>
          <p:cNvPicPr>
            <a:picLocks noChangeAspect="1"/>
          </p:cNvPicPr>
          <p:nvPr/>
        </p:nvPicPr>
        <p:blipFill>
          <a:blip r:embed="rId12"/>
          <a:stretch>
            <a:fillRect/>
          </a:stretch>
        </p:blipFill>
        <p:spPr>
          <a:xfrm>
            <a:off x="6812280" y="5215405"/>
            <a:ext cx="3404061" cy="303414"/>
          </a:xfrm>
          <a:prstGeom prst="rect">
            <a:avLst/>
          </a:prstGeom>
        </p:spPr>
      </p:pic>
      <p:pic>
        <p:nvPicPr>
          <p:cNvPr id="17" name="Picture 16" descr="ec52fdf8416a.png"/>
          <p:cNvPicPr>
            <a:picLocks noChangeAspect="1"/>
          </p:cNvPicPr>
          <p:nvPr/>
        </p:nvPicPr>
        <p:blipFill>
          <a:blip r:embed="rId13"/>
          <a:stretch>
            <a:fillRect/>
          </a:stretch>
        </p:blipFill>
        <p:spPr>
          <a:xfrm>
            <a:off x="6812280" y="5546251"/>
            <a:ext cx="2842952" cy="30341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fa1e4d31c6a2.png"/>
          <p:cNvPicPr>
            <a:picLocks noChangeAspect="1"/>
          </p:cNvPicPr>
          <p:nvPr/>
        </p:nvPicPr>
        <p:blipFill>
          <a:blip r:embed="rId3"/>
          <a:stretch>
            <a:fillRect/>
          </a:stretch>
        </p:blipFill>
        <p:spPr>
          <a:xfrm>
            <a:off x="320040" y="27432"/>
            <a:ext cx="3591098" cy="561109"/>
          </a:xfrm>
          <a:prstGeom prst="rect">
            <a:avLst/>
          </a:prstGeom>
        </p:spPr>
      </p:pic>
      <p:pic>
        <p:nvPicPr>
          <p:cNvPr id="5" name="Picture 4" descr="9e75be71c689.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B.jpg"/>
          <p:cNvPicPr>
            <a:picLocks noChangeAspect="1"/>
          </p:cNvPicPr>
          <p:nvPr/>
        </p:nvPicPr>
        <p:blipFill>
          <a:blip r:embed="rId5"/>
          <a:stretch>
            <a:fillRect/>
          </a:stretch>
        </p:blipFill>
        <p:spPr>
          <a:xfrm>
            <a:off x="546691" y="987552"/>
            <a:ext cx="5444577" cy="4292943"/>
          </a:xfrm>
          <a:prstGeom prst="rect">
            <a:avLst/>
          </a:prstGeom>
        </p:spPr>
      </p:pic>
      <p:pic>
        <p:nvPicPr>
          <p:cNvPr id="8" name="Picture 7" descr="C.jpg"/>
          <p:cNvPicPr>
            <a:picLocks noChangeAspect="1"/>
          </p:cNvPicPr>
          <p:nvPr/>
        </p:nvPicPr>
        <p:blipFill>
          <a:blip r:embed="rId6"/>
          <a:stretch>
            <a:fillRect/>
          </a:stretch>
        </p:blipFill>
        <p:spPr>
          <a:xfrm>
            <a:off x="546691" y="5384037"/>
            <a:ext cx="5444577" cy="742442"/>
          </a:xfrm>
          <a:prstGeom prst="rect">
            <a:avLst/>
          </a:prstGeom>
        </p:spPr>
      </p:pic>
      <p:sp>
        <p:nvSpPr>
          <p:cNvPr id="9" name="Rectangle 8"/>
          <p:cNvSpPr/>
          <p:nvPr/>
        </p:nvSpPr>
        <p:spPr>
          <a:xfrm>
            <a:off x="365760" y="6263640"/>
            <a:ext cx="1490472"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4b5001e8622.png"/>
          <p:cNvPicPr>
            <a:picLocks noChangeAspect="1"/>
          </p:cNvPicPr>
          <p:nvPr/>
        </p:nvPicPr>
        <p:blipFill>
          <a:blip r:embed="rId7"/>
          <a:stretch>
            <a:fillRect/>
          </a:stretch>
        </p:blipFill>
        <p:spPr>
          <a:xfrm>
            <a:off x="493776" y="6272783"/>
            <a:ext cx="1234440" cy="257694"/>
          </a:xfrm>
          <a:prstGeom prst="rect">
            <a:avLst/>
          </a:prstGeom>
        </p:spPr>
      </p:pic>
      <p:pic>
        <p:nvPicPr>
          <p:cNvPr id="11" name="Picture 10" descr="3901ce9b8b89.png"/>
          <p:cNvPicPr>
            <a:picLocks noChangeAspect="1"/>
          </p:cNvPicPr>
          <p:nvPr/>
        </p:nvPicPr>
        <p:blipFill>
          <a:blip r:embed="rId8"/>
          <a:stretch>
            <a:fillRect/>
          </a:stretch>
        </p:blipFill>
        <p:spPr>
          <a:xfrm>
            <a:off x="6355080" y="886968"/>
            <a:ext cx="5486400" cy="5769864"/>
          </a:xfrm>
          <a:prstGeom prst="rect">
            <a:avLst/>
          </a:prstGeom>
        </p:spPr>
      </p:pic>
      <p:sp>
        <p:nvSpPr>
          <p:cNvPr id="12" name="Rectangle 11"/>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619f2e202810.png"/>
          <p:cNvPicPr>
            <a:picLocks noChangeAspect="1"/>
          </p:cNvPicPr>
          <p:nvPr/>
        </p:nvPicPr>
        <p:blipFill>
          <a:blip r:embed="rId3"/>
          <a:stretch>
            <a:fillRect/>
          </a:stretch>
        </p:blipFill>
        <p:spPr>
          <a:xfrm>
            <a:off x="320040" y="27432"/>
            <a:ext cx="2685010" cy="561109"/>
          </a:xfrm>
          <a:prstGeom prst="rect">
            <a:avLst/>
          </a:prstGeom>
        </p:spPr>
      </p:pic>
      <p:pic>
        <p:nvPicPr>
          <p:cNvPr id="5" name="Picture 4" descr="9e75be71c689.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c4eceb4db963.png"/>
          <p:cNvPicPr>
            <a:picLocks noChangeAspect="1"/>
          </p:cNvPicPr>
          <p:nvPr/>
        </p:nvPicPr>
        <p:blipFill>
          <a:blip r:embed="rId5"/>
          <a:stretch>
            <a:fillRect/>
          </a:stretch>
        </p:blipFill>
        <p:spPr>
          <a:xfrm>
            <a:off x="384048" y="2615770"/>
            <a:ext cx="5769864" cy="1882490"/>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fe3500a779d4.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6a9287667557.png"/>
          <p:cNvPicPr>
            <a:picLocks noChangeAspect="1"/>
          </p:cNvPicPr>
          <p:nvPr/>
        </p:nvPicPr>
        <p:blipFill>
          <a:blip r:embed="rId3"/>
          <a:stretch>
            <a:fillRect/>
          </a:stretch>
        </p:blipFill>
        <p:spPr>
          <a:xfrm>
            <a:off x="320040" y="27432"/>
            <a:ext cx="2685010" cy="561109"/>
          </a:xfrm>
          <a:prstGeom prst="rect">
            <a:avLst/>
          </a:prstGeom>
        </p:spPr>
      </p:pic>
      <p:pic>
        <p:nvPicPr>
          <p:cNvPr id="5" name="Picture 4" descr="9e75be71c689.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16542be54b23.png"/>
          <p:cNvPicPr>
            <a:picLocks noChangeAspect="1"/>
          </p:cNvPicPr>
          <p:nvPr/>
        </p:nvPicPr>
        <p:blipFill>
          <a:blip r:embed="rId5"/>
          <a:stretch>
            <a:fillRect/>
          </a:stretch>
        </p:blipFill>
        <p:spPr>
          <a:xfrm>
            <a:off x="384048" y="2615770"/>
            <a:ext cx="5769864" cy="1882490"/>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7bf1b3ff7dcc.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4e64b16161ff.png"/>
          <p:cNvPicPr>
            <a:picLocks noChangeAspect="1"/>
          </p:cNvPicPr>
          <p:nvPr/>
        </p:nvPicPr>
        <p:blipFill>
          <a:blip r:embed="rId3"/>
          <a:stretch>
            <a:fillRect/>
          </a:stretch>
        </p:blipFill>
        <p:spPr>
          <a:xfrm>
            <a:off x="320040" y="27432"/>
            <a:ext cx="2655916" cy="561109"/>
          </a:xfrm>
          <a:prstGeom prst="rect">
            <a:avLst/>
          </a:prstGeom>
        </p:spPr>
      </p:pic>
      <p:pic>
        <p:nvPicPr>
          <p:cNvPr id="5" name="Picture 4" descr="9e75be71c689.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b9195dd57c6d.png"/>
          <p:cNvPicPr>
            <a:picLocks noChangeAspect="1"/>
          </p:cNvPicPr>
          <p:nvPr/>
        </p:nvPicPr>
        <p:blipFill>
          <a:blip r:embed="rId5"/>
          <a:stretch>
            <a:fillRect/>
          </a:stretch>
        </p:blipFill>
        <p:spPr>
          <a:xfrm>
            <a:off x="384048" y="2615770"/>
            <a:ext cx="5769864" cy="1882490"/>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ee3a1187673b.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8daabb33fb2c.png"/>
          <p:cNvPicPr>
            <a:picLocks noChangeAspect="1"/>
          </p:cNvPicPr>
          <p:nvPr/>
        </p:nvPicPr>
        <p:blipFill>
          <a:blip r:embed="rId3"/>
          <a:stretch>
            <a:fillRect/>
          </a:stretch>
        </p:blipFill>
        <p:spPr>
          <a:xfrm>
            <a:off x="320040" y="27432"/>
            <a:ext cx="2331720" cy="561109"/>
          </a:xfrm>
          <a:prstGeom prst="rect">
            <a:avLst/>
          </a:prstGeom>
        </p:spPr>
      </p:pic>
      <p:sp>
        <p:nvSpPr>
          <p:cNvPr id="5" name="Rectangle 4"/>
          <p:cNvSpPr/>
          <p:nvPr/>
        </p:nvSpPr>
        <p:spPr>
          <a:xfrm>
            <a:off x="365760" y="914400"/>
            <a:ext cx="5943600" cy="5760720"/>
          </a:xfrm>
          <a:prstGeom prst="rect">
            <a:avLst/>
          </a:prstGeom>
          <a:solidFill>
            <a:srgbClr val="FDFBF3"/>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e704cffe3f8d.png"/>
          <p:cNvPicPr>
            <a:picLocks noChangeAspect="1"/>
          </p:cNvPicPr>
          <p:nvPr/>
        </p:nvPicPr>
        <p:blipFill>
          <a:blip r:embed="rId4"/>
          <a:stretch>
            <a:fillRect/>
          </a:stretch>
        </p:blipFill>
        <p:spPr>
          <a:xfrm>
            <a:off x="566928" y="1024128"/>
            <a:ext cx="773083" cy="440574"/>
          </a:xfrm>
          <a:prstGeom prst="rect">
            <a:avLst/>
          </a:prstGeom>
        </p:spPr>
      </p:pic>
      <p:pic>
        <p:nvPicPr>
          <p:cNvPr id="7" name="Picture 6" descr="f80411b8f370.png"/>
          <p:cNvPicPr>
            <a:picLocks noChangeAspect="1"/>
          </p:cNvPicPr>
          <p:nvPr/>
        </p:nvPicPr>
        <p:blipFill>
          <a:blip r:embed="rId5"/>
          <a:stretch>
            <a:fillRect/>
          </a:stretch>
        </p:blipFill>
        <p:spPr>
          <a:xfrm>
            <a:off x="731520" y="1537854"/>
            <a:ext cx="5394960" cy="1662545"/>
          </a:xfrm>
          <a:prstGeom prst="rect">
            <a:avLst/>
          </a:prstGeom>
        </p:spPr>
      </p:pic>
      <p:pic>
        <p:nvPicPr>
          <p:cNvPr id="8" name="Picture 7" descr="619721d83829.png"/>
          <p:cNvPicPr>
            <a:picLocks noChangeAspect="1"/>
          </p:cNvPicPr>
          <p:nvPr/>
        </p:nvPicPr>
        <p:blipFill>
          <a:blip r:embed="rId6"/>
          <a:stretch>
            <a:fillRect/>
          </a:stretch>
        </p:blipFill>
        <p:spPr>
          <a:xfrm>
            <a:off x="566928" y="3474720"/>
            <a:ext cx="3445625" cy="440574"/>
          </a:xfrm>
          <a:prstGeom prst="rect">
            <a:avLst/>
          </a:prstGeom>
        </p:spPr>
      </p:pic>
      <p:pic>
        <p:nvPicPr>
          <p:cNvPr id="9" name="Picture 8" descr="70f4f0727129.png"/>
          <p:cNvPicPr>
            <a:picLocks noChangeAspect="1"/>
          </p:cNvPicPr>
          <p:nvPr/>
        </p:nvPicPr>
        <p:blipFill>
          <a:blip r:embed="rId7"/>
          <a:stretch>
            <a:fillRect/>
          </a:stretch>
        </p:blipFill>
        <p:spPr>
          <a:xfrm>
            <a:off x="731520" y="3988446"/>
            <a:ext cx="5253643" cy="1030778"/>
          </a:xfrm>
          <a:prstGeom prst="rect">
            <a:avLst/>
          </a:prstGeom>
        </p:spPr>
      </p:pic>
      <p:pic>
        <p:nvPicPr>
          <p:cNvPr id="10" name="Picture 9" descr="41b2014022d2.png"/>
          <p:cNvPicPr>
            <a:picLocks noChangeAspect="1"/>
          </p:cNvPicPr>
          <p:nvPr/>
        </p:nvPicPr>
        <p:blipFill>
          <a:blip r:embed="rId8"/>
          <a:stretch>
            <a:fillRect/>
          </a:stretch>
        </p:blipFill>
        <p:spPr>
          <a:xfrm>
            <a:off x="566928" y="5293544"/>
            <a:ext cx="951807" cy="440574"/>
          </a:xfrm>
          <a:prstGeom prst="rect">
            <a:avLst/>
          </a:prstGeom>
        </p:spPr>
      </p:pic>
      <p:pic>
        <p:nvPicPr>
          <p:cNvPr id="11" name="Picture 10" descr="07e2b0bfa394.png"/>
          <p:cNvPicPr>
            <a:picLocks noChangeAspect="1"/>
          </p:cNvPicPr>
          <p:nvPr/>
        </p:nvPicPr>
        <p:blipFill>
          <a:blip r:embed="rId9"/>
          <a:stretch>
            <a:fillRect/>
          </a:stretch>
        </p:blipFill>
        <p:spPr>
          <a:xfrm>
            <a:off x="731520" y="5807271"/>
            <a:ext cx="4131425" cy="399010"/>
          </a:xfrm>
          <a:prstGeom prst="rect">
            <a:avLst/>
          </a:prstGeom>
        </p:spPr>
      </p:pic>
      <p:sp>
        <p:nvSpPr>
          <p:cNvPr id="12" name="Rectangle 11"/>
          <p:cNvSpPr/>
          <p:nvPr/>
        </p:nvSpPr>
        <p:spPr>
          <a:xfrm>
            <a:off x="6583680" y="914400"/>
            <a:ext cx="5303520" cy="3749039"/>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dia_tabel.png"/>
          <p:cNvPicPr>
            <a:picLocks noChangeAspect="1"/>
          </p:cNvPicPr>
          <p:nvPr/>
        </p:nvPicPr>
        <p:blipFill>
          <a:blip r:embed="rId10"/>
          <a:stretch>
            <a:fillRect/>
          </a:stretch>
        </p:blipFill>
        <p:spPr>
          <a:xfrm>
            <a:off x="7048246" y="982980"/>
            <a:ext cx="4374388" cy="3611880"/>
          </a:xfrm>
          <a:prstGeom prst="rect">
            <a:avLst/>
          </a:prstGeom>
        </p:spPr>
      </p:pic>
      <p:sp>
        <p:nvSpPr>
          <p:cNvPr id="14" name="Rectangle 13"/>
          <p:cNvSpPr/>
          <p:nvPr/>
        </p:nvSpPr>
        <p:spPr>
          <a:xfrm>
            <a:off x="6583680" y="4754880"/>
            <a:ext cx="5303520" cy="1920240"/>
          </a:xfrm>
          <a:prstGeom prst="rect">
            <a:avLst/>
          </a:prstGeom>
          <a:solidFill>
            <a:srgbClr val="FFF4C9"/>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34baa53f9d86.png"/>
          <p:cNvPicPr>
            <a:picLocks noChangeAspect="1"/>
          </p:cNvPicPr>
          <p:nvPr/>
        </p:nvPicPr>
        <p:blipFill>
          <a:blip r:embed="rId11"/>
          <a:stretch>
            <a:fillRect/>
          </a:stretch>
        </p:blipFill>
        <p:spPr>
          <a:xfrm>
            <a:off x="6766560" y="4818888"/>
            <a:ext cx="2078181" cy="378229"/>
          </a:xfrm>
          <a:prstGeom prst="rect">
            <a:avLst/>
          </a:prstGeom>
        </p:spPr>
      </p:pic>
      <p:pic>
        <p:nvPicPr>
          <p:cNvPr id="16" name="Picture 15" descr="f6a13610378f.png"/>
          <p:cNvPicPr>
            <a:picLocks noChangeAspect="1"/>
          </p:cNvPicPr>
          <p:nvPr/>
        </p:nvPicPr>
        <p:blipFill>
          <a:blip r:embed="rId12"/>
          <a:stretch>
            <a:fillRect/>
          </a:stretch>
        </p:blipFill>
        <p:spPr>
          <a:xfrm>
            <a:off x="6812280" y="5215405"/>
            <a:ext cx="2842952" cy="303414"/>
          </a:xfrm>
          <a:prstGeom prst="rect">
            <a:avLst/>
          </a:prstGeom>
        </p:spPr>
      </p:pic>
      <p:pic>
        <p:nvPicPr>
          <p:cNvPr id="17" name="Picture 16" descr="07991697366f.png"/>
          <p:cNvPicPr>
            <a:picLocks noChangeAspect="1"/>
          </p:cNvPicPr>
          <p:nvPr/>
        </p:nvPicPr>
        <p:blipFill>
          <a:blip r:embed="rId13"/>
          <a:stretch>
            <a:fillRect/>
          </a:stretch>
        </p:blipFill>
        <p:spPr>
          <a:xfrm>
            <a:off x="6812280" y="5546251"/>
            <a:ext cx="2689167" cy="303414"/>
          </a:xfrm>
          <a:prstGeom prst="rect">
            <a:avLst/>
          </a:prstGeom>
        </p:spPr>
      </p:pic>
      <p:pic>
        <p:nvPicPr>
          <p:cNvPr id="18" name="Picture 17" descr="ffcb7d5e89ff.png"/>
          <p:cNvPicPr>
            <a:picLocks noChangeAspect="1"/>
          </p:cNvPicPr>
          <p:nvPr/>
        </p:nvPicPr>
        <p:blipFill>
          <a:blip r:embed="rId14"/>
          <a:stretch>
            <a:fillRect/>
          </a:stretch>
        </p:blipFill>
        <p:spPr>
          <a:xfrm>
            <a:off x="6812280" y="5877098"/>
            <a:ext cx="2452254" cy="30341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3ab57e3265aa.png"/>
          <p:cNvPicPr>
            <a:picLocks noChangeAspect="1"/>
          </p:cNvPicPr>
          <p:nvPr/>
        </p:nvPicPr>
        <p:blipFill>
          <a:blip r:embed="rId3"/>
          <a:stretch>
            <a:fillRect/>
          </a:stretch>
        </p:blipFill>
        <p:spPr>
          <a:xfrm>
            <a:off x="320040" y="27432"/>
            <a:ext cx="3254432" cy="561109"/>
          </a:xfrm>
          <a:prstGeom prst="rect">
            <a:avLst/>
          </a:prstGeom>
        </p:spPr>
      </p:pic>
      <p:pic>
        <p:nvPicPr>
          <p:cNvPr id="5" name="Picture 4" descr="90262b568e0b.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F.jpg"/>
          <p:cNvPicPr>
            <a:picLocks noChangeAspect="1"/>
          </p:cNvPicPr>
          <p:nvPr/>
        </p:nvPicPr>
        <p:blipFill>
          <a:blip r:embed="rId5"/>
          <a:stretch>
            <a:fillRect/>
          </a:stretch>
        </p:blipFill>
        <p:spPr>
          <a:xfrm>
            <a:off x="384048" y="2572870"/>
            <a:ext cx="5769864" cy="1968291"/>
          </a:xfrm>
          <a:prstGeom prst="rect">
            <a:avLst/>
          </a:prstGeom>
        </p:spPr>
      </p:pic>
      <p:sp>
        <p:nvSpPr>
          <p:cNvPr id="8" name="Rectangle 7"/>
          <p:cNvSpPr/>
          <p:nvPr/>
        </p:nvSpPr>
        <p:spPr>
          <a:xfrm>
            <a:off x="365760" y="6263640"/>
            <a:ext cx="1490472"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a4b5001e8622.png"/>
          <p:cNvPicPr>
            <a:picLocks noChangeAspect="1"/>
          </p:cNvPicPr>
          <p:nvPr/>
        </p:nvPicPr>
        <p:blipFill>
          <a:blip r:embed="rId6"/>
          <a:stretch>
            <a:fillRect/>
          </a:stretch>
        </p:blipFill>
        <p:spPr>
          <a:xfrm>
            <a:off x="493776" y="6272783"/>
            <a:ext cx="1234440" cy="257694"/>
          </a:xfrm>
          <a:prstGeom prst="rect">
            <a:avLst/>
          </a:prstGeom>
        </p:spPr>
      </p:pic>
      <p:pic>
        <p:nvPicPr>
          <p:cNvPr id="10" name="Picture 9" descr="75630d8d0cf3.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64f074328a41.png"/>
          <p:cNvPicPr>
            <a:picLocks noChangeAspect="1"/>
          </p:cNvPicPr>
          <p:nvPr/>
        </p:nvPicPr>
        <p:blipFill>
          <a:blip r:embed="rId3"/>
          <a:stretch>
            <a:fillRect/>
          </a:stretch>
        </p:blipFill>
        <p:spPr>
          <a:xfrm>
            <a:off x="320040" y="27432"/>
            <a:ext cx="2685010" cy="561109"/>
          </a:xfrm>
          <a:prstGeom prst="rect">
            <a:avLst/>
          </a:prstGeom>
        </p:spPr>
      </p:pic>
      <p:pic>
        <p:nvPicPr>
          <p:cNvPr id="5" name="Picture 4" descr="90262b568e0b.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ba8fb2c97150.png"/>
          <p:cNvPicPr>
            <a:picLocks noChangeAspect="1"/>
          </p:cNvPicPr>
          <p:nvPr/>
        </p:nvPicPr>
        <p:blipFill>
          <a:blip r:embed="rId5"/>
          <a:stretch>
            <a:fillRect/>
          </a:stretch>
        </p:blipFill>
        <p:spPr>
          <a:xfrm>
            <a:off x="384048" y="3096592"/>
            <a:ext cx="5769864" cy="920846"/>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c724092f34d5.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3a7996a2fa60.png"/>
          <p:cNvPicPr>
            <a:picLocks noChangeAspect="1"/>
          </p:cNvPicPr>
          <p:nvPr/>
        </p:nvPicPr>
        <p:blipFill>
          <a:blip r:embed="rId3"/>
          <a:stretch>
            <a:fillRect/>
          </a:stretch>
        </p:blipFill>
        <p:spPr>
          <a:xfrm>
            <a:off x="320040" y="27432"/>
            <a:ext cx="2685010" cy="561109"/>
          </a:xfrm>
          <a:prstGeom prst="rect">
            <a:avLst/>
          </a:prstGeom>
        </p:spPr>
      </p:pic>
      <p:pic>
        <p:nvPicPr>
          <p:cNvPr id="5" name="Picture 4" descr="90262b568e0b.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15aeb281d713.png"/>
          <p:cNvPicPr>
            <a:picLocks noChangeAspect="1"/>
          </p:cNvPicPr>
          <p:nvPr/>
        </p:nvPicPr>
        <p:blipFill>
          <a:blip r:embed="rId5"/>
          <a:stretch>
            <a:fillRect/>
          </a:stretch>
        </p:blipFill>
        <p:spPr>
          <a:xfrm>
            <a:off x="384048" y="2615770"/>
            <a:ext cx="5769864" cy="1882490"/>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aff29a03395d.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e30093dbb60d.png"/>
          <p:cNvPicPr>
            <a:picLocks noChangeAspect="1"/>
          </p:cNvPicPr>
          <p:nvPr/>
        </p:nvPicPr>
        <p:blipFill>
          <a:blip r:embed="rId3"/>
          <a:stretch>
            <a:fillRect/>
          </a:stretch>
        </p:blipFill>
        <p:spPr>
          <a:xfrm>
            <a:off x="320040" y="27432"/>
            <a:ext cx="2655916" cy="561109"/>
          </a:xfrm>
          <a:prstGeom prst="rect">
            <a:avLst/>
          </a:prstGeom>
        </p:spPr>
      </p:pic>
      <p:pic>
        <p:nvPicPr>
          <p:cNvPr id="5" name="Picture 4" descr="90262b568e0b.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93b8f623da6a.png"/>
          <p:cNvPicPr>
            <a:picLocks noChangeAspect="1"/>
          </p:cNvPicPr>
          <p:nvPr/>
        </p:nvPicPr>
        <p:blipFill>
          <a:blip r:embed="rId5"/>
          <a:stretch>
            <a:fillRect/>
          </a:stretch>
        </p:blipFill>
        <p:spPr>
          <a:xfrm>
            <a:off x="384048" y="2615770"/>
            <a:ext cx="5769864" cy="1882490"/>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ae659d881023.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eb4a9458119f.png"/>
          <p:cNvPicPr>
            <a:picLocks noChangeAspect="1"/>
          </p:cNvPicPr>
          <p:nvPr/>
        </p:nvPicPr>
        <p:blipFill>
          <a:blip r:embed="rId3"/>
          <a:stretch>
            <a:fillRect/>
          </a:stretch>
        </p:blipFill>
        <p:spPr>
          <a:xfrm>
            <a:off x="320040" y="27432"/>
            <a:ext cx="1891145" cy="561109"/>
          </a:xfrm>
          <a:prstGeom prst="rect">
            <a:avLst/>
          </a:prstGeom>
        </p:spPr>
      </p:pic>
      <p:sp>
        <p:nvSpPr>
          <p:cNvPr id="5" name="Rectangle 4"/>
          <p:cNvSpPr/>
          <p:nvPr/>
        </p:nvSpPr>
        <p:spPr>
          <a:xfrm>
            <a:off x="365760" y="914400"/>
            <a:ext cx="5943600" cy="5760720"/>
          </a:xfrm>
          <a:prstGeom prst="rect">
            <a:avLst/>
          </a:prstGeom>
          <a:solidFill>
            <a:srgbClr val="FDFBF3"/>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966f4a1fae01.png"/>
          <p:cNvPicPr>
            <a:picLocks noChangeAspect="1"/>
          </p:cNvPicPr>
          <p:nvPr/>
        </p:nvPicPr>
        <p:blipFill>
          <a:blip r:embed="rId4"/>
          <a:stretch>
            <a:fillRect/>
          </a:stretch>
        </p:blipFill>
        <p:spPr>
          <a:xfrm>
            <a:off x="566928" y="1024128"/>
            <a:ext cx="739832" cy="419792"/>
          </a:xfrm>
          <a:prstGeom prst="rect">
            <a:avLst/>
          </a:prstGeom>
        </p:spPr>
      </p:pic>
      <p:pic>
        <p:nvPicPr>
          <p:cNvPr id="7" name="Picture 6" descr="b748d04f6d75.png"/>
          <p:cNvPicPr>
            <a:picLocks noChangeAspect="1"/>
          </p:cNvPicPr>
          <p:nvPr/>
        </p:nvPicPr>
        <p:blipFill>
          <a:blip r:embed="rId5"/>
          <a:stretch>
            <a:fillRect/>
          </a:stretch>
        </p:blipFill>
        <p:spPr>
          <a:xfrm>
            <a:off x="731520" y="1517072"/>
            <a:ext cx="5353396" cy="1575261"/>
          </a:xfrm>
          <a:prstGeom prst="rect">
            <a:avLst/>
          </a:prstGeom>
        </p:spPr>
      </p:pic>
      <p:pic>
        <p:nvPicPr>
          <p:cNvPr id="8" name="Picture 7" descr="371ed265434c.png"/>
          <p:cNvPicPr>
            <a:picLocks noChangeAspect="1"/>
          </p:cNvPicPr>
          <p:nvPr/>
        </p:nvPicPr>
        <p:blipFill>
          <a:blip r:embed="rId6"/>
          <a:stretch>
            <a:fillRect/>
          </a:stretch>
        </p:blipFill>
        <p:spPr>
          <a:xfrm>
            <a:off x="566928" y="3366654"/>
            <a:ext cx="3283527" cy="419792"/>
          </a:xfrm>
          <a:prstGeom prst="rect">
            <a:avLst/>
          </a:prstGeom>
        </p:spPr>
      </p:pic>
      <p:pic>
        <p:nvPicPr>
          <p:cNvPr id="9" name="Picture 8" descr="fe0cc708190c.png"/>
          <p:cNvPicPr>
            <a:picLocks noChangeAspect="1"/>
          </p:cNvPicPr>
          <p:nvPr/>
        </p:nvPicPr>
        <p:blipFill>
          <a:blip r:embed="rId7"/>
          <a:stretch>
            <a:fillRect/>
          </a:stretch>
        </p:blipFill>
        <p:spPr>
          <a:xfrm>
            <a:off x="731520" y="3859599"/>
            <a:ext cx="5365865" cy="976745"/>
          </a:xfrm>
          <a:prstGeom prst="rect">
            <a:avLst/>
          </a:prstGeom>
        </p:spPr>
      </p:pic>
      <p:pic>
        <p:nvPicPr>
          <p:cNvPr id="10" name="Picture 9" descr="359d947530cc.png"/>
          <p:cNvPicPr>
            <a:picLocks noChangeAspect="1"/>
          </p:cNvPicPr>
          <p:nvPr/>
        </p:nvPicPr>
        <p:blipFill>
          <a:blip r:embed="rId8"/>
          <a:stretch>
            <a:fillRect/>
          </a:stretch>
        </p:blipFill>
        <p:spPr>
          <a:xfrm>
            <a:off x="566928" y="5110664"/>
            <a:ext cx="910243" cy="419792"/>
          </a:xfrm>
          <a:prstGeom prst="rect">
            <a:avLst/>
          </a:prstGeom>
        </p:spPr>
      </p:pic>
      <p:pic>
        <p:nvPicPr>
          <p:cNvPr id="11" name="Picture 10" descr="70dce03af9d6.png"/>
          <p:cNvPicPr>
            <a:picLocks noChangeAspect="1"/>
          </p:cNvPicPr>
          <p:nvPr/>
        </p:nvPicPr>
        <p:blipFill>
          <a:blip r:embed="rId9"/>
          <a:stretch>
            <a:fillRect/>
          </a:stretch>
        </p:blipFill>
        <p:spPr>
          <a:xfrm>
            <a:off x="731520" y="5603609"/>
            <a:ext cx="5378334" cy="378229"/>
          </a:xfrm>
          <a:prstGeom prst="rect">
            <a:avLst/>
          </a:prstGeom>
        </p:spPr>
      </p:pic>
      <p:sp>
        <p:nvSpPr>
          <p:cNvPr id="12" name="Rectangle 11"/>
          <p:cNvSpPr/>
          <p:nvPr/>
        </p:nvSpPr>
        <p:spPr>
          <a:xfrm>
            <a:off x="6583680" y="914400"/>
            <a:ext cx="5303520" cy="3749039"/>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dia_index.png"/>
          <p:cNvPicPr>
            <a:picLocks noChangeAspect="1"/>
          </p:cNvPicPr>
          <p:nvPr/>
        </p:nvPicPr>
        <p:blipFill>
          <a:blip r:embed="rId10"/>
          <a:stretch>
            <a:fillRect/>
          </a:stretch>
        </p:blipFill>
        <p:spPr>
          <a:xfrm>
            <a:off x="7048246" y="982980"/>
            <a:ext cx="4374388" cy="3611880"/>
          </a:xfrm>
          <a:prstGeom prst="rect">
            <a:avLst/>
          </a:prstGeom>
        </p:spPr>
      </p:pic>
      <p:sp>
        <p:nvSpPr>
          <p:cNvPr id="14" name="Rectangle 13"/>
          <p:cNvSpPr/>
          <p:nvPr/>
        </p:nvSpPr>
        <p:spPr>
          <a:xfrm>
            <a:off x="6583680" y="4754880"/>
            <a:ext cx="5303520" cy="1920240"/>
          </a:xfrm>
          <a:prstGeom prst="rect">
            <a:avLst/>
          </a:prstGeom>
          <a:solidFill>
            <a:srgbClr val="FFF4C9"/>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34baa53f9d86.png"/>
          <p:cNvPicPr>
            <a:picLocks noChangeAspect="1"/>
          </p:cNvPicPr>
          <p:nvPr/>
        </p:nvPicPr>
        <p:blipFill>
          <a:blip r:embed="rId11"/>
          <a:stretch>
            <a:fillRect/>
          </a:stretch>
        </p:blipFill>
        <p:spPr>
          <a:xfrm>
            <a:off x="6766560" y="4818888"/>
            <a:ext cx="2078181" cy="378229"/>
          </a:xfrm>
          <a:prstGeom prst="rect">
            <a:avLst/>
          </a:prstGeom>
        </p:spPr>
      </p:pic>
      <p:pic>
        <p:nvPicPr>
          <p:cNvPr id="16" name="Picture 15" descr="b5ef07b4bb8f.png"/>
          <p:cNvPicPr>
            <a:picLocks noChangeAspect="1"/>
          </p:cNvPicPr>
          <p:nvPr/>
        </p:nvPicPr>
        <p:blipFill>
          <a:blip r:embed="rId12"/>
          <a:stretch>
            <a:fillRect/>
          </a:stretch>
        </p:blipFill>
        <p:spPr>
          <a:xfrm>
            <a:off x="6812280" y="5215405"/>
            <a:ext cx="2585258" cy="303414"/>
          </a:xfrm>
          <a:prstGeom prst="rect">
            <a:avLst/>
          </a:prstGeom>
        </p:spPr>
      </p:pic>
      <p:pic>
        <p:nvPicPr>
          <p:cNvPr id="17" name="Picture 16" descr="f38ad630c16a.png"/>
          <p:cNvPicPr>
            <a:picLocks noChangeAspect="1"/>
          </p:cNvPicPr>
          <p:nvPr/>
        </p:nvPicPr>
        <p:blipFill>
          <a:blip r:embed="rId13"/>
          <a:stretch>
            <a:fillRect/>
          </a:stretch>
        </p:blipFill>
        <p:spPr>
          <a:xfrm>
            <a:off x="6812280" y="5546251"/>
            <a:ext cx="1986741" cy="303414"/>
          </a:xfrm>
          <a:prstGeom prst="rect">
            <a:avLst/>
          </a:prstGeom>
        </p:spPr>
      </p:pic>
      <p:pic>
        <p:nvPicPr>
          <p:cNvPr id="18" name="Picture 17" descr="fad1e248f65a.png"/>
          <p:cNvPicPr>
            <a:picLocks noChangeAspect="1"/>
          </p:cNvPicPr>
          <p:nvPr/>
        </p:nvPicPr>
        <p:blipFill>
          <a:blip r:embed="rId14"/>
          <a:stretch>
            <a:fillRect/>
          </a:stretch>
        </p:blipFill>
        <p:spPr>
          <a:xfrm>
            <a:off x="6812280" y="5877098"/>
            <a:ext cx="1670858" cy="30341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e15e990c3ae0.png"/>
          <p:cNvPicPr>
            <a:picLocks noChangeAspect="1"/>
          </p:cNvPicPr>
          <p:nvPr/>
        </p:nvPicPr>
        <p:blipFill>
          <a:blip r:embed="rId3"/>
          <a:stretch>
            <a:fillRect/>
          </a:stretch>
        </p:blipFill>
        <p:spPr>
          <a:xfrm>
            <a:off x="320040" y="27432"/>
            <a:ext cx="3611880" cy="561109"/>
          </a:xfrm>
          <a:prstGeom prst="rect">
            <a:avLst/>
          </a:prstGeom>
        </p:spPr>
      </p:pic>
      <p:pic>
        <p:nvPicPr>
          <p:cNvPr id="5" name="Picture 4" descr="25b5beb42097.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I.jpg"/>
          <p:cNvPicPr>
            <a:picLocks noChangeAspect="1"/>
          </p:cNvPicPr>
          <p:nvPr/>
        </p:nvPicPr>
        <p:blipFill>
          <a:blip r:embed="rId5"/>
          <a:stretch>
            <a:fillRect/>
          </a:stretch>
        </p:blipFill>
        <p:spPr>
          <a:xfrm>
            <a:off x="384048" y="1497264"/>
            <a:ext cx="5769864" cy="4119503"/>
          </a:xfrm>
          <a:prstGeom prst="rect">
            <a:avLst/>
          </a:prstGeom>
        </p:spPr>
      </p:pic>
      <p:sp>
        <p:nvSpPr>
          <p:cNvPr id="8" name="Rectangle 7"/>
          <p:cNvSpPr/>
          <p:nvPr/>
        </p:nvSpPr>
        <p:spPr>
          <a:xfrm>
            <a:off x="365760" y="6263640"/>
            <a:ext cx="1490472"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a4b5001e8622.png"/>
          <p:cNvPicPr>
            <a:picLocks noChangeAspect="1"/>
          </p:cNvPicPr>
          <p:nvPr/>
        </p:nvPicPr>
        <p:blipFill>
          <a:blip r:embed="rId6"/>
          <a:stretch>
            <a:fillRect/>
          </a:stretch>
        </p:blipFill>
        <p:spPr>
          <a:xfrm>
            <a:off x="493776" y="6272783"/>
            <a:ext cx="1234440" cy="257694"/>
          </a:xfrm>
          <a:prstGeom prst="rect">
            <a:avLst/>
          </a:prstGeom>
        </p:spPr>
      </p:pic>
      <p:pic>
        <p:nvPicPr>
          <p:cNvPr id="10" name="Picture 9" descr="32de3bf7a436.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162488e3bb12.png"/>
          <p:cNvPicPr>
            <a:picLocks noChangeAspect="1"/>
          </p:cNvPicPr>
          <p:nvPr/>
        </p:nvPicPr>
        <p:blipFill>
          <a:blip r:embed="rId3"/>
          <a:stretch>
            <a:fillRect/>
          </a:stretch>
        </p:blipFill>
        <p:spPr>
          <a:xfrm>
            <a:off x="320040" y="27432"/>
            <a:ext cx="2685010" cy="561109"/>
          </a:xfrm>
          <a:prstGeom prst="rect">
            <a:avLst/>
          </a:prstGeom>
        </p:spPr>
      </p:pic>
      <p:pic>
        <p:nvPicPr>
          <p:cNvPr id="5" name="Picture 4" descr="25b5beb42097.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d4643fcf7f98.png"/>
          <p:cNvPicPr>
            <a:picLocks noChangeAspect="1"/>
          </p:cNvPicPr>
          <p:nvPr/>
        </p:nvPicPr>
        <p:blipFill>
          <a:blip r:embed="rId5"/>
          <a:stretch>
            <a:fillRect/>
          </a:stretch>
        </p:blipFill>
        <p:spPr>
          <a:xfrm>
            <a:off x="384048" y="2356418"/>
            <a:ext cx="5769864" cy="2401195"/>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f3582cae8d23.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0e45dc9b1717.png"/>
          <p:cNvPicPr>
            <a:picLocks noChangeAspect="1"/>
          </p:cNvPicPr>
          <p:nvPr/>
        </p:nvPicPr>
        <p:blipFill>
          <a:blip r:embed="rId3"/>
          <a:stretch>
            <a:fillRect/>
          </a:stretch>
        </p:blipFill>
        <p:spPr>
          <a:xfrm>
            <a:off x="320040" y="27432"/>
            <a:ext cx="2680854" cy="561109"/>
          </a:xfrm>
          <a:prstGeom prst="rect">
            <a:avLst/>
          </a:prstGeom>
        </p:spPr>
      </p:pic>
      <p:pic>
        <p:nvPicPr>
          <p:cNvPr id="5" name="Picture 4" descr="25b5beb42097.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115812e16866.png"/>
          <p:cNvPicPr>
            <a:picLocks noChangeAspect="1"/>
          </p:cNvPicPr>
          <p:nvPr/>
        </p:nvPicPr>
        <p:blipFill>
          <a:blip r:embed="rId5"/>
          <a:stretch>
            <a:fillRect/>
          </a:stretch>
        </p:blipFill>
        <p:spPr>
          <a:xfrm>
            <a:off x="384048" y="2196144"/>
            <a:ext cx="5769864" cy="2721743"/>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61dd5b252e3e.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39323207bb42.png"/>
          <p:cNvPicPr>
            <a:picLocks noChangeAspect="1"/>
          </p:cNvPicPr>
          <p:nvPr/>
        </p:nvPicPr>
        <p:blipFill>
          <a:blip r:embed="rId3"/>
          <a:stretch>
            <a:fillRect/>
          </a:stretch>
        </p:blipFill>
        <p:spPr>
          <a:xfrm>
            <a:off x="320040" y="27432"/>
            <a:ext cx="2651760" cy="561109"/>
          </a:xfrm>
          <a:prstGeom prst="rect">
            <a:avLst/>
          </a:prstGeom>
        </p:spPr>
      </p:pic>
      <p:pic>
        <p:nvPicPr>
          <p:cNvPr id="5" name="Picture 4" descr="25b5beb42097.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be1393611eb3.png"/>
          <p:cNvPicPr>
            <a:picLocks noChangeAspect="1"/>
          </p:cNvPicPr>
          <p:nvPr/>
        </p:nvPicPr>
        <p:blipFill>
          <a:blip r:embed="rId5"/>
          <a:stretch>
            <a:fillRect/>
          </a:stretch>
        </p:blipFill>
        <p:spPr>
          <a:xfrm>
            <a:off x="384048" y="2455496"/>
            <a:ext cx="5769864" cy="2203038"/>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4b9f757e57e4.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69dcf3014f82.png"/>
          <p:cNvPicPr>
            <a:picLocks noChangeAspect="1"/>
          </p:cNvPicPr>
          <p:nvPr/>
        </p:nvPicPr>
        <p:blipFill>
          <a:blip r:embed="rId3"/>
          <a:stretch>
            <a:fillRect/>
          </a:stretch>
        </p:blipFill>
        <p:spPr>
          <a:xfrm>
            <a:off x="320040" y="27432"/>
            <a:ext cx="1533698" cy="561109"/>
          </a:xfrm>
          <a:prstGeom prst="rect">
            <a:avLst/>
          </a:prstGeom>
        </p:spPr>
      </p:pic>
      <p:sp>
        <p:nvSpPr>
          <p:cNvPr id="5" name="Rectangle 4"/>
          <p:cNvSpPr/>
          <p:nvPr/>
        </p:nvSpPr>
        <p:spPr>
          <a:xfrm>
            <a:off x="365760" y="914400"/>
            <a:ext cx="5943600" cy="5760720"/>
          </a:xfrm>
          <a:prstGeom prst="rect">
            <a:avLst/>
          </a:prstGeom>
          <a:solidFill>
            <a:srgbClr val="FDFBF3"/>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e704cffe3f8d.png"/>
          <p:cNvPicPr>
            <a:picLocks noChangeAspect="1"/>
          </p:cNvPicPr>
          <p:nvPr/>
        </p:nvPicPr>
        <p:blipFill>
          <a:blip r:embed="rId4"/>
          <a:stretch>
            <a:fillRect/>
          </a:stretch>
        </p:blipFill>
        <p:spPr>
          <a:xfrm>
            <a:off x="566928" y="1024128"/>
            <a:ext cx="773083" cy="440574"/>
          </a:xfrm>
          <a:prstGeom prst="rect">
            <a:avLst/>
          </a:prstGeom>
        </p:spPr>
      </p:pic>
      <p:pic>
        <p:nvPicPr>
          <p:cNvPr id="7" name="Picture 6" descr="283cc780f346.png"/>
          <p:cNvPicPr>
            <a:picLocks noChangeAspect="1"/>
          </p:cNvPicPr>
          <p:nvPr/>
        </p:nvPicPr>
        <p:blipFill>
          <a:blip r:embed="rId5"/>
          <a:stretch>
            <a:fillRect/>
          </a:stretch>
        </p:blipFill>
        <p:spPr>
          <a:xfrm>
            <a:off x="731520" y="1537854"/>
            <a:ext cx="5162203" cy="1662545"/>
          </a:xfrm>
          <a:prstGeom prst="rect">
            <a:avLst/>
          </a:prstGeom>
        </p:spPr>
      </p:pic>
      <p:pic>
        <p:nvPicPr>
          <p:cNvPr id="8" name="Picture 7" descr="619721d83829.png"/>
          <p:cNvPicPr>
            <a:picLocks noChangeAspect="1"/>
          </p:cNvPicPr>
          <p:nvPr/>
        </p:nvPicPr>
        <p:blipFill>
          <a:blip r:embed="rId6"/>
          <a:stretch>
            <a:fillRect/>
          </a:stretch>
        </p:blipFill>
        <p:spPr>
          <a:xfrm>
            <a:off x="566928" y="3474720"/>
            <a:ext cx="3445625" cy="440574"/>
          </a:xfrm>
          <a:prstGeom prst="rect">
            <a:avLst/>
          </a:prstGeom>
        </p:spPr>
      </p:pic>
      <p:pic>
        <p:nvPicPr>
          <p:cNvPr id="9" name="Picture 8" descr="bab9af2eac21.png"/>
          <p:cNvPicPr>
            <a:picLocks noChangeAspect="1"/>
          </p:cNvPicPr>
          <p:nvPr/>
        </p:nvPicPr>
        <p:blipFill>
          <a:blip r:embed="rId7"/>
          <a:stretch>
            <a:fillRect/>
          </a:stretch>
        </p:blipFill>
        <p:spPr>
          <a:xfrm>
            <a:off x="731520" y="3988446"/>
            <a:ext cx="5303520" cy="714894"/>
          </a:xfrm>
          <a:prstGeom prst="rect">
            <a:avLst/>
          </a:prstGeom>
        </p:spPr>
      </p:pic>
      <p:pic>
        <p:nvPicPr>
          <p:cNvPr id="10" name="Picture 9" descr="41b2014022d2.png"/>
          <p:cNvPicPr>
            <a:picLocks noChangeAspect="1"/>
          </p:cNvPicPr>
          <p:nvPr/>
        </p:nvPicPr>
        <p:blipFill>
          <a:blip r:embed="rId8"/>
          <a:stretch>
            <a:fillRect/>
          </a:stretch>
        </p:blipFill>
        <p:spPr>
          <a:xfrm>
            <a:off x="566928" y="4977661"/>
            <a:ext cx="951807" cy="440574"/>
          </a:xfrm>
          <a:prstGeom prst="rect">
            <a:avLst/>
          </a:prstGeom>
        </p:spPr>
      </p:pic>
      <p:pic>
        <p:nvPicPr>
          <p:cNvPr id="11" name="Picture 10" descr="b8efc8ee253d.png"/>
          <p:cNvPicPr>
            <a:picLocks noChangeAspect="1"/>
          </p:cNvPicPr>
          <p:nvPr/>
        </p:nvPicPr>
        <p:blipFill>
          <a:blip r:embed="rId9"/>
          <a:stretch>
            <a:fillRect/>
          </a:stretch>
        </p:blipFill>
        <p:spPr>
          <a:xfrm>
            <a:off x="731520" y="5491387"/>
            <a:ext cx="5000105" cy="399010"/>
          </a:xfrm>
          <a:prstGeom prst="rect">
            <a:avLst/>
          </a:prstGeom>
        </p:spPr>
      </p:pic>
      <p:sp>
        <p:nvSpPr>
          <p:cNvPr id="12" name="Rectangle 11"/>
          <p:cNvSpPr/>
          <p:nvPr/>
        </p:nvSpPr>
        <p:spPr>
          <a:xfrm>
            <a:off x="6583680" y="914400"/>
            <a:ext cx="5303520" cy="3749039"/>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dia_vraag.png"/>
          <p:cNvPicPr>
            <a:picLocks noChangeAspect="1"/>
          </p:cNvPicPr>
          <p:nvPr/>
        </p:nvPicPr>
        <p:blipFill>
          <a:blip r:embed="rId10"/>
          <a:stretch>
            <a:fillRect/>
          </a:stretch>
        </p:blipFill>
        <p:spPr>
          <a:xfrm>
            <a:off x="7048246" y="982980"/>
            <a:ext cx="4374388" cy="3611880"/>
          </a:xfrm>
          <a:prstGeom prst="rect">
            <a:avLst/>
          </a:prstGeom>
        </p:spPr>
      </p:pic>
      <p:sp>
        <p:nvSpPr>
          <p:cNvPr id="14" name="Rectangle 13"/>
          <p:cNvSpPr/>
          <p:nvPr/>
        </p:nvSpPr>
        <p:spPr>
          <a:xfrm>
            <a:off x="6583680" y="4754880"/>
            <a:ext cx="5303520" cy="1920240"/>
          </a:xfrm>
          <a:prstGeom prst="rect">
            <a:avLst/>
          </a:prstGeom>
          <a:solidFill>
            <a:srgbClr val="FFF4C9"/>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34baa53f9d86.png"/>
          <p:cNvPicPr>
            <a:picLocks noChangeAspect="1"/>
          </p:cNvPicPr>
          <p:nvPr/>
        </p:nvPicPr>
        <p:blipFill>
          <a:blip r:embed="rId11"/>
          <a:stretch>
            <a:fillRect/>
          </a:stretch>
        </p:blipFill>
        <p:spPr>
          <a:xfrm>
            <a:off x="6766560" y="4818888"/>
            <a:ext cx="2078181" cy="378229"/>
          </a:xfrm>
          <a:prstGeom prst="rect">
            <a:avLst/>
          </a:prstGeom>
        </p:spPr>
      </p:pic>
      <p:pic>
        <p:nvPicPr>
          <p:cNvPr id="16" name="Picture 15" descr="587279304454.png"/>
          <p:cNvPicPr>
            <a:picLocks noChangeAspect="1"/>
          </p:cNvPicPr>
          <p:nvPr/>
        </p:nvPicPr>
        <p:blipFill>
          <a:blip r:embed="rId12"/>
          <a:stretch>
            <a:fillRect/>
          </a:stretch>
        </p:blipFill>
        <p:spPr>
          <a:xfrm>
            <a:off x="6812280" y="5215405"/>
            <a:ext cx="2838796" cy="303414"/>
          </a:xfrm>
          <a:prstGeom prst="rect">
            <a:avLst/>
          </a:prstGeom>
        </p:spPr>
      </p:pic>
      <p:pic>
        <p:nvPicPr>
          <p:cNvPr id="17" name="Picture 16" descr="4f6e41ef0167.png"/>
          <p:cNvPicPr>
            <a:picLocks noChangeAspect="1"/>
          </p:cNvPicPr>
          <p:nvPr/>
        </p:nvPicPr>
        <p:blipFill>
          <a:blip r:embed="rId13"/>
          <a:stretch>
            <a:fillRect/>
          </a:stretch>
        </p:blipFill>
        <p:spPr>
          <a:xfrm>
            <a:off x="6812280" y="5546251"/>
            <a:ext cx="2813858" cy="30341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95f0c1ba7d3a.png"/>
          <p:cNvPicPr>
            <a:picLocks noChangeAspect="1"/>
          </p:cNvPicPr>
          <p:nvPr/>
        </p:nvPicPr>
        <p:blipFill>
          <a:blip r:embed="rId3"/>
          <a:stretch>
            <a:fillRect/>
          </a:stretch>
        </p:blipFill>
        <p:spPr>
          <a:xfrm>
            <a:off x="320040" y="27432"/>
            <a:ext cx="4725785" cy="561109"/>
          </a:xfrm>
          <a:prstGeom prst="rect">
            <a:avLst/>
          </a:prstGeom>
        </p:spPr>
      </p:pic>
      <p:pic>
        <p:nvPicPr>
          <p:cNvPr id="5" name="Picture 4" descr="1d05cf74fe38.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X.jpg"/>
          <p:cNvPicPr>
            <a:picLocks noChangeAspect="1"/>
          </p:cNvPicPr>
          <p:nvPr/>
        </p:nvPicPr>
        <p:blipFill>
          <a:blip r:embed="rId5"/>
          <a:stretch>
            <a:fillRect/>
          </a:stretch>
        </p:blipFill>
        <p:spPr>
          <a:xfrm>
            <a:off x="633547" y="987552"/>
            <a:ext cx="5270864" cy="5138928"/>
          </a:xfrm>
          <a:prstGeom prst="rect">
            <a:avLst/>
          </a:prstGeom>
        </p:spPr>
      </p:pic>
      <p:sp>
        <p:nvSpPr>
          <p:cNvPr id="8" name="Rectangle 7"/>
          <p:cNvSpPr/>
          <p:nvPr/>
        </p:nvSpPr>
        <p:spPr>
          <a:xfrm>
            <a:off x="365760" y="6263640"/>
            <a:ext cx="1490472"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a4b5001e8622.png"/>
          <p:cNvPicPr>
            <a:picLocks noChangeAspect="1"/>
          </p:cNvPicPr>
          <p:nvPr/>
        </p:nvPicPr>
        <p:blipFill>
          <a:blip r:embed="rId6"/>
          <a:stretch>
            <a:fillRect/>
          </a:stretch>
        </p:blipFill>
        <p:spPr>
          <a:xfrm>
            <a:off x="493776" y="6272783"/>
            <a:ext cx="1234440" cy="257694"/>
          </a:xfrm>
          <a:prstGeom prst="rect">
            <a:avLst/>
          </a:prstGeom>
        </p:spPr>
      </p:pic>
      <p:pic>
        <p:nvPicPr>
          <p:cNvPr id="10" name="Picture 9" descr="22b822ec6d6e.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e020bc190ccc.png"/>
          <p:cNvPicPr>
            <a:picLocks noChangeAspect="1"/>
          </p:cNvPicPr>
          <p:nvPr/>
        </p:nvPicPr>
        <p:blipFill>
          <a:blip r:embed="rId3"/>
          <a:stretch>
            <a:fillRect/>
          </a:stretch>
        </p:blipFill>
        <p:spPr>
          <a:xfrm>
            <a:off x="320040" y="27432"/>
            <a:ext cx="2689167" cy="561109"/>
          </a:xfrm>
          <a:prstGeom prst="rect">
            <a:avLst/>
          </a:prstGeom>
        </p:spPr>
      </p:pic>
      <p:pic>
        <p:nvPicPr>
          <p:cNvPr id="5" name="Picture 4" descr="1d05cf74fe38.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bfe25486c76d.png"/>
          <p:cNvPicPr>
            <a:picLocks noChangeAspect="1"/>
          </p:cNvPicPr>
          <p:nvPr/>
        </p:nvPicPr>
        <p:blipFill>
          <a:blip r:embed="rId5"/>
          <a:stretch>
            <a:fillRect/>
          </a:stretch>
        </p:blipFill>
        <p:spPr>
          <a:xfrm>
            <a:off x="384048" y="2776044"/>
            <a:ext cx="5769864" cy="1561942"/>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7de0b8a75f92.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f19a1a84e3c0.png"/>
          <p:cNvPicPr>
            <a:picLocks noChangeAspect="1"/>
          </p:cNvPicPr>
          <p:nvPr/>
        </p:nvPicPr>
        <p:blipFill>
          <a:blip r:embed="rId3"/>
          <a:stretch>
            <a:fillRect/>
          </a:stretch>
        </p:blipFill>
        <p:spPr>
          <a:xfrm>
            <a:off x="320040" y="27432"/>
            <a:ext cx="2685010" cy="561109"/>
          </a:xfrm>
          <a:prstGeom prst="rect">
            <a:avLst/>
          </a:prstGeom>
        </p:spPr>
      </p:pic>
      <p:pic>
        <p:nvPicPr>
          <p:cNvPr id="5" name="Picture 4" descr="1d05cf74fe38.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ac8097cbe084.png"/>
          <p:cNvPicPr>
            <a:picLocks noChangeAspect="1"/>
          </p:cNvPicPr>
          <p:nvPr/>
        </p:nvPicPr>
        <p:blipFill>
          <a:blip r:embed="rId5"/>
          <a:stretch>
            <a:fillRect/>
          </a:stretch>
        </p:blipFill>
        <p:spPr>
          <a:xfrm>
            <a:off x="384048" y="2615770"/>
            <a:ext cx="5769864" cy="1882490"/>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c45d3f58bdff.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ecfd1b0588a4.png"/>
          <p:cNvPicPr>
            <a:picLocks noChangeAspect="1"/>
          </p:cNvPicPr>
          <p:nvPr/>
        </p:nvPicPr>
        <p:blipFill>
          <a:blip r:embed="rId3"/>
          <a:stretch>
            <a:fillRect/>
          </a:stretch>
        </p:blipFill>
        <p:spPr>
          <a:xfrm>
            <a:off x="320040" y="27432"/>
            <a:ext cx="2655916" cy="561109"/>
          </a:xfrm>
          <a:prstGeom prst="rect">
            <a:avLst/>
          </a:prstGeom>
        </p:spPr>
      </p:pic>
      <p:pic>
        <p:nvPicPr>
          <p:cNvPr id="5" name="Picture 4" descr="1d05cf74fe38.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a931d1092a4b.png"/>
          <p:cNvPicPr>
            <a:picLocks noChangeAspect="1"/>
          </p:cNvPicPr>
          <p:nvPr/>
        </p:nvPicPr>
        <p:blipFill>
          <a:blip r:embed="rId5"/>
          <a:stretch>
            <a:fillRect/>
          </a:stretch>
        </p:blipFill>
        <p:spPr>
          <a:xfrm>
            <a:off x="384048" y="2452582"/>
            <a:ext cx="5769864" cy="2208867"/>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sp>
        <p:nvSpPr>
          <p:cNvPr id="10" name="Rectangle 9"/>
          <p:cNvSpPr/>
          <p:nvPr/>
        </p:nvSpPr>
        <p:spPr>
          <a:xfrm>
            <a:off x="1795549" y="6263640"/>
            <a:ext cx="513726" cy="347472"/>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eded57a044f2.png"/>
          <p:cNvPicPr>
            <a:picLocks noChangeAspect="1"/>
          </p:cNvPicPr>
          <p:nvPr/>
        </p:nvPicPr>
        <p:blipFill>
          <a:blip r:embed="rId7"/>
          <a:stretch>
            <a:fillRect/>
          </a:stretch>
        </p:blipFill>
        <p:spPr>
          <a:xfrm>
            <a:off x="1923565" y="6272784"/>
            <a:ext cx="257694" cy="257694"/>
          </a:xfrm>
          <a:prstGeom prst="rect">
            <a:avLst/>
          </a:prstGeom>
        </p:spPr>
      </p:pic>
      <p:pic>
        <p:nvPicPr>
          <p:cNvPr id="12" name="Picture 11" descr="454a49fa3677.png"/>
          <p:cNvPicPr>
            <a:picLocks noChangeAspect="1"/>
          </p:cNvPicPr>
          <p:nvPr/>
        </p:nvPicPr>
        <p:blipFill>
          <a:blip r:embed="rId8"/>
          <a:stretch>
            <a:fillRect/>
          </a:stretch>
        </p:blipFill>
        <p:spPr>
          <a:xfrm>
            <a:off x="6355080" y="886968"/>
            <a:ext cx="5486400" cy="5769864"/>
          </a:xfrm>
          <a:prstGeom prst="rect">
            <a:avLst/>
          </a:prstGeom>
        </p:spPr>
      </p:pic>
      <p:sp>
        <p:nvSpPr>
          <p:cNvPr id="13" name="Rectangle 12"/>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5751b46425c3.png"/>
          <p:cNvPicPr>
            <a:picLocks noChangeAspect="1"/>
          </p:cNvPicPr>
          <p:nvPr/>
        </p:nvPicPr>
        <p:blipFill>
          <a:blip r:embed="rId3"/>
          <a:stretch>
            <a:fillRect/>
          </a:stretch>
        </p:blipFill>
        <p:spPr>
          <a:xfrm>
            <a:off x="320040" y="27432"/>
            <a:ext cx="1870363" cy="561109"/>
          </a:xfrm>
          <a:prstGeom prst="rect">
            <a:avLst/>
          </a:prstGeom>
        </p:spPr>
      </p:pic>
      <p:sp>
        <p:nvSpPr>
          <p:cNvPr id="5" name="Rectangle 4"/>
          <p:cNvSpPr/>
          <p:nvPr/>
        </p:nvSpPr>
        <p:spPr>
          <a:xfrm>
            <a:off x="365760" y="914400"/>
            <a:ext cx="5943600" cy="5760720"/>
          </a:xfrm>
          <a:prstGeom prst="rect">
            <a:avLst/>
          </a:prstGeom>
          <a:solidFill>
            <a:srgbClr val="FDFBF3"/>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e704cffe3f8d.png"/>
          <p:cNvPicPr>
            <a:picLocks noChangeAspect="1"/>
          </p:cNvPicPr>
          <p:nvPr/>
        </p:nvPicPr>
        <p:blipFill>
          <a:blip r:embed="rId4"/>
          <a:stretch>
            <a:fillRect/>
          </a:stretch>
        </p:blipFill>
        <p:spPr>
          <a:xfrm>
            <a:off x="566928" y="1024128"/>
            <a:ext cx="773083" cy="440574"/>
          </a:xfrm>
          <a:prstGeom prst="rect">
            <a:avLst/>
          </a:prstGeom>
        </p:spPr>
      </p:pic>
      <p:pic>
        <p:nvPicPr>
          <p:cNvPr id="7" name="Picture 6" descr="7859c3160e64.png"/>
          <p:cNvPicPr>
            <a:picLocks noChangeAspect="1"/>
          </p:cNvPicPr>
          <p:nvPr/>
        </p:nvPicPr>
        <p:blipFill>
          <a:blip r:embed="rId5"/>
          <a:stretch>
            <a:fillRect/>
          </a:stretch>
        </p:blipFill>
        <p:spPr>
          <a:xfrm>
            <a:off x="731520" y="1537854"/>
            <a:ext cx="5299363" cy="1662545"/>
          </a:xfrm>
          <a:prstGeom prst="rect">
            <a:avLst/>
          </a:prstGeom>
        </p:spPr>
      </p:pic>
      <p:pic>
        <p:nvPicPr>
          <p:cNvPr id="8" name="Picture 7" descr="619721d83829.png"/>
          <p:cNvPicPr>
            <a:picLocks noChangeAspect="1"/>
          </p:cNvPicPr>
          <p:nvPr/>
        </p:nvPicPr>
        <p:blipFill>
          <a:blip r:embed="rId6"/>
          <a:stretch>
            <a:fillRect/>
          </a:stretch>
        </p:blipFill>
        <p:spPr>
          <a:xfrm>
            <a:off x="566928" y="3474720"/>
            <a:ext cx="3445625" cy="440574"/>
          </a:xfrm>
          <a:prstGeom prst="rect">
            <a:avLst/>
          </a:prstGeom>
        </p:spPr>
      </p:pic>
      <p:pic>
        <p:nvPicPr>
          <p:cNvPr id="9" name="Picture 8" descr="b9a16d5d6e1f.png"/>
          <p:cNvPicPr>
            <a:picLocks noChangeAspect="1"/>
          </p:cNvPicPr>
          <p:nvPr/>
        </p:nvPicPr>
        <p:blipFill>
          <a:blip r:embed="rId7"/>
          <a:stretch>
            <a:fillRect/>
          </a:stretch>
        </p:blipFill>
        <p:spPr>
          <a:xfrm>
            <a:off x="731520" y="3988446"/>
            <a:ext cx="5137265" cy="1030778"/>
          </a:xfrm>
          <a:prstGeom prst="rect">
            <a:avLst/>
          </a:prstGeom>
        </p:spPr>
      </p:pic>
      <p:pic>
        <p:nvPicPr>
          <p:cNvPr id="10" name="Picture 9" descr="41b2014022d2.png"/>
          <p:cNvPicPr>
            <a:picLocks noChangeAspect="1"/>
          </p:cNvPicPr>
          <p:nvPr/>
        </p:nvPicPr>
        <p:blipFill>
          <a:blip r:embed="rId8"/>
          <a:stretch>
            <a:fillRect/>
          </a:stretch>
        </p:blipFill>
        <p:spPr>
          <a:xfrm>
            <a:off x="566928" y="5293544"/>
            <a:ext cx="951807" cy="440574"/>
          </a:xfrm>
          <a:prstGeom prst="rect">
            <a:avLst/>
          </a:prstGeom>
        </p:spPr>
      </p:pic>
      <p:pic>
        <p:nvPicPr>
          <p:cNvPr id="11" name="Picture 10" descr="037ea28fb6fe.png"/>
          <p:cNvPicPr>
            <a:picLocks noChangeAspect="1"/>
          </p:cNvPicPr>
          <p:nvPr/>
        </p:nvPicPr>
        <p:blipFill>
          <a:blip r:embed="rId9"/>
          <a:stretch>
            <a:fillRect/>
          </a:stretch>
        </p:blipFill>
        <p:spPr>
          <a:xfrm>
            <a:off x="731520" y="5807271"/>
            <a:ext cx="5058294" cy="399010"/>
          </a:xfrm>
          <a:prstGeom prst="rect">
            <a:avLst/>
          </a:prstGeom>
        </p:spPr>
      </p:pic>
      <p:sp>
        <p:nvSpPr>
          <p:cNvPr id="12" name="Rectangle 11"/>
          <p:cNvSpPr/>
          <p:nvPr/>
        </p:nvSpPr>
        <p:spPr>
          <a:xfrm>
            <a:off x="6583680" y="914400"/>
            <a:ext cx="5303520" cy="3749039"/>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dia_aanbod.png"/>
          <p:cNvPicPr>
            <a:picLocks noChangeAspect="1"/>
          </p:cNvPicPr>
          <p:nvPr/>
        </p:nvPicPr>
        <p:blipFill>
          <a:blip r:embed="rId10"/>
          <a:stretch>
            <a:fillRect/>
          </a:stretch>
        </p:blipFill>
        <p:spPr>
          <a:xfrm>
            <a:off x="7048246" y="982980"/>
            <a:ext cx="4374388" cy="3611880"/>
          </a:xfrm>
          <a:prstGeom prst="rect">
            <a:avLst/>
          </a:prstGeom>
        </p:spPr>
      </p:pic>
      <p:sp>
        <p:nvSpPr>
          <p:cNvPr id="14" name="Rectangle 13"/>
          <p:cNvSpPr/>
          <p:nvPr/>
        </p:nvSpPr>
        <p:spPr>
          <a:xfrm>
            <a:off x="6583680" y="4754880"/>
            <a:ext cx="5303520" cy="1920240"/>
          </a:xfrm>
          <a:prstGeom prst="rect">
            <a:avLst/>
          </a:prstGeom>
          <a:solidFill>
            <a:srgbClr val="FFF4C9"/>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34baa53f9d86.png"/>
          <p:cNvPicPr>
            <a:picLocks noChangeAspect="1"/>
          </p:cNvPicPr>
          <p:nvPr/>
        </p:nvPicPr>
        <p:blipFill>
          <a:blip r:embed="rId11"/>
          <a:stretch>
            <a:fillRect/>
          </a:stretch>
        </p:blipFill>
        <p:spPr>
          <a:xfrm>
            <a:off x="6766560" y="4818888"/>
            <a:ext cx="2078181" cy="378229"/>
          </a:xfrm>
          <a:prstGeom prst="rect">
            <a:avLst/>
          </a:prstGeom>
        </p:spPr>
      </p:pic>
      <p:pic>
        <p:nvPicPr>
          <p:cNvPr id="16" name="Picture 15" descr="573eeba81230.png"/>
          <p:cNvPicPr>
            <a:picLocks noChangeAspect="1"/>
          </p:cNvPicPr>
          <p:nvPr/>
        </p:nvPicPr>
        <p:blipFill>
          <a:blip r:embed="rId12"/>
          <a:stretch>
            <a:fillRect/>
          </a:stretch>
        </p:blipFill>
        <p:spPr>
          <a:xfrm>
            <a:off x="6812280" y="5215405"/>
            <a:ext cx="3449781" cy="303414"/>
          </a:xfrm>
          <a:prstGeom prst="rect">
            <a:avLst/>
          </a:prstGeom>
        </p:spPr>
      </p:pic>
      <p:pic>
        <p:nvPicPr>
          <p:cNvPr id="17" name="Picture 16" descr="0508f44e4229.png"/>
          <p:cNvPicPr>
            <a:picLocks noChangeAspect="1"/>
          </p:cNvPicPr>
          <p:nvPr/>
        </p:nvPicPr>
        <p:blipFill>
          <a:blip r:embed="rId13"/>
          <a:stretch>
            <a:fillRect/>
          </a:stretch>
        </p:blipFill>
        <p:spPr>
          <a:xfrm>
            <a:off x="6812280" y="5546251"/>
            <a:ext cx="2930236" cy="303414"/>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d004026a5b4e.png"/>
          <p:cNvPicPr>
            <a:picLocks noChangeAspect="1"/>
          </p:cNvPicPr>
          <p:nvPr/>
        </p:nvPicPr>
        <p:blipFill>
          <a:blip r:embed="rId3"/>
          <a:stretch>
            <a:fillRect/>
          </a:stretch>
        </p:blipFill>
        <p:spPr>
          <a:xfrm>
            <a:off x="320040" y="27432"/>
            <a:ext cx="4950229" cy="561109"/>
          </a:xfrm>
          <a:prstGeom prst="rect">
            <a:avLst/>
          </a:prstGeom>
        </p:spPr>
      </p:pic>
      <p:pic>
        <p:nvPicPr>
          <p:cNvPr id="5" name="Picture 4" descr="c543a105df08.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AC1.jpg"/>
          <p:cNvPicPr>
            <a:picLocks noChangeAspect="1"/>
          </p:cNvPicPr>
          <p:nvPr/>
        </p:nvPicPr>
        <p:blipFill>
          <a:blip r:embed="rId5"/>
          <a:stretch>
            <a:fillRect/>
          </a:stretch>
        </p:blipFill>
        <p:spPr>
          <a:xfrm>
            <a:off x="384048" y="1761820"/>
            <a:ext cx="5769864" cy="2923693"/>
          </a:xfrm>
          <a:prstGeom prst="rect">
            <a:avLst/>
          </a:prstGeom>
        </p:spPr>
      </p:pic>
      <p:pic>
        <p:nvPicPr>
          <p:cNvPr id="8" name="Picture 7" descr="AC2.jpg"/>
          <p:cNvPicPr>
            <a:picLocks noChangeAspect="1"/>
          </p:cNvPicPr>
          <p:nvPr/>
        </p:nvPicPr>
        <p:blipFill>
          <a:blip r:embed="rId6"/>
          <a:stretch>
            <a:fillRect/>
          </a:stretch>
        </p:blipFill>
        <p:spPr>
          <a:xfrm>
            <a:off x="384048" y="4795241"/>
            <a:ext cx="5769864" cy="556970"/>
          </a:xfrm>
          <a:prstGeom prst="rect">
            <a:avLst/>
          </a:prstGeom>
        </p:spPr>
      </p:pic>
      <p:sp>
        <p:nvSpPr>
          <p:cNvPr id="9" name="Rectangle 8"/>
          <p:cNvSpPr/>
          <p:nvPr/>
        </p:nvSpPr>
        <p:spPr>
          <a:xfrm>
            <a:off x="365760" y="6263640"/>
            <a:ext cx="1490472"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4b5001e8622.png"/>
          <p:cNvPicPr>
            <a:picLocks noChangeAspect="1"/>
          </p:cNvPicPr>
          <p:nvPr/>
        </p:nvPicPr>
        <p:blipFill>
          <a:blip r:embed="rId7"/>
          <a:stretch>
            <a:fillRect/>
          </a:stretch>
        </p:blipFill>
        <p:spPr>
          <a:xfrm>
            <a:off x="493776" y="6272783"/>
            <a:ext cx="1234440" cy="257694"/>
          </a:xfrm>
          <a:prstGeom prst="rect">
            <a:avLst/>
          </a:prstGeom>
        </p:spPr>
      </p:pic>
      <p:pic>
        <p:nvPicPr>
          <p:cNvPr id="11" name="Picture 10" descr="cffc2df5471a.png"/>
          <p:cNvPicPr>
            <a:picLocks noChangeAspect="1"/>
          </p:cNvPicPr>
          <p:nvPr/>
        </p:nvPicPr>
        <p:blipFill>
          <a:blip r:embed="rId8"/>
          <a:stretch>
            <a:fillRect/>
          </a:stretch>
        </p:blipFill>
        <p:spPr>
          <a:xfrm>
            <a:off x="6355080" y="886968"/>
            <a:ext cx="5486400" cy="5769864"/>
          </a:xfrm>
          <a:prstGeom prst="rect">
            <a:avLst/>
          </a:prstGeom>
        </p:spPr>
      </p:pic>
      <p:sp>
        <p:nvSpPr>
          <p:cNvPr id="12" name="Rectangle 11"/>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b08d36a604b8.png"/>
          <p:cNvPicPr>
            <a:picLocks noChangeAspect="1"/>
          </p:cNvPicPr>
          <p:nvPr/>
        </p:nvPicPr>
        <p:blipFill>
          <a:blip r:embed="rId3"/>
          <a:stretch>
            <a:fillRect/>
          </a:stretch>
        </p:blipFill>
        <p:spPr>
          <a:xfrm>
            <a:off x="320040" y="27432"/>
            <a:ext cx="2685010" cy="561109"/>
          </a:xfrm>
          <a:prstGeom prst="rect">
            <a:avLst/>
          </a:prstGeom>
        </p:spPr>
      </p:pic>
      <p:pic>
        <p:nvPicPr>
          <p:cNvPr id="5" name="Picture 4" descr="c543a105df08.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d98dc0284595.png"/>
          <p:cNvPicPr>
            <a:picLocks noChangeAspect="1"/>
          </p:cNvPicPr>
          <p:nvPr/>
        </p:nvPicPr>
        <p:blipFill>
          <a:blip r:embed="rId5"/>
          <a:stretch>
            <a:fillRect/>
          </a:stretch>
        </p:blipFill>
        <p:spPr>
          <a:xfrm>
            <a:off x="384048" y="2356418"/>
            <a:ext cx="5769864" cy="2401195"/>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f71ba6f9ceb2.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8396e0a1034a.png"/>
          <p:cNvPicPr>
            <a:picLocks noChangeAspect="1"/>
          </p:cNvPicPr>
          <p:nvPr/>
        </p:nvPicPr>
        <p:blipFill>
          <a:blip r:embed="rId3"/>
          <a:stretch>
            <a:fillRect/>
          </a:stretch>
        </p:blipFill>
        <p:spPr>
          <a:xfrm>
            <a:off x="320040" y="27432"/>
            <a:ext cx="2685010" cy="561109"/>
          </a:xfrm>
          <a:prstGeom prst="rect">
            <a:avLst/>
          </a:prstGeom>
        </p:spPr>
      </p:pic>
      <p:pic>
        <p:nvPicPr>
          <p:cNvPr id="5" name="Picture 4" descr="c543a105df08.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d03cede1e34e.png"/>
          <p:cNvPicPr>
            <a:picLocks noChangeAspect="1"/>
          </p:cNvPicPr>
          <p:nvPr/>
        </p:nvPicPr>
        <p:blipFill>
          <a:blip r:embed="rId5"/>
          <a:stretch>
            <a:fillRect/>
          </a:stretch>
        </p:blipFill>
        <p:spPr>
          <a:xfrm>
            <a:off x="384048" y="2776044"/>
            <a:ext cx="5769864" cy="1561942"/>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5a1f3fe64e53.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3314b137869a.png"/>
          <p:cNvPicPr>
            <a:picLocks noChangeAspect="1"/>
          </p:cNvPicPr>
          <p:nvPr/>
        </p:nvPicPr>
        <p:blipFill>
          <a:blip r:embed="rId3"/>
          <a:stretch>
            <a:fillRect/>
          </a:stretch>
        </p:blipFill>
        <p:spPr>
          <a:xfrm>
            <a:off x="320040" y="27432"/>
            <a:ext cx="2651760" cy="561109"/>
          </a:xfrm>
          <a:prstGeom prst="rect">
            <a:avLst/>
          </a:prstGeom>
        </p:spPr>
      </p:pic>
      <p:pic>
        <p:nvPicPr>
          <p:cNvPr id="5" name="Picture 4" descr="c543a105df08.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7f2281d82a08.png"/>
          <p:cNvPicPr>
            <a:picLocks noChangeAspect="1"/>
          </p:cNvPicPr>
          <p:nvPr/>
        </p:nvPicPr>
        <p:blipFill>
          <a:blip r:embed="rId5"/>
          <a:stretch>
            <a:fillRect/>
          </a:stretch>
        </p:blipFill>
        <p:spPr>
          <a:xfrm>
            <a:off x="384048" y="2615770"/>
            <a:ext cx="5769864" cy="1882490"/>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17402c51cf51.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9e0c8a8e9652.png"/>
          <p:cNvPicPr>
            <a:picLocks noChangeAspect="1"/>
          </p:cNvPicPr>
          <p:nvPr/>
        </p:nvPicPr>
        <p:blipFill>
          <a:blip r:embed="rId3"/>
          <a:stretch>
            <a:fillRect/>
          </a:stretch>
        </p:blipFill>
        <p:spPr>
          <a:xfrm>
            <a:off x="320040" y="27432"/>
            <a:ext cx="2468880" cy="561109"/>
          </a:xfrm>
          <a:prstGeom prst="rect">
            <a:avLst/>
          </a:prstGeom>
        </p:spPr>
      </p:pic>
      <p:sp>
        <p:nvSpPr>
          <p:cNvPr id="5" name="Rectangle 4"/>
          <p:cNvSpPr/>
          <p:nvPr/>
        </p:nvSpPr>
        <p:spPr>
          <a:xfrm>
            <a:off x="365760" y="914400"/>
            <a:ext cx="5943600" cy="5760720"/>
          </a:xfrm>
          <a:prstGeom prst="rect">
            <a:avLst/>
          </a:prstGeom>
          <a:solidFill>
            <a:srgbClr val="FDFBF3"/>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e704cffe3f8d.png"/>
          <p:cNvPicPr>
            <a:picLocks noChangeAspect="1"/>
          </p:cNvPicPr>
          <p:nvPr/>
        </p:nvPicPr>
        <p:blipFill>
          <a:blip r:embed="rId4"/>
          <a:stretch>
            <a:fillRect/>
          </a:stretch>
        </p:blipFill>
        <p:spPr>
          <a:xfrm>
            <a:off x="566928" y="1024128"/>
            <a:ext cx="773083" cy="440574"/>
          </a:xfrm>
          <a:prstGeom prst="rect">
            <a:avLst/>
          </a:prstGeom>
        </p:spPr>
      </p:pic>
      <p:pic>
        <p:nvPicPr>
          <p:cNvPr id="7" name="Picture 6" descr="60ae27bb5e5a.png"/>
          <p:cNvPicPr>
            <a:picLocks noChangeAspect="1"/>
          </p:cNvPicPr>
          <p:nvPr/>
        </p:nvPicPr>
        <p:blipFill>
          <a:blip r:embed="rId5"/>
          <a:stretch>
            <a:fillRect/>
          </a:stretch>
        </p:blipFill>
        <p:spPr>
          <a:xfrm>
            <a:off x="731520" y="1537854"/>
            <a:ext cx="5320145" cy="1662545"/>
          </a:xfrm>
          <a:prstGeom prst="rect">
            <a:avLst/>
          </a:prstGeom>
        </p:spPr>
      </p:pic>
      <p:pic>
        <p:nvPicPr>
          <p:cNvPr id="8" name="Picture 7" descr="619721d83829.png"/>
          <p:cNvPicPr>
            <a:picLocks noChangeAspect="1"/>
          </p:cNvPicPr>
          <p:nvPr/>
        </p:nvPicPr>
        <p:blipFill>
          <a:blip r:embed="rId6"/>
          <a:stretch>
            <a:fillRect/>
          </a:stretch>
        </p:blipFill>
        <p:spPr>
          <a:xfrm>
            <a:off x="566928" y="3474720"/>
            <a:ext cx="3445625" cy="440574"/>
          </a:xfrm>
          <a:prstGeom prst="rect">
            <a:avLst/>
          </a:prstGeom>
        </p:spPr>
      </p:pic>
      <p:pic>
        <p:nvPicPr>
          <p:cNvPr id="9" name="Picture 8" descr="c646532840f4.png"/>
          <p:cNvPicPr>
            <a:picLocks noChangeAspect="1"/>
          </p:cNvPicPr>
          <p:nvPr/>
        </p:nvPicPr>
        <p:blipFill>
          <a:blip r:embed="rId7"/>
          <a:stretch>
            <a:fillRect/>
          </a:stretch>
        </p:blipFill>
        <p:spPr>
          <a:xfrm>
            <a:off x="731520" y="3988446"/>
            <a:ext cx="5241174" cy="714894"/>
          </a:xfrm>
          <a:prstGeom prst="rect">
            <a:avLst/>
          </a:prstGeom>
        </p:spPr>
      </p:pic>
      <p:pic>
        <p:nvPicPr>
          <p:cNvPr id="10" name="Picture 9" descr="41b2014022d2.png"/>
          <p:cNvPicPr>
            <a:picLocks noChangeAspect="1"/>
          </p:cNvPicPr>
          <p:nvPr/>
        </p:nvPicPr>
        <p:blipFill>
          <a:blip r:embed="rId8"/>
          <a:stretch>
            <a:fillRect/>
          </a:stretch>
        </p:blipFill>
        <p:spPr>
          <a:xfrm>
            <a:off x="566928" y="4977661"/>
            <a:ext cx="951807" cy="440574"/>
          </a:xfrm>
          <a:prstGeom prst="rect">
            <a:avLst/>
          </a:prstGeom>
        </p:spPr>
      </p:pic>
      <p:pic>
        <p:nvPicPr>
          <p:cNvPr id="11" name="Picture 10" descr="916346d70999.png"/>
          <p:cNvPicPr>
            <a:picLocks noChangeAspect="1"/>
          </p:cNvPicPr>
          <p:nvPr/>
        </p:nvPicPr>
        <p:blipFill>
          <a:blip r:embed="rId9"/>
          <a:stretch>
            <a:fillRect/>
          </a:stretch>
        </p:blipFill>
        <p:spPr>
          <a:xfrm>
            <a:off x="731520" y="5491387"/>
            <a:ext cx="4962698" cy="399010"/>
          </a:xfrm>
          <a:prstGeom prst="rect">
            <a:avLst/>
          </a:prstGeom>
        </p:spPr>
      </p:pic>
      <p:sp>
        <p:nvSpPr>
          <p:cNvPr id="12" name="Rectangle 11"/>
          <p:cNvSpPr/>
          <p:nvPr/>
        </p:nvSpPr>
        <p:spPr>
          <a:xfrm>
            <a:off x="6583680" y="914400"/>
            <a:ext cx="5303520" cy="3749039"/>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dia_evenwicht.png"/>
          <p:cNvPicPr>
            <a:picLocks noChangeAspect="1"/>
          </p:cNvPicPr>
          <p:nvPr/>
        </p:nvPicPr>
        <p:blipFill>
          <a:blip r:embed="rId10"/>
          <a:stretch>
            <a:fillRect/>
          </a:stretch>
        </p:blipFill>
        <p:spPr>
          <a:xfrm>
            <a:off x="7048246" y="982980"/>
            <a:ext cx="4374388" cy="3611880"/>
          </a:xfrm>
          <a:prstGeom prst="rect">
            <a:avLst/>
          </a:prstGeom>
        </p:spPr>
      </p:pic>
      <p:sp>
        <p:nvSpPr>
          <p:cNvPr id="14" name="Rectangle 13"/>
          <p:cNvSpPr/>
          <p:nvPr/>
        </p:nvSpPr>
        <p:spPr>
          <a:xfrm>
            <a:off x="6583680" y="4754880"/>
            <a:ext cx="5303520" cy="1920240"/>
          </a:xfrm>
          <a:prstGeom prst="rect">
            <a:avLst/>
          </a:prstGeom>
          <a:solidFill>
            <a:srgbClr val="FFF4C9"/>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34baa53f9d86.png"/>
          <p:cNvPicPr>
            <a:picLocks noChangeAspect="1"/>
          </p:cNvPicPr>
          <p:nvPr/>
        </p:nvPicPr>
        <p:blipFill>
          <a:blip r:embed="rId11"/>
          <a:stretch>
            <a:fillRect/>
          </a:stretch>
        </p:blipFill>
        <p:spPr>
          <a:xfrm>
            <a:off x="6766560" y="4818888"/>
            <a:ext cx="2078181" cy="378229"/>
          </a:xfrm>
          <a:prstGeom prst="rect">
            <a:avLst/>
          </a:prstGeom>
        </p:spPr>
      </p:pic>
      <p:pic>
        <p:nvPicPr>
          <p:cNvPr id="16" name="Picture 15" descr="21ef054e6b04.png"/>
          <p:cNvPicPr>
            <a:picLocks noChangeAspect="1"/>
          </p:cNvPicPr>
          <p:nvPr/>
        </p:nvPicPr>
        <p:blipFill>
          <a:blip r:embed="rId12"/>
          <a:stretch>
            <a:fillRect/>
          </a:stretch>
        </p:blipFill>
        <p:spPr>
          <a:xfrm>
            <a:off x="6812280" y="5215405"/>
            <a:ext cx="3013363" cy="303414"/>
          </a:xfrm>
          <a:prstGeom prst="rect">
            <a:avLst/>
          </a:prstGeom>
        </p:spPr>
      </p:pic>
      <p:pic>
        <p:nvPicPr>
          <p:cNvPr id="17" name="Picture 16" descr="74ec5d44af55.png"/>
          <p:cNvPicPr>
            <a:picLocks noChangeAspect="1"/>
          </p:cNvPicPr>
          <p:nvPr/>
        </p:nvPicPr>
        <p:blipFill>
          <a:blip r:embed="rId13"/>
          <a:stretch>
            <a:fillRect/>
          </a:stretch>
        </p:blipFill>
        <p:spPr>
          <a:xfrm>
            <a:off x="6812280" y="5546251"/>
            <a:ext cx="3229494" cy="303414"/>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8adf2230dbb4.png"/>
          <p:cNvPicPr>
            <a:picLocks noChangeAspect="1"/>
          </p:cNvPicPr>
          <p:nvPr/>
        </p:nvPicPr>
        <p:blipFill>
          <a:blip r:embed="rId3"/>
          <a:stretch>
            <a:fillRect/>
          </a:stretch>
        </p:blipFill>
        <p:spPr>
          <a:xfrm>
            <a:off x="320040" y="27432"/>
            <a:ext cx="5581996" cy="561109"/>
          </a:xfrm>
          <a:prstGeom prst="rect">
            <a:avLst/>
          </a:prstGeom>
        </p:spPr>
      </p:pic>
      <p:pic>
        <p:nvPicPr>
          <p:cNvPr id="5" name="Picture 4" descr="5bee42cf891c.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AF1.jpg"/>
          <p:cNvPicPr>
            <a:picLocks noChangeAspect="1"/>
          </p:cNvPicPr>
          <p:nvPr/>
        </p:nvPicPr>
        <p:blipFill>
          <a:blip r:embed="rId5"/>
          <a:stretch>
            <a:fillRect/>
          </a:stretch>
        </p:blipFill>
        <p:spPr>
          <a:xfrm>
            <a:off x="384048" y="1400130"/>
            <a:ext cx="5769864" cy="4313771"/>
          </a:xfrm>
          <a:prstGeom prst="rect">
            <a:avLst/>
          </a:prstGeom>
        </p:spPr>
      </p:pic>
      <p:sp>
        <p:nvSpPr>
          <p:cNvPr id="8" name="Rectangle 7"/>
          <p:cNvSpPr/>
          <p:nvPr/>
        </p:nvSpPr>
        <p:spPr>
          <a:xfrm>
            <a:off x="365760" y="6263640"/>
            <a:ext cx="1490472"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a4b5001e8622.png"/>
          <p:cNvPicPr>
            <a:picLocks noChangeAspect="1"/>
          </p:cNvPicPr>
          <p:nvPr/>
        </p:nvPicPr>
        <p:blipFill>
          <a:blip r:embed="rId6"/>
          <a:stretch>
            <a:fillRect/>
          </a:stretch>
        </p:blipFill>
        <p:spPr>
          <a:xfrm>
            <a:off x="493776" y="6272783"/>
            <a:ext cx="1234440" cy="257694"/>
          </a:xfrm>
          <a:prstGeom prst="rect">
            <a:avLst/>
          </a:prstGeom>
        </p:spPr>
      </p:pic>
      <p:pic>
        <p:nvPicPr>
          <p:cNvPr id="10" name="Picture 9" descr="f5db7be3dea3.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30d2744cdd5c.png"/>
          <p:cNvPicPr>
            <a:picLocks noChangeAspect="1"/>
          </p:cNvPicPr>
          <p:nvPr/>
        </p:nvPicPr>
        <p:blipFill>
          <a:blip r:embed="rId3"/>
          <a:stretch>
            <a:fillRect/>
          </a:stretch>
        </p:blipFill>
        <p:spPr>
          <a:xfrm>
            <a:off x="320040" y="27432"/>
            <a:ext cx="2685010" cy="561109"/>
          </a:xfrm>
          <a:prstGeom prst="rect">
            <a:avLst/>
          </a:prstGeom>
        </p:spPr>
      </p:pic>
      <p:pic>
        <p:nvPicPr>
          <p:cNvPr id="5" name="Picture 4" descr="5bee42cf891c.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187b8eca238f.png"/>
          <p:cNvPicPr>
            <a:picLocks noChangeAspect="1"/>
          </p:cNvPicPr>
          <p:nvPr/>
        </p:nvPicPr>
        <p:blipFill>
          <a:blip r:embed="rId5"/>
          <a:stretch>
            <a:fillRect/>
          </a:stretch>
        </p:blipFill>
        <p:spPr>
          <a:xfrm>
            <a:off x="384048" y="2776044"/>
            <a:ext cx="5769864" cy="1561942"/>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28d4761a1e91.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9d6a2f3451e8.png"/>
          <p:cNvPicPr>
            <a:picLocks noChangeAspect="1"/>
          </p:cNvPicPr>
          <p:nvPr/>
        </p:nvPicPr>
        <p:blipFill>
          <a:blip r:embed="rId3"/>
          <a:stretch>
            <a:fillRect/>
          </a:stretch>
        </p:blipFill>
        <p:spPr>
          <a:xfrm>
            <a:off x="320040" y="27432"/>
            <a:ext cx="2685010" cy="561109"/>
          </a:xfrm>
          <a:prstGeom prst="rect">
            <a:avLst/>
          </a:prstGeom>
        </p:spPr>
      </p:pic>
      <p:pic>
        <p:nvPicPr>
          <p:cNvPr id="5" name="Picture 4" descr="5bee42cf891c.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077c2e3e0f8e.png"/>
          <p:cNvPicPr>
            <a:picLocks noChangeAspect="1"/>
          </p:cNvPicPr>
          <p:nvPr/>
        </p:nvPicPr>
        <p:blipFill>
          <a:blip r:embed="rId5"/>
          <a:stretch>
            <a:fillRect/>
          </a:stretch>
        </p:blipFill>
        <p:spPr>
          <a:xfrm>
            <a:off x="384048" y="2773130"/>
            <a:ext cx="5769864" cy="1567771"/>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sp>
        <p:nvSpPr>
          <p:cNvPr id="10" name="Rectangle 9"/>
          <p:cNvSpPr/>
          <p:nvPr/>
        </p:nvSpPr>
        <p:spPr>
          <a:xfrm>
            <a:off x="1795549" y="6263640"/>
            <a:ext cx="513726" cy="347472"/>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eded57a044f2.png"/>
          <p:cNvPicPr>
            <a:picLocks noChangeAspect="1"/>
          </p:cNvPicPr>
          <p:nvPr/>
        </p:nvPicPr>
        <p:blipFill>
          <a:blip r:embed="rId7"/>
          <a:stretch>
            <a:fillRect/>
          </a:stretch>
        </p:blipFill>
        <p:spPr>
          <a:xfrm>
            <a:off x="1923565" y="6272784"/>
            <a:ext cx="257694" cy="257694"/>
          </a:xfrm>
          <a:prstGeom prst="rect">
            <a:avLst/>
          </a:prstGeom>
        </p:spPr>
      </p:pic>
      <p:pic>
        <p:nvPicPr>
          <p:cNvPr id="12" name="Picture 11" descr="0be4e6daf33c.png"/>
          <p:cNvPicPr>
            <a:picLocks noChangeAspect="1"/>
          </p:cNvPicPr>
          <p:nvPr/>
        </p:nvPicPr>
        <p:blipFill>
          <a:blip r:embed="rId8"/>
          <a:stretch>
            <a:fillRect/>
          </a:stretch>
        </p:blipFill>
        <p:spPr>
          <a:xfrm>
            <a:off x="6355080" y="886968"/>
            <a:ext cx="5486400" cy="5769864"/>
          </a:xfrm>
          <a:prstGeom prst="rect">
            <a:avLst/>
          </a:prstGeom>
        </p:spPr>
      </p:pic>
      <p:sp>
        <p:nvSpPr>
          <p:cNvPr id="13" name="Rectangle 12"/>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e75f1dbee3e7.png"/>
          <p:cNvPicPr>
            <a:picLocks noChangeAspect="1"/>
          </p:cNvPicPr>
          <p:nvPr/>
        </p:nvPicPr>
        <p:blipFill>
          <a:blip r:embed="rId3"/>
          <a:stretch>
            <a:fillRect/>
          </a:stretch>
        </p:blipFill>
        <p:spPr>
          <a:xfrm>
            <a:off x="320040" y="27432"/>
            <a:ext cx="2655916" cy="561109"/>
          </a:xfrm>
          <a:prstGeom prst="rect">
            <a:avLst/>
          </a:prstGeom>
        </p:spPr>
      </p:pic>
      <p:pic>
        <p:nvPicPr>
          <p:cNvPr id="5" name="Picture 4" descr="5bee42cf891c.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292608" y="886968"/>
            <a:ext cx="5952744" cy="5769864"/>
          </a:xfrm>
          <a:prstGeom prst="rect">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9e0ba1a75013.png"/>
          <p:cNvPicPr>
            <a:picLocks noChangeAspect="1"/>
          </p:cNvPicPr>
          <p:nvPr/>
        </p:nvPicPr>
        <p:blipFill>
          <a:blip r:embed="rId5"/>
          <a:stretch>
            <a:fillRect/>
          </a:stretch>
        </p:blipFill>
        <p:spPr>
          <a:xfrm>
            <a:off x="384048" y="2615770"/>
            <a:ext cx="5769864" cy="1882490"/>
          </a:xfrm>
          <a:prstGeom prst="rect">
            <a:avLst/>
          </a:prstGeom>
        </p:spPr>
      </p:pic>
      <p:sp>
        <p:nvSpPr>
          <p:cNvPr id="8" name="Rectangle 7"/>
          <p:cNvSpPr/>
          <p:nvPr/>
        </p:nvSpPr>
        <p:spPr>
          <a:xfrm>
            <a:off x="365760" y="6263640"/>
            <a:ext cx="1274341" cy="347472"/>
          </a:xfrm>
          <a:prstGeom prst="rect">
            <a:avLst/>
          </a:prstGeom>
          <a:solidFill>
            <a:srgbClr val="F9E89A"/>
          </a:solidFill>
          <a:ln w="9525">
            <a:solidFill>
              <a:srgbClr val="C9A62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f5462fad30.png"/>
          <p:cNvPicPr>
            <a:picLocks noChangeAspect="1"/>
          </p:cNvPicPr>
          <p:nvPr/>
        </p:nvPicPr>
        <p:blipFill>
          <a:blip r:embed="rId6"/>
          <a:stretch>
            <a:fillRect/>
          </a:stretch>
        </p:blipFill>
        <p:spPr>
          <a:xfrm>
            <a:off x="493776" y="6272783"/>
            <a:ext cx="1018309" cy="257694"/>
          </a:xfrm>
          <a:prstGeom prst="rect">
            <a:avLst/>
          </a:prstGeom>
        </p:spPr>
      </p:pic>
      <p:pic>
        <p:nvPicPr>
          <p:cNvPr id="10" name="Picture 9" descr="d437c602d671.png"/>
          <p:cNvPicPr>
            <a:picLocks noChangeAspect="1"/>
          </p:cNvPicPr>
          <p:nvPr/>
        </p:nvPicPr>
        <p:blipFill>
          <a:blip r:embed="rId7"/>
          <a:stretch>
            <a:fillRect/>
          </a:stretch>
        </p:blipFill>
        <p:spPr>
          <a:xfrm>
            <a:off x="6355080" y="886968"/>
            <a:ext cx="5486400" cy="5769864"/>
          </a:xfrm>
          <a:prstGeom prst="rect">
            <a:avLst/>
          </a:prstGeom>
        </p:spPr>
      </p:pic>
      <p:sp>
        <p:nvSpPr>
          <p:cNvPr id="11" name="Rectangle 10"/>
          <p:cNvSpPr/>
          <p:nvPr/>
        </p:nvSpPr>
        <p:spPr>
          <a:xfrm>
            <a:off x="6355080" y="886968"/>
            <a:ext cx="5486400" cy="5769864"/>
          </a:xfrm>
          <a:prstGeom prst="rect">
            <a:avLst/>
          </a:prstGeom>
          <a:no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EF1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Picture 3" descr="4f4e253e24c8.png"/>
          <p:cNvPicPr>
            <a:picLocks noChangeAspect="1"/>
          </p:cNvPicPr>
          <p:nvPr/>
        </p:nvPicPr>
        <p:blipFill>
          <a:blip r:embed="rId3"/>
          <a:stretch>
            <a:fillRect/>
          </a:stretch>
        </p:blipFill>
        <p:spPr>
          <a:xfrm>
            <a:off x="320040" y="27432"/>
            <a:ext cx="4143894" cy="561109"/>
          </a:xfrm>
          <a:prstGeom prst="rect">
            <a:avLst/>
          </a:prstGeom>
        </p:spPr>
      </p:pic>
      <p:pic>
        <p:nvPicPr>
          <p:cNvPr id="5" name="Picture 4" descr="d85075a2c339.png"/>
          <p:cNvPicPr>
            <a:picLocks noChangeAspect="1"/>
          </p:cNvPicPr>
          <p:nvPr/>
        </p:nvPicPr>
        <p:blipFill>
          <a:blip r:embed="rId4"/>
          <a:stretch>
            <a:fillRect/>
          </a:stretch>
        </p:blipFill>
        <p:spPr>
          <a:xfrm>
            <a:off x="7754112" y="182880"/>
            <a:ext cx="4114800" cy="286789"/>
          </a:xfrm>
          <a:prstGeom prst="rect">
            <a:avLst/>
          </a:prstGeom>
        </p:spPr>
      </p:pic>
      <p:sp>
        <p:nvSpPr>
          <p:cNvPr id="6" name="Rectangle 5"/>
          <p:cNvSpPr/>
          <p:nvPr/>
        </p:nvSpPr>
        <p:spPr>
          <a:xfrm>
            <a:off x="365760" y="960120"/>
            <a:ext cx="11457432" cy="5669280"/>
          </a:xfrm>
          <a:prstGeom prst="rect">
            <a:avLst/>
          </a:prstGeom>
          <a:solidFill>
            <a:srgbClr val="FDFBF3"/>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ca3efe41e9e9.png"/>
          <p:cNvPicPr>
            <a:picLocks noChangeAspect="1"/>
          </p:cNvPicPr>
          <p:nvPr/>
        </p:nvPicPr>
        <p:blipFill>
          <a:blip r:embed="rId5"/>
          <a:stretch>
            <a:fillRect/>
          </a:stretch>
        </p:blipFill>
        <p:spPr>
          <a:xfrm>
            <a:off x="731520" y="1234440"/>
            <a:ext cx="2136370" cy="523701"/>
          </a:xfrm>
          <a:prstGeom prst="rect">
            <a:avLst/>
          </a:prstGeom>
        </p:spPr>
      </p:pic>
      <p:pic>
        <p:nvPicPr>
          <p:cNvPr id="8" name="Picture 7" descr="f77c2224accd.png"/>
          <p:cNvPicPr>
            <a:picLocks noChangeAspect="1"/>
          </p:cNvPicPr>
          <p:nvPr/>
        </p:nvPicPr>
        <p:blipFill>
          <a:blip r:embed="rId6"/>
          <a:stretch>
            <a:fillRect/>
          </a:stretch>
        </p:blipFill>
        <p:spPr>
          <a:xfrm>
            <a:off x="1143000" y="1764792"/>
            <a:ext cx="3337560" cy="382385"/>
          </a:xfrm>
          <a:prstGeom prst="rect">
            <a:avLst/>
          </a:prstGeom>
        </p:spPr>
      </p:pic>
      <p:pic>
        <p:nvPicPr>
          <p:cNvPr id="9" name="Picture 8" descr="a29e76575b24.png"/>
          <p:cNvPicPr>
            <a:picLocks noChangeAspect="1"/>
          </p:cNvPicPr>
          <p:nvPr/>
        </p:nvPicPr>
        <p:blipFill>
          <a:blip r:embed="rId7"/>
          <a:stretch>
            <a:fillRect/>
          </a:stretch>
        </p:blipFill>
        <p:spPr>
          <a:xfrm>
            <a:off x="6400800" y="1234440"/>
            <a:ext cx="4118956" cy="523701"/>
          </a:xfrm>
          <a:prstGeom prst="rect">
            <a:avLst/>
          </a:prstGeom>
        </p:spPr>
      </p:pic>
      <p:pic>
        <p:nvPicPr>
          <p:cNvPr id="10" name="Picture 9" descr="9760d4787323.png"/>
          <p:cNvPicPr>
            <a:picLocks noChangeAspect="1"/>
          </p:cNvPicPr>
          <p:nvPr/>
        </p:nvPicPr>
        <p:blipFill>
          <a:blip r:embed="rId8"/>
          <a:stretch>
            <a:fillRect/>
          </a:stretch>
        </p:blipFill>
        <p:spPr>
          <a:xfrm>
            <a:off x="6812280" y="1764792"/>
            <a:ext cx="3399905" cy="382385"/>
          </a:xfrm>
          <a:prstGeom prst="rect">
            <a:avLst/>
          </a:prstGeom>
        </p:spPr>
      </p:pic>
      <p:pic>
        <p:nvPicPr>
          <p:cNvPr id="11" name="Picture 10" descr="c570d72e7af5.png"/>
          <p:cNvPicPr>
            <a:picLocks noChangeAspect="1"/>
          </p:cNvPicPr>
          <p:nvPr/>
        </p:nvPicPr>
        <p:blipFill>
          <a:blip r:embed="rId9"/>
          <a:stretch>
            <a:fillRect/>
          </a:stretch>
        </p:blipFill>
        <p:spPr>
          <a:xfrm>
            <a:off x="731520" y="2560320"/>
            <a:ext cx="3084021" cy="523701"/>
          </a:xfrm>
          <a:prstGeom prst="rect">
            <a:avLst/>
          </a:prstGeom>
        </p:spPr>
      </p:pic>
      <p:pic>
        <p:nvPicPr>
          <p:cNvPr id="12" name="Picture 11" descr="42df4201d793.png"/>
          <p:cNvPicPr>
            <a:picLocks noChangeAspect="1"/>
          </p:cNvPicPr>
          <p:nvPr/>
        </p:nvPicPr>
        <p:blipFill>
          <a:blip r:embed="rId10"/>
          <a:stretch>
            <a:fillRect/>
          </a:stretch>
        </p:blipFill>
        <p:spPr>
          <a:xfrm>
            <a:off x="1143000" y="3090672"/>
            <a:ext cx="4118956" cy="382385"/>
          </a:xfrm>
          <a:prstGeom prst="rect">
            <a:avLst/>
          </a:prstGeom>
        </p:spPr>
      </p:pic>
      <p:pic>
        <p:nvPicPr>
          <p:cNvPr id="13" name="Picture 12" descr="9005c2a25edd.png"/>
          <p:cNvPicPr>
            <a:picLocks noChangeAspect="1"/>
          </p:cNvPicPr>
          <p:nvPr/>
        </p:nvPicPr>
        <p:blipFill>
          <a:blip r:embed="rId11"/>
          <a:stretch>
            <a:fillRect/>
          </a:stretch>
        </p:blipFill>
        <p:spPr>
          <a:xfrm>
            <a:off x="6400800" y="2560320"/>
            <a:ext cx="3196243" cy="523701"/>
          </a:xfrm>
          <a:prstGeom prst="rect">
            <a:avLst/>
          </a:prstGeom>
        </p:spPr>
      </p:pic>
      <p:pic>
        <p:nvPicPr>
          <p:cNvPr id="14" name="Picture 13" descr="041d5d92b356.png"/>
          <p:cNvPicPr>
            <a:picLocks noChangeAspect="1"/>
          </p:cNvPicPr>
          <p:nvPr/>
        </p:nvPicPr>
        <p:blipFill>
          <a:blip r:embed="rId12"/>
          <a:stretch>
            <a:fillRect/>
          </a:stretch>
        </p:blipFill>
        <p:spPr>
          <a:xfrm>
            <a:off x="6812280" y="3090672"/>
            <a:ext cx="3549534" cy="382385"/>
          </a:xfrm>
          <a:prstGeom prst="rect">
            <a:avLst/>
          </a:prstGeom>
        </p:spPr>
      </p:pic>
      <p:pic>
        <p:nvPicPr>
          <p:cNvPr id="15" name="Picture 14" descr="ee8fb3083191.png"/>
          <p:cNvPicPr>
            <a:picLocks noChangeAspect="1"/>
          </p:cNvPicPr>
          <p:nvPr/>
        </p:nvPicPr>
        <p:blipFill>
          <a:blip r:embed="rId13"/>
          <a:stretch>
            <a:fillRect/>
          </a:stretch>
        </p:blipFill>
        <p:spPr>
          <a:xfrm>
            <a:off x="731520" y="3886200"/>
            <a:ext cx="3819698" cy="523701"/>
          </a:xfrm>
          <a:prstGeom prst="rect">
            <a:avLst/>
          </a:prstGeom>
        </p:spPr>
      </p:pic>
      <p:pic>
        <p:nvPicPr>
          <p:cNvPr id="16" name="Picture 15" descr="0980de99b93d.png"/>
          <p:cNvPicPr>
            <a:picLocks noChangeAspect="1"/>
          </p:cNvPicPr>
          <p:nvPr/>
        </p:nvPicPr>
        <p:blipFill>
          <a:blip r:embed="rId14"/>
          <a:stretch>
            <a:fillRect/>
          </a:stretch>
        </p:blipFill>
        <p:spPr>
          <a:xfrm>
            <a:off x="1143000" y="4416552"/>
            <a:ext cx="3640974" cy="382385"/>
          </a:xfrm>
          <a:prstGeom prst="rect">
            <a:avLst/>
          </a:prstGeom>
        </p:spPr>
      </p:pic>
      <p:pic>
        <p:nvPicPr>
          <p:cNvPr id="17" name="Picture 16" descr="b39a541067e8.png"/>
          <p:cNvPicPr>
            <a:picLocks noChangeAspect="1"/>
          </p:cNvPicPr>
          <p:nvPr/>
        </p:nvPicPr>
        <p:blipFill>
          <a:blip r:embed="rId15"/>
          <a:stretch>
            <a:fillRect/>
          </a:stretch>
        </p:blipFill>
        <p:spPr>
          <a:xfrm>
            <a:off x="6400800" y="3886200"/>
            <a:ext cx="2477192" cy="523701"/>
          </a:xfrm>
          <a:prstGeom prst="rect">
            <a:avLst/>
          </a:prstGeom>
        </p:spPr>
      </p:pic>
      <p:pic>
        <p:nvPicPr>
          <p:cNvPr id="18" name="Picture 17" descr="1e3fa8ef056a.png"/>
          <p:cNvPicPr>
            <a:picLocks noChangeAspect="1"/>
          </p:cNvPicPr>
          <p:nvPr/>
        </p:nvPicPr>
        <p:blipFill>
          <a:blip r:embed="rId16"/>
          <a:stretch>
            <a:fillRect/>
          </a:stretch>
        </p:blipFill>
        <p:spPr>
          <a:xfrm>
            <a:off x="6812280" y="4416552"/>
            <a:ext cx="2630978" cy="382385"/>
          </a:xfrm>
          <a:prstGeom prst="rect">
            <a:avLst/>
          </a:prstGeom>
        </p:spPr>
      </p:pic>
      <p:pic>
        <p:nvPicPr>
          <p:cNvPr id="19" name="Picture 18" descr="97ed04a65e20.png"/>
          <p:cNvPicPr>
            <a:picLocks noChangeAspect="1"/>
          </p:cNvPicPr>
          <p:nvPr/>
        </p:nvPicPr>
        <p:blipFill>
          <a:blip r:embed="rId17"/>
          <a:stretch>
            <a:fillRect/>
          </a:stretch>
        </p:blipFill>
        <p:spPr>
          <a:xfrm>
            <a:off x="731520" y="5212079"/>
            <a:ext cx="3599410" cy="523701"/>
          </a:xfrm>
          <a:prstGeom prst="rect">
            <a:avLst/>
          </a:prstGeom>
        </p:spPr>
      </p:pic>
      <p:pic>
        <p:nvPicPr>
          <p:cNvPr id="20" name="Picture 19" descr="0fa4ee00a547.png"/>
          <p:cNvPicPr>
            <a:picLocks noChangeAspect="1"/>
          </p:cNvPicPr>
          <p:nvPr/>
        </p:nvPicPr>
        <p:blipFill>
          <a:blip r:embed="rId18"/>
          <a:stretch>
            <a:fillRect/>
          </a:stretch>
        </p:blipFill>
        <p:spPr>
          <a:xfrm>
            <a:off x="1143000" y="5742431"/>
            <a:ext cx="2955174" cy="382385"/>
          </a:xfrm>
          <a:prstGeom prst="rect">
            <a:avLst/>
          </a:prstGeom>
        </p:spPr>
      </p:pic>
      <p:pic>
        <p:nvPicPr>
          <p:cNvPr id="21" name="Picture 20" descr="ae45871677c7.png"/>
          <p:cNvPicPr>
            <a:picLocks noChangeAspect="1"/>
          </p:cNvPicPr>
          <p:nvPr/>
        </p:nvPicPr>
        <p:blipFill>
          <a:blip r:embed="rId19"/>
          <a:stretch>
            <a:fillRect/>
          </a:stretch>
        </p:blipFill>
        <p:spPr>
          <a:xfrm>
            <a:off x="6400800" y="5212079"/>
            <a:ext cx="3113116" cy="523701"/>
          </a:xfrm>
          <a:prstGeom prst="rect">
            <a:avLst/>
          </a:prstGeom>
        </p:spPr>
      </p:pic>
      <p:pic>
        <p:nvPicPr>
          <p:cNvPr id="22" name="Picture 21" descr="5ea403974de9.png"/>
          <p:cNvPicPr>
            <a:picLocks noChangeAspect="1"/>
          </p:cNvPicPr>
          <p:nvPr/>
        </p:nvPicPr>
        <p:blipFill>
          <a:blip r:embed="rId20"/>
          <a:stretch>
            <a:fillRect/>
          </a:stretch>
        </p:blipFill>
        <p:spPr>
          <a:xfrm>
            <a:off x="6812280" y="5742431"/>
            <a:ext cx="4172989" cy="3823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