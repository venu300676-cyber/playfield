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comments/modernComment_158_E80E3AFA.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5C_24E2DD36.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65_D34E9F95.xml" ContentType="application/vnd.ms-powerpoint.comments+xml"/>
  <Override PartName="/ppt/notesSlides/notesSlide7.xml" ContentType="application/vnd.openxmlformats-officedocument.presentationml.notesSlide+xml"/>
  <Override PartName="/ppt/comments/modernComment_194_4CDE7453.xml" ContentType="application/vnd.ms-powerpoint.comments+xml"/>
  <Override PartName="/ppt/notesSlides/notesSlide8.xml" ContentType="application/vnd.openxmlformats-officedocument.presentationml.notesSlide+xml"/>
  <Override PartName="/ppt/comments/modernComment_195_80235D4A.xml" ContentType="application/vnd.ms-powerpoint.comments+xml"/>
  <Override PartName="/ppt/notesSlides/notesSlide9.xml" ContentType="application/vnd.openxmlformats-officedocument.presentationml.notesSlide+xml"/>
  <Override PartName="/ppt/comments/modernComment_196_F07EB6A.xml" ContentType="application/vnd.ms-powerpoint.comments+xml"/>
  <Override PartName="/ppt/notesSlides/notesSlide10.xml" ContentType="application/vnd.openxmlformats-officedocument.presentationml.notesSlide+xml"/>
  <Override PartName="/ppt/comments/modernComment_197_58FFF408.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 id="2147483648" r:id="rId5"/>
    <p:sldMasterId id="2147483717" r:id="rId6"/>
    <p:sldMasterId id="2147483722" r:id="rId7"/>
  </p:sldMasterIdLst>
  <p:notesMasterIdLst>
    <p:notesMasterId r:id="rId19"/>
  </p:notesMasterIdLst>
  <p:handoutMasterIdLst>
    <p:handoutMasterId r:id="rId20"/>
  </p:handoutMasterIdLst>
  <p:sldIdLst>
    <p:sldId id="344" r:id="rId8"/>
    <p:sldId id="408" r:id="rId9"/>
    <p:sldId id="348" r:id="rId10"/>
    <p:sldId id="398" r:id="rId11"/>
    <p:sldId id="399" r:id="rId12"/>
    <p:sldId id="357" r:id="rId13"/>
    <p:sldId id="404" r:id="rId14"/>
    <p:sldId id="405" r:id="rId15"/>
    <p:sldId id="406" r:id="rId16"/>
    <p:sldId id="407" r:id="rId17"/>
    <p:sldId id="382" r:id="rId18"/>
  </p:sldIdLst>
  <p:sldSz cx="12192000" cy="6858000"/>
  <p:notesSz cx="6858000" cy="9144000"/>
  <p:embeddedFontLst>
    <p:embeddedFont>
      <p:font typeface="Poppins" panose="00000500000000000000" pitchFamily="2" charset="0"/>
      <p:regular r:id="rId21"/>
      <p:bold r:id="rId22"/>
      <p:italic r:id="rId23"/>
      <p:boldItalic r:id="rId24"/>
    </p:embeddedFont>
    <p:embeddedFont>
      <p:font typeface="Poppins SemiBold" panose="00000700000000000000" pitchFamily="2" charset="0"/>
      <p:bold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3D07912-CE4C-0DD7-365B-FA610E09522D}" name="Andreea Simona Rasoga" initials="AR" userId="S::andreea.rasoga@nxp.com::5f726497-d8d8-4c0d-a928-ea232b9ea301" providerId="AD"/>
  <p188:author id="{8C13902B-A81A-C964-25FD-09D1735CA2F7}" name="Jannine Prokop" initials="JP" userId="S::jannine.prokop@nxp.com::f08a21ff-aadc-4f91-8b02-a4b82e55b72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AFE0"/>
    <a:srgbClr val="FF7400"/>
    <a:srgbClr val="69CA00"/>
    <a:srgbClr val="7CD000"/>
    <a:srgbClr val="F9B500"/>
    <a:srgbClr val="3ECAFB"/>
    <a:srgbClr val="0068DF"/>
    <a:srgbClr val="FF9A00"/>
    <a:srgbClr val="FFA800"/>
    <a:srgbClr val="FFC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60705-1AAC-4C14-8545-C7DBC0B1C2D6}" v="3110" dt="2025-10-20T10:39:41.6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4504" autoAdjust="0"/>
  </p:normalViewPr>
  <p:slideViewPr>
    <p:cSldViewPr snapToGrid="0">
      <p:cViewPr>
        <p:scale>
          <a:sx n="66" d="100"/>
          <a:sy n="66" d="100"/>
        </p:scale>
        <p:origin x="32" y="-92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font" Target="fonts/font5.fntdata"/><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handoutMaster" Target="handoutMasters/handoutMaster1.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font" Target="fonts/font4.fntdata"/><Relationship Id="rId32"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comments/modernComment_15C_24E2DD36.xml><?xml version="1.0" encoding="utf-8"?>
<p188:cmLst xmlns:a="http://schemas.openxmlformats.org/drawingml/2006/main" xmlns:r="http://schemas.openxmlformats.org/officeDocument/2006/relationships" xmlns:p188="http://schemas.microsoft.com/office/powerpoint/2018/8/main">
  <p188:cm id="{CE037C67-BF02-4CA1-B8CE-FBCF558A7396}" authorId="{8C13902B-A81A-C964-25FD-09D1735CA2F7}" status="resolved" created="2025-10-17T22:17:27.471" complete="100000">
    <pc:sldMkLst xmlns:pc="http://schemas.microsoft.com/office/powerpoint/2013/main/command">
      <pc:docMk/>
      <pc:sldMk cId="618847542" sldId="348"/>
    </pc:sldMkLst>
    <p188:txBody>
      <a:bodyPr/>
      <a:lstStyle/>
      <a:p>
        <a:r>
          <a:rPr lang="en-US"/>
          <a:t>[@Andreea Simona Rasoga]  - make sure you have an answer if no one raises there hand?  “Really?  Only me?  Everyone else projects run with no issues?”  something fun. </a:t>
        </a:r>
      </a:p>
    </p188:txBody>
    <p188:extLst>
      <p:ext xmlns:p="http://schemas.openxmlformats.org/presentationml/2006/main" uri="{57CB4572-C831-44C2-8A1C-0ADB6CCDFE69}">
        <p223:reactions xmlns:p223="http://schemas.microsoft.com/office/powerpoint/2022/03/main">
          <p223:rxn type="👍">
            <p223:instance time="2025-10-18T06:22:40.426" authorId="{E3D07912-CE4C-0DD7-365B-FA610E09522D}"/>
          </p223:rxn>
        </p223:reactions>
      </p:ext>
    </p188:extLst>
  </p188:cm>
  <p188:cm id="{BC2F9BBF-3EA1-4120-AD1F-3C6E8289BA8E}" authorId="{8C13902B-A81A-C964-25FD-09D1735CA2F7}" status="resolved" created="2025-10-17T22:19:08.038" complete="100000">
    <pc:sldMkLst xmlns:pc="http://schemas.microsoft.com/office/powerpoint/2013/main/command">
      <pc:docMk/>
      <pc:sldMk cId="618847542" sldId="348"/>
    </pc:sldMkLst>
    <p188:replyLst>
      <p188:reply id="{5AC30404-D327-4A5E-B782-54885B14E1AE}" authorId="{E3D07912-CE4C-0DD7-365B-FA610E09522D}" created="2025-10-19T11:12:12.516">
        <p188:txBody>
          <a:bodyPr/>
          <a:lstStyle/>
          <a:p>
            <a:r>
              <a:rPr lang="en-US"/>
              <a:t>I would not go into that..</a:t>
            </a:r>
          </a:p>
        </p188:txBody>
      </p188:reply>
    </p188:replyLst>
    <p188:txBody>
      <a:bodyPr/>
      <a:lstStyle/>
      <a:p>
        <a:r>
          <a:rPr lang="en-US"/>
          <a:t>[@Andreea Simona Rasoga]  - do you want to mention the speed of China innovation?  We need to now only catch up, but pass!</a:t>
        </a:r>
      </a:p>
    </p188:txBody>
  </p188:cm>
</p188:cmLst>
</file>

<file path=ppt/comments/modernComment_158_E80E3AFA.xml><?xml version="1.0" encoding="utf-8"?>
<p188:cmLst xmlns:a="http://schemas.openxmlformats.org/drawingml/2006/main" xmlns:r="http://schemas.openxmlformats.org/officeDocument/2006/relationships" xmlns:p188="http://schemas.microsoft.com/office/powerpoint/2018/8/main">
  <p188:cm id="{EC651FB9-92B3-4286-BD7E-BA8984D54F8D}" authorId="{8C13902B-A81A-C964-25FD-09D1735CA2F7}" status="resolved" created="2025-10-17T22:16:13.727" complete="100000">
    <ac:txMkLst xmlns:ac="http://schemas.microsoft.com/office/drawing/2013/main/command">
      <pc:docMk xmlns:pc="http://schemas.microsoft.com/office/powerpoint/2013/main/command"/>
      <pc:sldMk xmlns:pc="http://schemas.microsoft.com/office/powerpoint/2013/main/command" cId="3893246714" sldId="344"/>
      <ac:spMk id="6" creationId="{8848DF51-96B1-E360-56A0-C140C7A06D03}"/>
      <ac:txMk cp="0" len="14">
        <ac:context len="15" hash="740727930"/>
      </ac:txMk>
    </ac:txMkLst>
    <p188:pos x="2462730" y="301736"/>
    <p188:txBody>
      <a:bodyPr/>
      <a:lstStyle/>
      <a:p>
        <a:r>
          <a:rPr lang="en-US"/>
          <a:t>[@Andreea Simona Rasoga]  - before you start talking on the next slide, make sure you introduce yourself with a slide with a picture and why you have the authority to speak on the subject.  Your experience - high level.</a:t>
        </a:r>
      </a:p>
    </p188:txBody>
  </p188:cm>
</p188:cmLst>
</file>

<file path=ppt/comments/modernComment_165_D34E9F95.xml><?xml version="1.0" encoding="utf-8"?>
<p188:cmLst xmlns:a="http://schemas.openxmlformats.org/drawingml/2006/main" xmlns:r="http://schemas.openxmlformats.org/officeDocument/2006/relationships" xmlns:p188="http://schemas.microsoft.com/office/powerpoint/2018/8/main">
  <p188:cm id="{BE8D1BBA-FC34-4386-90C1-F8935CC144B1}" authorId="{8C13902B-A81A-C964-25FD-09D1735CA2F7}" status="resolved" created="2025-10-17T22:25:35.022" complete="100000">
    <pc:sldMkLst xmlns:pc="http://schemas.microsoft.com/office/powerpoint/2013/main/command">
      <pc:docMk/>
      <pc:sldMk cId="3545145237" sldId="357"/>
    </pc:sldMkLst>
    <p188:replyLst>
      <p188:reply id="{0368BD8D-B095-4C57-9BB3-340FCC02091C}" authorId="{8C13902B-A81A-C964-25FD-09D1735CA2F7}" created="2025-10-17T22:31:18.592">
        <p188:txBody>
          <a:bodyPr/>
          <a:lstStyle/>
          <a:p>
            <a:r>
              <a:rPr lang="en-US"/>
              <a:t>Or, you need both leadership and engagement and this becomes the 2nd point.  Or tie moblize teams into engagement.  But either way, I feel like it needs a stronger tie/transition.</a:t>
            </a:r>
          </a:p>
        </p188:txBody>
      </p188:reply>
      <p188:reply id="{5D204E24-B3D1-4BBE-9DAD-D5ABAF84D467}" authorId="{E3D07912-CE4C-0DD7-365B-FA610E09522D}" created="2025-10-19T14:48:50.947">
        <p188:txBody>
          <a:bodyPr/>
          <a:lstStyle/>
          <a:p>
            <a:r>
              <a:rPr lang="en-US"/>
              <a:t>I made the transition to previous slide a lot smoother and explained the title chosen</a:t>
            </a:r>
          </a:p>
        </p188:txBody>
      </p188:reply>
    </p188:replyLst>
    <p188:txBody>
      <a:bodyPr/>
      <a:lstStyle/>
      <a:p>
        <a:r>
          <a:rPr lang="en-US"/>
          <a:t>[@Andreea Simona Rasoga]  - not a clear transition between leadership and getting people to care.    Rather than care - tie back to leadership.  Maybe tie in a story of a leader or F1 pit crew that had to adapt to change to increase their speed.  That will also tie in the picture.</a:t>
        </a:r>
      </a:p>
    </p188:txBody>
  </p188:cm>
  <p188:cm id="{8DD69552-8EC2-45CC-BC9C-20071266329A}" authorId="{8C13902B-A81A-C964-25FD-09D1735CA2F7}" status="resolved" created="2025-10-17T22:29:17.148" complete="100000">
    <pc:sldMkLst xmlns:pc="http://schemas.microsoft.com/office/powerpoint/2013/main/command">
      <pc:docMk/>
      <pc:sldMk cId="3545145237" sldId="357"/>
    </pc:sldMkLst>
    <p188:txBody>
      <a:bodyPr/>
      <a:lstStyle/>
      <a:p>
        <a:r>
          <a:rPr lang="en-US"/>
          <a:t>From copilot:  You asked for a story about an F1 pit crew—or other leadership example—where a leader had to adjust and use leadership to increase speed. I found several compelling cases that illustrate how leadership under pressure can drive performance breakthroughs, both in motorsport and beyond.
---
### 🏎️ **Ferrari Pit Crew Inspires Hospital Transformation**
In a remarkable cross-industry story, doctors at Great Ormond Street Hospital (GOSH) in London were struggling with high mortality rates due to errors during patient handovers from surgery to intensive care. After watching a Formula 1 race, two surgeons realized that the precision and speed of Ferrari’s pit crew resembled their own handover process—but executed far more effectively.
They reached out to Ferrari’s team, studied their methods, and implemented several changes:
- **Defined roles and choreography**: Each medical staff member was assigned specific tasks, just like pit crew members.
- **A “lollipop person”** (borrowed from F1) was designated to oversee and coordinate the handover.
- **Silence and focus** replaced casual chatter during transitions.
The result? A **66% reduction in handover-related errors**. This story shows how leadership can borrow from adjacent industries to solve entrenched problems and dramatically improve speed and safety. [Read the full story](https://www.forbes.com/sites/shanesnow/2022/06/16/what-leaders-can-learn-from-formula-1-pit-crews/)[1](https://www.forbes.com/sites/shanesnow/2022/06/16/what-leaders-can-learn-from-formula-1-pit-crews/).
---
### 🛠️ **Shaun Peet’s NASCAR Pit Crew Leadership**
Shaun Peet, Pit Crew Coach at Trackhouse Racing, leads a team that changes four tires and refuels a car in under 9 seconds. His leadership philosophy centers on:
- **Failing fast**: Athletes are trained to accept failure, learn quickly, and move on without letting it define them.
- **Mental safety**: Peet prioritizes emotional resilience, ensuring his crew feels supported even under intense scrutiny.
- **Preparation under pressure**: The team practices in simulated race conditions (e.g., heat and humidity) to make race day feel easier.
- **Data-driven improvement**: Every movement is analyzed using AI and cameras to shave milliseconds off performance.
Peet’s approach shows how leadership can foster a culture of continuous improvement, psychological safety, and precision under pressure. [Explore his story](https://blog.safetyculture.com/moments-that-matter/pit-road-lessons-with-shaun-peet)[2](https://blog.safetyculture.com/moments-that-matter/pit-road-lessons-with-shaun-peet).
---
### 🧠 **Mark Gallagher on Sustained High Performance**
Mark Gallagher, a former F1 executive, explains that pit crews succeed not just through talent but through:
- **Role clarity**: Each crew member knows their exact task and trains for years before joining the race team.
- **Psychological safety**: Mistakes are addressed with empathy, not blame.
- **Continuous improvement**: Pit stop times dropped from 30 seconds in the 1980s to under 2 seconds today through iterative learning and data analysis.
Gallagher’s insights highlight how leadership can build high-performing teams by aligning around a common goal and fostering trust. [Read more](https://www.fastcompany.com/90686388/how-to-get-your-team-to-work-like-a-formula-one-pit-crew)[3](https://www.fastcompany.com/90686388/how-to-get-your-team-to-work-like-a-formula-one-pit-crew).
---
### 🧩 **RBL Group’s F1 Leadership Framework**
Dave Ulrich and Ernesto Uscher from The RBL Group distilled ten leadership lessons from F1 racing, including:
- **Strategic agility**: Adapting to changing conditions like tire wear or weather.
- **Disciplined action**: Pit stops as models of synchronized execution.
- **Trust across remote and on-site teams**: F1 teams operate globally but function as one unit.
Their framework shows how F1 leadership principles can be applied to business, HR, and organizational transformation. [Explore the full framework](https://www.rbl.net/insights/articles/leadership-and-hr-insights-from-formula-one-racing)[4](https://www.rbl.net/insights/articles/leadership-and-hr-insights-from-formula-one-racing).
---
Would you like me to summarize these insights into a presentation or leadership workshop format tailored to your team at NXP?</a:t>
        </a:r>
      </a:p>
    </p188:txBody>
  </p188:cm>
  <p188:cm id="{A0801F8D-4559-4666-8F67-A321E32DA766}" authorId="{8C13902B-A81A-C964-25FD-09D1735CA2F7}" status="resolved" created="2025-10-17T22:34:16.476" complete="100000">
    <pc:sldMkLst xmlns:pc="http://schemas.microsoft.com/office/powerpoint/2013/main/command">
      <pc:docMk/>
      <pc:sldMk cId="3545145237" sldId="357"/>
    </pc:sldMkLst>
    <p188:replyLst>
      <p188:reply id="{BCABEDA3-6F72-4F01-B47E-00E1A5F6C6FF}" authorId="{E3D07912-CE4C-0DD7-365B-FA610E09522D}" created="2025-10-19T14:35:00.149">
        <p188:txBody>
          <a:bodyPr/>
          <a:lstStyle/>
          <a:p>
            <a:r>
              <a:rPr lang="en-US"/>
              <a:t>Took it out and change the entire text</a:t>
            </a:r>
          </a:p>
        </p188:txBody>
      </p188:reply>
    </p188:replyLst>
    <p188:txBody>
      <a:bodyPr/>
      <a:lstStyle/>
      <a:p>
        <a:r>
          <a:rPr lang="en-US"/>
          <a:t>Tie momentum into this sentence.</a:t>
        </a:r>
      </a:p>
    </p188:txBody>
  </p188:cm>
  <p188:cm id="{CAB55E65-C7C2-47EE-8DC0-123550964F33}" authorId="{8C13902B-A81A-C964-25FD-09D1735CA2F7}" status="resolved" created="2025-10-17T22:36:23.204" complete="100000">
    <pc:sldMkLst xmlns:pc="http://schemas.microsoft.com/office/powerpoint/2013/main/command">
      <pc:docMk/>
      <pc:sldMk cId="3545145237" sldId="357"/>
    </pc:sldMkLst>
    <p188:txBody>
      <a:bodyPr/>
      <a:lstStyle/>
      <a:p>
        <a:r>
          <a:rPr lang="en-US"/>
          <a:t>Procurement is supply chain, so perhaps replace with finance or manufacturing </a:t>
        </a:r>
      </a:p>
    </p188:txBody>
    <p188:extLst>
      <p:ext xmlns:p="http://schemas.openxmlformats.org/presentationml/2006/main" uri="{57CB4572-C831-44C2-8A1C-0ADB6CCDFE69}">
        <p223:reactions xmlns:p223="http://schemas.microsoft.com/office/powerpoint/2022/03/main">
          <p223:rxn type="👍">
            <p223:instance time="2025-10-19T13:23:47.577" authorId="{E3D07912-CE4C-0DD7-365B-FA610E09522D}"/>
          </p223:rxn>
        </p223:reactions>
      </p:ext>
    </p188:extLst>
  </p188:cm>
  <p188:cm id="{B61D3A64-D745-486D-B942-7E6350116FE3}" authorId="{8C13902B-A81A-C964-25FD-09D1735CA2F7}" status="resolved" created="2025-10-17T22:37:23.351" complete="100000">
    <pc:sldMkLst xmlns:pc="http://schemas.microsoft.com/office/powerpoint/2013/main/command">
      <pc:docMk/>
      <pc:sldMk cId="3545145237" sldId="357"/>
    </pc:sldMkLst>
    <p188:replyLst>
      <p188:reply id="{FEF6C761-6CFC-45D1-A725-B48FDAF126D6}" authorId="{8C13902B-A81A-C964-25FD-09D1735CA2F7}" created="2025-10-17T22:38:12.220">
        <p188:txBody>
          <a:bodyPr/>
          <a:lstStyle/>
          <a:p>
            <a:r>
              <a:rPr lang="en-US"/>
              <a:t>My new analogy for good collaboration is traffic in india… mild friendly honking to communicate status, going out of lanes to make progress, everyone survives
</a:t>
            </a:r>
          </a:p>
        </p188:txBody>
      </p188:reply>
    </p188:replyLst>
    <p188:txBody>
      <a:bodyPr/>
      <a:lstStyle/>
      <a:p>
        <a:r>
          <a:rPr lang="en-US"/>
          <a:t>Or analogy</a:t>
        </a:r>
      </a:p>
    </p188:txBody>
  </p188:cm>
  <p188:cm id="{BFFBF7DC-A8B8-48DE-9005-C214449440ED}" authorId="{8C13902B-A81A-C964-25FD-09D1735CA2F7}" status="resolved" created="2025-10-17T22:39:06.511" complete="100000">
    <pc:sldMkLst xmlns:pc="http://schemas.microsoft.com/office/powerpoint/2013/main/command">
      <pc:docMk/>
      <pc:sldMk cId="3545145237" sldId="357"/>
    </pc:sldMkLst>
    <p188:txBody>
      <a:bodyPr/>
      <a:lstStyle/>
      <a:p>
        <a:r>
          <a:rPr lang="en-US"/>
          <a:t>And they practice, so how would you tie that in to regular engagement? Or sycn? Or conversations?</a:t>
        </a:r>
      </a:p>
    </p188:txBody>
  </p188:cm>
  <p188:cm id="{71CA911A-B1EE-4F86-8733-315DE3D830AD}" authorId="{8C13902B-A81A-C964-25FD-09D1735CA2F7}" status="resolved" created="2025-10-17T22:40:11.017" complete="100000">
    <pc:sldMkLst xmlns:pc="http://schemas.microsoft.com/office/powerpoint/2013/main/command">
      <pc:docMk/>
      <pc:sldMk cId="3545145237" sldId="357"/>
    </pc:sldMkLst>
    <p188:txBody>
      <a:bodyPr/>
      <a:lstStyle/>
      <a:p>
        <a:r>
          <a:rPr lang="en-US"/>
          <a:t>“when the people move with intent” or “when the team moves fully aligned with intent”
</a:t>
        </a:r>
      </a:p>
    </p188:txBody>
    <p188:extLst>
      <p:ext xmlns:p="http://schemas.openxmlformats.org/presentationml/2006/main" uri="{57CB4572-C831-44C2-8A1C-0ADB6CCDFE69}">
        <p223:reactions xmlns:p223="http://schemas.microsoft.com/office/powerpoint/2022/03/main">
          <p223:rxn type="👍">
            <p223:instance time="2025-10-19T13:31:10.283" authorId="{E3D07912-CE4C-0DD7-365B-FA610E09522D}"/>
          </p223:rxn>
        </p223:reactions>
      </p:ext>
    </p188:extLst>
  </p188:cm>
  <p188:cm id="{569882AA-3A09-4549-A0CC-C0CDEFBCE077}" authorId="{8C13902B-A81A-C964-25FD-09D1735CA2F7}" status="resolved" created="2025-10-17T22:41:01.749" complete="100000">
    <pc:sldMkLst xmlns:pc="http://schemas.microsoft.com/office/powerpoint/2013/main/command">
      <pc:docMk/>
      <pc:sldMk cId="3545145237" sldId="357"/>
    </pc:sldMkLst>
    <p188:txBody>
      <a:bodyPr/>
      <a:lstStyle/>
      <a:p>
        <a:r>
          <a:rPr lang="en-US"/>
          <a:t>Need to tie in compliance to commitment with your leadership and engagement messages.  It’s not strong enough tie in your script.  Sleep on it.</a:t>
        </a:r>
      </a:p>
    </p188:txBody>
  </p188:cm>
  <p188:cm id="{EE510A03-3B44-42E3-A71E-9C8042114F60}" authorId="{8C13902B-A81A-C964-25FD-09D1735CA2F7}" status="resolved" created="2025-10-17T22:43:10.485" complete="100000">
    <pc:sldMkLst xmlns:pc="http://schemas.microsoft.com/office/powerpoint/2013/main/command">
      <pc:docMk/>
      <pc:sldMk cId="3545145237" sldId="357"/>
    </pc:sldMkLst>
    <p188:txBody>
      <a:bodyPr/>
      <a:lstStyle/>
      <a:p>
        <a:r>
          <a:rPr lang="en-US"/>
          <a:t>Maybe tie the f1 story back to they handle change - each stop can be different due to conditions on the track or the car as it comes in, and they do not know… but they have playbooks and leadership that prepares them????  Need to think on this.</a:t>
        </a:r>
      </a:p>
    </p188:txBody>
  </p188:cm>
  <p188:cm id="{1065EFBB-A516-4332-8804-10655BDDD607}" authorId="{8C13902B-A81A-C964-25FD-09D1735CA2F7}" status="resolved" created="2025-10-17T22:44:19.531" complete="100000">
    <pc:sldMkLst xmlns:pc="http://schemas.microsoft.com/office/powerpoint/2013/main/command">
      <pc:docMk/>
      <pc:sldMk cId="3545145237" sldId="357"/>
    </pc:sldMkLst>
    <p188:txBody>
      <a:bodyPr/>
      <a:lstStyle/>
      <a:p>
        <a:r>
          <a:rPr lang="en-US"/>
          <a:t>See copilot story on Great Ormand street hospital - maybe tell that story and tie into the leadership and change story.</a:t>
        </a:r>
      </a:p>
    </p188:txBody>
  </p188:cm>
</p188:cmLst>
</file>

<file path=ppt/comments/modernComment_194_4CDE7453.xml><?xml version="1.0" encoding="utf-8"?>
<p188:cmLst xmlns:a="http://schemas.openxmlformats.org/drawingml/2006/main" xmlns:r="http://schemas.openxmlformats.org/officeDocument/2006/relationships" xmlns:p188="http://schemas.microsoft.com/office/powerpoint/2018/8/main">
  <p188:cm id="{38B2FFD7-8118-41A9-9459-F8F413783DF2}" authorId="{8C13902B-A81A-C964-25FD-09D1735CA2F7}" status="resolved" created="2025-10-17T22:44:41.092" complete="100000">
    <pc:sldMkLst xmlns:pc="http://schemas.microsoft.com/office/powerpoint/2013/main/command">
      <pc:docMk/>
      <pc:sldMk cId="1289647187" sldId="404"/>
    </pc:sldMkLst>
    <p188:replyLst>
      <p188:reply id="{997A99E7-F174-4263-9B5B-31D2A604C92B}" authorId="{E3D07912-CE4C-0DD7-365B-FA610E09522D}" created="2025-10-19T13:20:14.204">
        <p188:txBody>
          <a:bodyPr/>
          <a:lstStyle/>
          <a:p>
            <a:r>
              <a:rPr lang="en-US"/>
              <a:t>Where exactly? It does not show if on the slide or note..</a:t>
            </a:r>
          </a:p>
        </p188:txBody>
      </p188:reply>
    </p188:replyLst>
    <p188:txBody>
      <a:bodyPr/>
      <a:lstStyle/>
      <a:p>
        <a:r>
          <a:rPr lang="en-US"/>
          <a:t>unleash</a:t>
        </a:r>
      </a:p>
    </p188:txBody>
  </p188:cm>
  <p188:cm id="{7450C889-775C-4F11-BB68-4961187BFAF9}" authorId="{8C13902B-A81A-C964-25FD-09D1735CA2F7}" status="resolved" created="2025-10-17T22:45:52.606" complete="100000">
    <pc:sldMkLst xmlns:pc="http://schemas.microsoft.com/office/powerpoint/2013/main/command">
      <pc:docMk/>
      <pc:sldMk cId="1289647187" sldId="404"/>
    </pc:sldMkLst>
    <p188:replyLst>
      <p188:reply id="{8EC4148E-BA51-438D-834F-142C7991F627}" authorId="{E3D07912-CE4C-0DD7-365B-FA610E09522D}" created="2025-10-19T15:12:07.263">
        <p188:txBody>
          <a:bodyPr/>
          <a:lstStyle/>
          <a:p>
            <a:r>
              <a:rPr lang="en-US"/>
              <a:t>I tightened the flow between them</a:t>
            </a:r>
          </a:p>
        </p188:txBody>
      </p188:reply>
    </p188:replyLst>
    <p188:txBody>
      <a:bodyPr/>
      <a:lstStyle/>
      <a:p>
        <a:r>
          <a:rPr lang="en-US"/>
          <a:t>Maybe slide 5 comes before slide 4 and then slide 6 falls more naturally,  or maybe not, play with it????</a:t>
        </a:r>
      </a:p>
    </p188:txBody>
  </p188:cm>
  <p188:cm id="{0E602A59-A1AD-4299-A086-740A63FB424E}" authorId="{8C13902B-A81A-C964-25FD-09D1735CA2F7}" created="2025-10-17T22:48:12.966">
    <pc:sldMkLst xmlns:pc="http://schemas.microsoft.com/office/powerpoint/2013/main/command">
      <pc:docMk/>
      <pc:sldMk cId="1289647187" sldId="404"/>
    </pc:sldMkLst>
    <p188:replyLst>
      <p188:reply id="{B679EAA2-3BDB-4EE5-B1C9-42DD3F12D422}" authorId="{E3D07912-CE4C-0DD7-365B-FA610E09522D}" created="2025-10-19T14:28:37.413">
        <p188:txBody>
          <a:bodyPr/>
          <a:lstStyle/>
          <a:p>
            <a:r>
              <a:rPr lang="en-US"/>
              <a:t>I can’t see to which part of script it relates to</a:t>
            </a:r>
          </a:p>
        </p188:txBody>
      </p188:reply>
    </p188:replyLst>
    <p188:txBody>
      <a:bodyPr/>
      <a:lstStyle/>
      <a:p>
        <a:r>
          <a:rPr lang="en-US"/>
          <a:t>Context</a:t>
        </a:r>
      </a:p>
    </p188:txBody>
  </p188:cm>
  <p188:cm id="{AE26A71C-265E-44C9-A301-CE71772C0EBA}" authorId="{8C13902B-A81A-C964-25FD-09D1735CA2F7}" created="2025-10-17T22:48:21.097">
    <pc:sldMkLst xmlns:pc="http://schemas.microsoft.com/office/powerpoint/2013/main/command">
      <pc:docMk/>
      <pc:sldMk cId="1289647187" sldId="404"/>
    </pc:sldMkLst>
    <p188:replyLst>
      <p188:reply id="{F7B74BD5-7CEE-4CBE-937F-DEC79B78795D}" authorId="{E3D07912-CE4C-0DD7-365B-FA610E09522D}" created="2025-10-19T14:28:40.174">
        <p188:txBody>
          <a:bodyPr/>
          <a:lstStyle/>
          <a:p>
            <a:r>
              <a:rPr lang="en-US"/>
              <a:t>I can’t see to which part of script it relates to</a:t>
            </a:r>
          </a:p>
        </p188:txBody>
      </p188:reply>
    </p188:replyLst>
    <p188:txBody>
      <a:bodyPr/>
      <a:lstStyle/>
      <a:p>
        <a:r>
          <a:rPr lang="en-US"/>
          <a:t>Allow for calculated risks</a:t>
        </a:r>
      </a:p>
    </p188:txBody>
  </p188:cm>
  <p188:cm id="{D6078357-4BE8-45D0-8DED-736F0785410E}" authorId="{8C13902B-A81A-C964-25FD-09D1735CA2F7}" status="resolved" created="2025-10-17T22:49:04.563" complete="100000">
    <pc:sldMkLst xmlns:pc="http://schemas.microsoft.com/office/powerpoint/2013/main/command">
      <pc:docMk/>
      <pc:sldMk cId="1289647187" sldId="404"/>
    </pc:sldMkLst>
    <p188:replyLst>
      <p188:reply id="{4C05C01D-9637-445F-AED1-C70DF885FE0A}" authorId="{E3D07912-CE4C-0DD7-365B-FA610E09522D}" created="2025-10-19T14:28:56.131">
        <p188:txBody>
          <a:bodyPr/>
          <a:lstStyle/>
          <a:p>
            <a:r>
              <a:rPr lang="en-US"/>
              <a:t>Is this for the Slide -&gt; Embed?</a:t>
            </a:r>
          </a:p>
        </p188:txBody>
      </p188:reply>
    </p188:replyLst>
    <p188:txBody>
      <a:bodyPr/>
      <a:lstStyle/>
      <a:p>
        <a:r>
          <a:rPr lang="en-US"/>
          <a:t>Change or change management?</a:t>
        </a:r>
      </a:p>
    </p188:txBody>
  </p188:cm>
</p188:cmLst>
</file>

<file path=ppt/comments/modernComment_195_80235D4A.xml><?xml version="1.0" encoding="utf-8"?>
<p188:cmLst xmlns:a="http://schemas.openxmlformats.org/drawingml/2006/main" xmlns:r="http://schemas.openxmlformats.org/officeDocument/2006/relationships" xmlns:p188="http://schemas.microsoft.com/office/powerpoint/2018/8/main">
  <p188:cm id="{40F5D6E8-B60A-4761-B44D-873F371149EF}" authorId="{8C13902B-A81A-C964-25FD-09D1735CA2F7}" status="resolved" created="2025-10-17T22:50:24.041" complete="100000">
    <pc:sldMkLst xmlns:pc="http://schemas.microsoft.com/office/powerpoint/2013/main/command">
      <pc:docMk/>
      <pc:sldMk cId="2149801290" sldId="405"/>
    </pc:sldMkLst>
    <p188:txBody>
      <a:bodyPr/>
      <a:lstStyle/>
      <a:p>
        <a:r>
          <a:rPr lang="en-US"/>
          <a:t>Remove the AND at the start of sentences…. Then presentation is one big runon… LOL</a:t>
        </a:r>
      </a:p>
    </p188:txBody>
  </p188:cm>
  <p188:cm id="{5C08E57E-75F0-44A4-A18A-06AB7DE22206}" authorId="{8C13902B-A81A-C964-25FD-09D1735CA2F7}" status="resolved" created="2025-10-17T22:51:42.408" complete="100000">
    <pc:sldMkLst xmlns:pc="http://schemas.microsoft.com/office/powerpoint/2013/main/command">
      <pc:docMk/>
      <pc:sldMk cId="2149801290" sldId="405"/>
    </pc:sldMkLst>
    <p188:txBody>
      <a:bodyPr/>
      <a:lstStyle/>
      <a:p>
        <a:r>
          <a:rPr lang="en-US"/>
          <a:t>This slide repeats what you said in prior slide, what you should do here is say HOW.  They will want to know HOW you did it so they can replicate.  Not just that you HAVE to do it.</a:t>
        </a:r>
      </a:p>
    </p188:txBody>
  </p188:cm>
</p188:cmLst>
</file>

<file path=ppt/comments/modernComment_196_F07EB6A.xml><?xml version="1.0" encoding="utf-8"?>
<p188:cmLst xmlns:a="http://schemas.openxmlformats.org/drawingml/2006/main" xmlns:r="http://schemas.openxmlformats.org/officeDocument/2006/relationships" xmlns:p188="http://schemas.microsoft.com/office/powerpoint/2018/8/main">
  <p188:cm id="{8AD1C680-5F4E-4FB4-8524-6992ADC65E99}" authorId="{8C13902B-A81A-C964-25FD-09D1735CA2F7}" status="resolved" created="2025-10-17T22:53:12.594" complete="100000">
    <pc:sldMkLst xmlns:pc="http://schemas.microsoft.com/office/powerpoint/2013/main/command">
      <pc:docMk/>
      <pc:sldMk cId="252177258" sldId="406"/>
    </pc:sldMkLst>
    <p188:txBody>
      <a:bodyPr/>
      <a:lstStyle/>
      <a:p>
        <a:r>
          <a:rPr lang="en-US"/>
          <a:t>Now you added in concept of mutiplier - I would leave this out and have it focus on just leader as you called them on slide 4.</a:t>
        </a:r>
      </a:p>
    </p188:txBody>
    <p188:extLst>
      <p:ext xmlns:p="http://schemas.openxmlformats.org/presentationml/2006/main" uri="{57CB4572-C831-44C2-8A1C-0ADB6CCDFE69}">
        <p223:reactions xmlns:p223="http://schemas.microsoft.com/office/powerpoint/2022/03/main">
          <p223:rxn type="👍">
            <p223:instance time="2025-10-19T16:39:28.623" authorId="{E3D07912-CE4C-0DD7-365B-FA610E09522D}"/>
          </p223:rxn>
        </p223:reactions>
      </p:ext>
    </p188:extLst>
  </p188:cm>
  <p188:cm id="{998B0A99-89D3-43D7-82DA-F758A99CAB04}" authorId="{8C13902B-A81A-C964-25FD-09D1735CA2F7}" status="resolved" created="2025-10-17T22:54:11.950" complete="100000">
    <pc:sldMkLst xmlns:pc="http://schemas.microsoft.com/office/powerpoint/2013/main/command">
      <pc:docMk/>
      <pc:sldMk cId="252177258" sldId="406"/>
    </pc:sldMkLst>
    <p188:replyLst>
      <p188:reply id="{B9BE8CF2-7E57-4BC1-80D1-17EC8B23C7C1}" authorId="{8C13902B-A81A-C964-25FD-09D1735CA2F7}" created="2025-10-17T22:56:08.900">
        <p188:txBody>
          <a:bodyPr/>
          <a:lstStyle/>
          <a:p>
            <a:r>
              <a:rPr lang="en-US"/>
              <a:t>Lessons learned/RCA/ process improvement things we do to not just identify but go back and build into our way of working.
Setting up how to handle change and decisions early in the project so it has speed during execution instead of wasting time on who has to decide.
What risks/decisions can team make, and how to empower.</a:t>
            </a:r>
          </a:p>
        </p188:txBody>
      </p188:reply>
      <p188:reply id="{09227A4F-F23D-432F-B0D8-E897C92901C1}" authorId="{8C13902B-A81A-C964-25FD-09D1735CA2F7}" created="2025-10-17T22:56:31.306">
        <p188:txBody>
          <a:bodyPr/>
          <a:lstStyle/>
          <a:p>
            <a:r>
              <a:rPr lang="en-US"/>
              <a:t>Reward calculated risk decision making and don’t punish, fail fast and learn.</a:t>
            </a:r>
          </a:p>
        </p188:txBody>
      </p188:reply>
    </p188:replyLst>
    <p188:txBody>
      <a:bodyPr/>
      <a:lstStyle/>
      <a:p>
        <a:r>
          <a:rPr lang="en-US"/>
          <a:t>Same thing here… share HOW you did it. You can even use example of how others did that were successful and share best practice of NXP.  Don’t just repeat from slide 6, give them a tool for how.</a:t>
        </a:r>
      </a:p>
    </p188:txBody>
  </p188:cm>
</p188:cmLst>
</file>

<file path=ppt/comments/modernComment_197_58FFF408.xml><?xml version="1.0" encoding="utf-8"?>
<p188:cmLst xmlns:a="http://schemas.openxmlformats.org/drawingml/2006/main" xmlns:r="http://schemas.openxmlformats.org/officeDocument/2006/relationships" xmlns:p188="http://schemas.microsoft.com/office/powerpoint/2018/8/main">
  <p188:cm id="{CEE94C35-2BA0-44BC-85CD-3AFC4429A373}" authorId="{8C13902B-A81A-C964-25FD-09D1735CA2F7}" status="resolved" created="2025-10-17T22:57:21.147" complete="100000">
    <pc:sldMkLst xmlns:pc="http://schemas.microsoft.com/office/powerpoint/2013/main/command">
      <pc:docMk/>
      <pc:sldMk cId="1493169160" sldId="407"/>
    </pc:sldMkLst>
    <p188:txBody>
      <a:bodyPr/>
      <a:lstStyle/>
      <a:p>
        <a:r>
          <a:rPr lang="en-US"/>
          <a:t>Competition will be faster - already see that in China.</a:t>
        </a:r>
      </a:p>
    </p188:txBody>
  </p188:cm>
  <p188:cm id="{875BEDB2-D1CD-4587-80E1-23DBE55F9F90}" authorId="{8C13902B-A81A-C964-25FD-09D1735CA2F7}" status="resolved" created="2025-10-17T22:58:44.457" complete="100000">
    <pc:sldMkLst xmlns:pc="http://schemas.microsoft.com/office/powerpoint/2013/main/command">
      <pc:docMk/>
      <pc:sldMk cId="1493169160" sldId="407"/>
    </pc:sldMkLst>
    <p188:txBody>
      <a:bodyPr/>
      <a:lstStyle/>
      <a:p>
        <a:r>
          <a:rPr lang="en-US"/>
          <a:t>This feels like NXP jargon ish…. Sense, Think, Act and our brigher together… which is fine as you are speaking from NXP, but make sure its more than just buzz words. </a:t>
        </a:r>
      </a:p>
    </p188:txBody>
    <p188:extLst>
      <p:ext xmlns:p="http://schemas.openxmlformats.org/presentationml/2006/main" uri="{57CB4572-C831-44C2-8A1C-0ADB6CCDFE69}">
        <p223:reactions xmlns:p223="http://schemas.microsoft.com/office/powerpoint/2022/03/main">
          <p223:rxn type="👍">
            <p223:instance time="2025-10-18T06:29:22.604" authorId="{E3D07912-CE4C-0DD7-365B-FA610E09522D}"/>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E02F7B83-40C4-0CC6-32A9-0CBD5CD1A118}"/>
              </a:ext>
            </a:extLst>
          </p:cNvPr>
          <p:cNvSpPr txBox="1">
            <a:spLocks noChangeArrowheads="1"/>
          </p:cNvSpPr>
          <p:nvPr/>
        </p:nvSpPr>
        <p:spPr bwMode="auto">
          <a:xfrm>
            <a:off x="2002402" y="8700833"/>
            <a:ext cx="1735707"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F589425-449D-4D80-B16A-0FCA3F0B391A}" type="datetime9">
              <a:rPr lang="en-US" sz="900" smtClean="0">
                <a:latin typeface="Poppins" panose="00000500000000000000" pitchFamily="2" charset="0"/>
                <a:cs typeface="Poppins" panose="00000500000000000000" pitchFamily="2" charset="0"/>
              </a:rPr>
              <a:pPr algn="l"/>
              <a:t>10/14/2026 1:18:07 AM</a:t>
            </a:fld>
            <a:endParaRPr lang="en-US" sz="900">
              <a:latin typeface="Poppins" panose="00000500000000000000" pitchFamily="2" charset="0"/>
              <a:cs typeface="Poppins" panose="00000500000000000000" pitchFamily="2" charset="0"/>
            </a:endParaRPr>
          </a:p>
        </p:txBody>
      </p:sp>
      <p:sp>
        <p:nvSpPr>
          <p:cNvPr id="7" name="Rectangle 4">
            <a:extLst>
              <a:ext uri="{FF2B5EF4-FFF2-40B4-BE49-F238E27FC236}">
                <a16:creationId xmlns:a16="http://schemas.microsoft.com/office/drawing/2014/main" id="{1FF31D04-11DD-A567-1CE0-22313F186BA1}"/>
              </a:ext>
            </a:extLst>
          </p:cNvPr>
          <p:cNvSpPr>
            <a:spLocks noGrp="1" noChangeArrowheads="1"/>
          </p:cNvSpPr>
          <p:nvPr>
            <p:ph type="ftr" sz="quarter" idx="2"/>
          </p:nvPr>
        </p:nvSpPr>
        <p:spPr bwMode="auto">
          <a:xfrm>
            <a:off x="712054" y="8700833"/>
            <a:ext cx="3259874"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a:lvl1pPr>
          </a:lstStyle>
          <a:p>
            <a:r>
              <a:rPr lang="en-US" sz="900">
                <a:latin typeface="Poppins" panose="00000500000000000000" pitchFamily="2" charset="0"/>
                <a:cs typeface="Poppins" panose="00000500000000000000" pitchFamily="2" charset="0"/>
              </a:rPr>
              <a:t>|  © NXP  |  Public</a:t>
            </a:r>
          </a:p>
        </p:txBody>
      </p:sp>
      <p:sp>
        <p:nvSpPr>
          <p:cNvPr id="8" name="Rectangle 5">
            <a:extLst>
              <a:ext uri="{FF2B5EF4-FFF2-40B4-BE49-F238E27FC236}">
                <a16:creationId xmlns:a16="http://schemas.microsoft.com/office/drawing/2014/main" id="{A44DC7DF-5E71-C95A-68A7-7D0EEEA60F0A}"/>
              </a:ext>
            </a:extLst>
          </p:cNvPr>
          <p:cNvSpPr>
            <a:spLocks noGrp="1" noChangeArrowheads="1"/>
          </p:cNvSpPr>
          <p:nvPr>
            <p:ph type="sldNum" sz="quarter" idx="3"/>
          </p:nvPr>
        </p:nvSpPr>
        <p:spPr bwMode="auto">
          <a:xfrm>
            <a:off x="310024" y="8700833"/>
            <a:ext cx="416205" cy="2689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B1A579D-3553-4F33-9067-7E7231905C3B}" type="slidenum">
              <a:rPr lang="en-US" sz="1000">
                <a:latin typeface="Poppins" panose="00000500000000000000" pitchFamily="2" charset="0"/>
                <a:cs typeface="Poppins" panose="00000500000000000000" pitchFamily="2" charset="0"/>
              </a:rPr>
              <a:pPr/>
              <a:t>‹#›</a:t>
            </a:fld>
            <a:endParaRPr lang="en-US" sz="1000">
              <a:latin typeface="Poppins" panose="00000500000000000000" pitchFamily="2" charset="0"/>
              <a:cs typeface="Poppins" panose="00000500000000000000" pitchFamily="2" charset="0"/>
            </a:endParaRPr>
          </a:p>
        </p:txBody>
      </p:sp>
      <p:grpSp>
        <p:nvGrpSpPr>
          <p:cNvPr id="15" name="Group 14">
            <a:extLst>
              <a:ext uri="{FF2B5EF4-FFF2-40B4-BE49-F238E27FC236}">
                <a16:creationId xmlns:a16="http://schemas.microsoft.com/office/drawing/2014/main" id="{E2D42022-CD4C-2B31-7033-BE65CC5F31B1}"/>
              </a:ext>
            </a:extLst>
          </p:cNvPr>
          <p:cNvGrpSpPr/>
          <p:nvPr/>
        </p:nvGrpSpPr>
        <p:grpSpPr>
          <a:xfrm>
            <a:off x="5936457" y="8705967"/>
            <a:ext cx="547861" cy="185337"/>
            <a:chOff x="532238" y="532263"/>
            <a:chExt cx="1522954" cy="515204"/>
          </a:xfrm>
        </p:grpSpPr>
        <p:sp>
          <p:nvSpPr>
            <p:cNvPr id="16" name="Freeform: Shape 15">
              <a:extLst>
                <a:ext uri="{FF2B5EF4-FFF2-40B4-BE49-F238E27FC236}">
                  <a16:creationId xmlns:a16="http://schemas.microsoft.com/office/drawing/2014/main" id="{65308769-5F22-5F62-3F1E-D4C54D321D02}"/>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17" name="Freeform: Shape 16">
              <a:extLst>
                <a:ext uri="{FF2B5EF4-FFF2-40B4-BE49-F238E27FC236}">
                  <a16:creationId xmlns:a16="http://schemas.microsoft.com/office/drawing/2014/main" id="{3E2B8103-707D-7471-CF82-82247C499B24}"/>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8" name="Freeform: Shape 17">
              <a:extLst>
                <a:ext uri="{FF2B5EF4-FFF2-40B4-BE49-F238E27FC236}">
                  <a16:creationId xmlns:a16="http://schemas.microsoft.com/office/drawing/2014/main" id="{09E3E3FD-AAAB-3A08-98D2-DF744BB8CA3D}"/>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0B2D7"/>
            </a:solidFill>
            <a:ln w="9525" cap="flat">
              <a:noFill/>
              <a:prstDash val="solid"/>
              <a:miter/>
            </a:ln>
          </p:spPr>
          <p:txBody>
            <a:bodyPr rtlCol="0" anchor="ctr"/>
            <a:lstStyle/>
            <a:p>
              <a:endParaRPr lang="en-US">
                <a:latin typeface="Poppins" panose="00000500000000000000" pitchFamily="2" charset="0"/>
              </a:endParaRPr>
            </a:p>
          </p:txBody>
        </p:sp>
      </p:grpSp>
    </p:spTree>
    <p:extLst>
      <p:ext uri="{BB962C8B-B14F-4D97-AF65-F5344CB8AC3E}">
        <p14:creationId xmlns:p14="http://schemas.microsoft.com/office/powerpoint/2010/main" val="454801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Rectangle 3">
            <a:extLst>
              <a:ext uri="{FF2B5EF4-FFF2-40B4-BE49-F238E27FC236}">
                <a16:creationId xmlns:a16="http://schemas.microsoft.com/office/drawing/2014/main" id="{FC118F7E-5CDC-0D0D-8A1F-979CEC795DC3}"/>
              </a:ext>
            </a:extLst>
          </p:cNvPr>
          <p:cNvSpPr txBox="1">
            <a:spLocks noChangeArrowheads="1"/>
          </p:cNvSpPr>
          <p:nvPr/>
        </p:nvSpPr>
        <p:spPr bwMode="auto">
          <a:xfrm>
            <a:off x="2002402" y="8700833"/>
            <a:ext cx="1735707"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F589425-449D-4D80-B16A-0FCA3F0B391A}" type="datetime9">
              <a:rPr lang="en-US" sz="900" smtClean="0">
                <a:latin typeface="Poppins" panose="00000500000000000000" pitchFamily="2" charset="0"/>
                <a:cs typeface="Poppins" panose="00000500000000000000" pitchFamily="2" charset="0"/>
              </a:rPr>
              <a:pPr algn="l"/>
              <a:t>10/14/2026 1:16:39 AM</a:t>
            </a:fld>
            <a:endParaRPr lang="en-US" sz="900">
              <a:latin typeface="Poppins" panose="00000500000000000000" pitchFamily="2" charset="0"/>
              <a:cs typeface="Poppins" panose="00000500000000000000" pitchFamily="2" charset="0"/>
            </a:endParaRPr>
          </a:p>
        </p:txBody>
      </p:sp>
      <p:sp>
        <p:nvSpPr>
          <p:cNvPr id="9" name="Rectangle 4">
            <a:extLst>
              <a:ext uri="{FF2B5EF4-FFF2-40B4-BE49-F238E27FC236}">
                <a16:creationId xmlns:a16="http://schemas.microsoft.com/office/drawing/2014/main" id="{8606DA34-9F7A-84F8-5163-E2C98D7C733C}"/>
              </a:ext>
            </a:extLst>
          </p:cNvPr>
          <p:cNvSpPr>
            <a:spLocks noGrp="1" noChangeArrowheads="1"/>
          </p:cNvSpPr>
          <p:nvPr>
            <p:ph type="ftr" sz="quarter" idx="4"/>
          </p:nvPr>
        </p:nvSpPr>
        <p:spPr bwMode="auto">
          <a:xfrm>
            <a:off x="712054" y="8700833"/>
            <a:ext cx="3259874" cy="268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200">
                <a:latin typeface="Poppins" panose="00000500000000000000" pitchFamily="2" charset="0"/>
                <a:cs typeface="Poppins" panose="00000500000000000000" pitchFamily="2" charset="0"/>
              </a:defRPr>
            </a:lvl1pPr>
          </a:lstStyle>
          <a:p>
            <a:r>
              <a:rPr lang="en-US" sz="900"/>
              <a:t>|  © NXP  |  Public</a:t>
            </a:r>
          </a:p>
        </p:txBody>
      </p:sp>
      <p:sp>
        <p:nvSpPr>
          <p:cNvPr id="10" name="Rectangle 5">
            <a:extLst>
              <a:ext uri="{FF2B5EF4-FFF2-40B4-BE49-F238E27FC236}">
                <a16:creationId xmlns:a16="http://schemas.microsoft.com/office/drawing/2014/main" id="{B7CCF6B6-CD45-B791-1362-E2D172911D10}"/>
              </a:ext>
            </a:extLst>
          </p:cNvPr>
          <p:cNvSpPr>
            <a:spLocks noGrp="1" noChangeArrowheads="1"/>
          </p:cNvSpPr>
          <p:nvPr>
            <p:ph type="sldNum" sz="quarter" idx="5"/>
          </p:nvPr>
        </p:nvSpPr>
        <p:spPr bwMode="auto">
          <a:xfrm>
            <a:off x="310024" y="8700833"/>
            <a:ext cx="416205" cy="2689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Poppins" panose="00000500000000000000" pitchFamily="2" charset="0"/>
                <a:cs typeface="Poppins" panose="00000500000000000000" pitchFamily="2" charset="0"/>
              </a:defRPr>
            </a:lvl1pPr>
          </a:lstStyle>
          <a:p>
            <a:fld id="{FB1A579D-3553-4F33-9067-7E7231905C3B}" type="slidenum">
              <a:rPr lang="en-US" sz="1000" smtClean="0"/>
              <a:pPr/>
              <a:t>‹#›</a:t>
            </a:fld>
            <a:endParaRPr lang="en-US" sz="1000"/>
          </a:p>
        </p:txBody>
      </p:sp>
      <p:grpSp>
        <p:nvGrpSpPr>
          <p:cNvPr id="11" name="Group 10">
            <a:extLst>
              <a:ext uri="{FF2B5EF4-FFF2-40B4-BE49-F238E27FC236}">
                <a16:creationId xmlns:a16="http://schemas.microsoft.com/office/drawing/2014/main" id="{6BA0B33B-913A-805D-B3BA-BEB9A3846A1E}"/>
              </a:ext>
            </a:extLst>
          </p:cNvPr>
          <p:cNvGrpSpPr/>
          <p:nvPr/>
        </p:nvGrpSpPr>
        <p:grpSpPr>
          <a:xfrm>
            <a:off x="5936457" y="8705967"/>
            <a:ext cx="547861" cy="185337"/>
            <a:chOff x="532238" y="532263"/>
            <a:chExt cx="1522954" cy="515204"/>
          </a:xfrm>
        </p:grpSpPr>
        <p:sp>
          <p:nvSpPr>
            <p:cNvPr id="12" name="Freeform: Shape 11">
              <a:extLst>
                <a:ext uri="{FF2B5EF4-FFF2-40B4-BE49-F238E27FC236}">
                  <a16:creationId xmlns:a16="http://schemas.microsoft.com/office/drawing/2014/main" id="{BD13B215-5B62-AE2A-C23A-A682BD720511}"/>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13" name="Freeform: Shape 12">
              <a:extLst>
                <a:ext uri="{FF2B5EF4-FFF2-40B4-BE49-F238E27FC236}">
                  <a16:creationId xmlns:a16="http://schemas.microsoft.com/office/drawing/2014/main" id="{F45F9349-CEF0-0583-3F11-0ABE2362580B}"/>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4" name="Freeform: Shape 13">
              <a:extLst>
                <a:ext uri="{FF2B5EF4-FFF2-40B4-BE49-F238E27FC236}">
                  <a16:creationId xmlns:a16="http://schemas.microsoft.com/office/drawing/2014/main" id="{B01CD4DC-CADC-2222-5553-DECDEF314F43}"/>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0B2D7"/>
            </a:solidFill>
            <a:ln w="9525" cap="flat">
              <a:noFill/>
              <a:prstDash val="solid"/>
              <a:miter/>
            </a:ln>
          </p:spPr>
          <p:txBody>
            <a:bodyPr rtlCol="0" anchor="ctr"/>
            <a:lstStyle/>
            <a:p>
              <a:endParaRPr lang="en-US">
                <a:latin typeface="Poppins" panose="00000500000000000000" pitchFamily="2" charset="0"/>
              </a:endParaRPr>
            </a:p>
          </p:txBody>
        </p:sp>
      </p:grpSp>
    </p:spTree>
    <p:extLst>
      <p:ext uri="{BB962C8B-B14F-4D97-AF65-F5344CB8AC3E}">
        <p14:creationId xmlns:p14="http://schemas.microsoft.com/office/powerpoint/2010/main" val="22534596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Poppins" panose="00000500000000000000" pitchFamily="2" charset="0"/>
        <a:ea typeface="+mn-ea"/>
        <a:cs typeface="+mn-cs"/>
      </a:defRPr>
    </a:lvl1pPr>
    <a:lvl2pPr marL="457200" algn="l" defTabSz="914400" rtl="0" eaLnBrk="1" latinLnBrk="0" hangingPunct="1">
      <a:defRPr sz="1200" kern="1200">
        <a:solidFill>
          <a:schemeClr val="tx1"/>
        </a:solidFill>
        <a:latin typeface="Poppins" panose="00000500000000000000" pitchFamily="2" charset="0"/>
        <a:ea typeface="+mn-ea"/>
        <a:cs typeface="+mn-cs"/>
      </a:defRPr>
    </a:lvl2pPr>
    <a:lvl3pPr marL="914400" algn="l" defTabSz="914400" rtl="0" eaLnBrk="1" latinLnBrk="0" hangingPunct="1">
      <a:defRPr sz="1200" kern="1200">
        <a:solidFill>
          <a:schemeClr val="tx1"/>
        </a:solidFill>
        <a:latin typeface="Poppins" panose="00000500000000000000" pitchFamily="2" charset="0"/>
        <a:ea typeface="+mn-ea"/>
        <a:cs typeface="+mn-cs"/>
      </a:defRPr>
    </a:lvl3pPr>
    <a:lvl4pPr marL="1371600" algn="l" defTabSz="914400" rtl="0" eaLnBrk="1" latinLnBrk="0" hangingPunct="1">
      <a:defRPr sz="1200" kern="1200">
        <a:solidFill>
          <a:schemeClr val="tx1"/>
        </a:solidFill>
        <a:latin typeface="Poppins" panose="00000500000000000000" pitchFamily="2" charset="0"/>
        <a:ea typeface="+mn-ea"/>
        <a:cs typeface="+mn-cs"/>
      </a:defRPr>
    </a:lvl4pPr>
    <a:lvl5pPr marL="1828800" algn="l" defTabSz="914400" rtl="0" eaLnBrk="1" latinLnBrk="0" hangingPunct="1">
      <a:defRPr sz="1200" kern="1200">
        <a:solidFill>
          <a:schemeClr val="tx1"/>
        </a:solidFill>
        <a:latin typeface="Poppins"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1</a:t>
            </a:fld>
            <a:endParaRPr lang="en-US" sz="1000"/>
          </a:p>
        </p:txBody>
      </p:sp>
    </p:spTree>
    <p:extLst>
      <p:ext uri="{BB962C8B-B14F-4D97-AF65-F5344CB8AC3E}">
        <p14:creationId xmlns:p14="http://schemas.microsoft.com/office/powerpoint/2010/main" val="3076848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9EA4E-D5B9-EE81-A0F0-BEE85A584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E6328-5EE0-A4AD-E2E3-AEFBD8C23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FD2F4-180F-EB74-DFF2-E7211EB6A3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Hello everyone!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we dive in, let me briefly introduce myself and share why this topic is close to my heart.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My name is Andreea Rasoga and I’m a PMO Operations Leader at NXP Semiconductors, where I work on the R&amp;D roadmap of new product innovation programs. My role is all about helping engineering, business, and supplier teams deliver smarter and faster, as priorities and requirements constantly evolve.</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Earlier in my career, I built and scaled an e-commerce business from the ground up — an experience that hard-wired a deeply hands-on, execution-oriented mindset.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Last year, I completed the Stanford LEAD program, focused on leading innovation and driving transformation in disruptive, fast-changing environments.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I’m passionate about efficiency and growth, and my core strength is seeing patterns and figuring out how we can streamline and improve. R&amp;D is an extremely dynamic, change-prone environment, and working in a global, cross-functional setup adds to that complexity. But I believe change doesn’t have to be a bottleneck. If we lead it deliberately, we can turn it into an advantage — building it into the process rather than fighting against it.</a:t>
            </a:r>
          </a:p>
        </p:txBody>
      </p:sp>
      <p:sp>
        <p:nvSpPr>
          <p:cNvPr id="4" name="Slide Number Placeholder 3">
            <a:extLst>
              <a:ext uri="{FF2B5EF4-FFF2-40B4-BE49-F238E27FC236}">
                <a16:creationId xmlns:a16="http://schemas.microsoft.com/office/drawing/2014/main" id="{DBFF3EEA-30A2-0C98-AE37-8D8808F45E1B}"/>
              </a:ext>
            </a:extLst>
          </p:cNvPr>
          <p:cNvSpPr>
            <a:spLocks noGrp="1"/>
          </p:cNvSpPr>
          <p:nvPr>
            <p:ph type="sldNum" sz="quarter" idx="5"/>
          </p:nvPr>
        </p:nvSpPr>
        <p:spPr/>
        <p:txBody>
          <a:bodyPr/>
          <a:lstStyle/>
          <a:p>
            <a:fld id="{FB1A579D-3553-4F33-9067-7E7231905C3B}" type="slidenum">
              <a:rPr lang="en-US" sz="1000" smtClean="0"/>
              <a:pPr/>
              <a:t>2</a:t>
            </a:fld>
            <a:endParaRPr lang="en-US" sz="1000"/>
          </a:p>
        </p:txBody>
      </p:sp>
    </p:spTree>
    <p:extLst>
      <p:ext uri="{BB962C8B-B14F-4D97-AF65-F5344CB8AC3E}">
        <p14:creationId xmlns:p14="http://schemas.microsoft.com/office/powerpoint/2010/main" val="1578250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want to start by asking you one simple question: I’m curious how many of you, in the past 12 months, have had a project where something changed midstream — a customer request, a supplier issue, a new compliance rule — and that change ended up impacting the schedule?</a:t>
            </a:r>
            <a:br>
              <a:rPr lang="en-US" dirty="0"/>
            </a:br>
            <a:br>
              <a:rPr lang="en-US" dirty="0"/>
            </a:br>
            <a:r>
              <a:rPr lang="en-US" dirty="0"/>
              <a:t>Exactly. Almost every single one of us / Really, only me? Everyone else’s projects run without issues?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And yet, if we’re honest, most of the systems we use to manage these projects were designed for a world where change was the exception, not the rule.</a:t>
            </a:r>
            <a:br>
              <a:rPr lang="en-US" dirty="0"/>
            </a:br>
            <a:r>
              <a:rPr lang="en-US" dirty="0"/>
              <a:t>But that world is gone.</a:t>
            </a:r>
            <a:br>
              <a:rPr lang="en-US" dirty="0"/>
            </a:br>
            <a:br>
              <a:rPr lang="en-US" dirty="0"/>
            </a:br>
            <a:r>
              <a:rPr lang="en-US" dirty="0"/>
              <a:t>Innovation cycles in semiconductors are shrinking. Technologies that once unfolded over five or more years are now expected to scale in roughly half the time, given by the demands of AI, automotive and edge computing.</a:t>
            </a:r>
            <a:br>
              <a:rPr lang="en-US" dirty="0"/>
            </a:br>
            <a:r>
              <a:rPr lang="en-US" dirty="0"/>
              <a:t>At the same time, the EU Chips Act is accelerating major fab investments across Europe, pushing us all to deliver capacity and capability faster than ever before.</a:t>
            </a:r>
            <a:br>
              <a:rPr lang="en-US" dirty="0"/>
            </a:br>
            <a:br>
              <a:rPr lang="en-US" dirty="0"/>
            </a:br>
            <a:r>
              <a:rPr lang="en-US" dirty="0"/>
              <a:t>But here’s the reality: our biggest delays aren’t happening in cleanrooms or with lithography tools, they’re happening in how we lead people through change.</a:t>
            </a:r>
          </a:p>
          <a:p>
            <a:endParaRPr lang="en-US" dirty="0"/>
          </a:p>
          <a:p>
            <a:r>
              <a:rPr lang="en-US" b="1" dirty="0"/>
              <a:t>[CLICK] </a:t>
            </a:r>
            <a:r>
              <a:rPr lang="en-US" dirty="0"/>
              <a:t>That’s what I want to talk about today. </a:t>
            </a:r>
            <a:br>
              <a:rPr lang="en-US" dirty="0"/>
            </a:br>
            <a:br>
              <a:rPr lang="en-US" dirty="0"/>
            </a:br>
            <a:r>
              <a:rPr lang="en-US" dirty="0"/>
              <a:t>Not how to plan better, but how to lead better.</a:t>
            </a:r>
            <a:br>
              <a:rPr lang="en-US" dirty="0"/>
            </a:br>
            <a:r>
              <a:rPr lang="en-US" dirty="0"/>
              <a:t>Not how to control change, but how to turn it into a strategic advantage.</a:t>
            </a:r>
            <a:br>
              <a:rPr lang="en-US" dirty="0"/>
            </a:br>
            <a:br>
              <a:rPr lang="en-US" dirty="0"/>
            </a:br>
            <a:r>
              <a:rPr lang="en-US" dirty="0"/>
              <a:t>Because in this industry, success isn’t just about building faster chips. It’s about building organizations that can move at the speed of change.</a:t>
            </a:r>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3</a:t>
            </a:fld>
            <a:endParaRPr lang="en-US" sz="1000"/>
          </a:p>
        </p:txBody>
      </p:sp>
    </p:spTree>
    <p:extLst>
      <p:ext uri="{BB962C8B-B14F-4D97-AF65-F5344CB8AC3E}">
        <p14:creationId xmlns:p14="http://schemas.microsoft.com/office/powerpoint/2010/main" val="3538573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we’ve acknowledged that change is no longer the exception - it’s the standard we operate by - let’s look more closely at where our projects actually lose speed.</a:t>
            </a:r>
            <a:br>
              <a:rPr lang="en-US" dirty="0"/>
            </a:br>
            <a:br>
              <a:rPr lang="en-US" dirty="0"/>
            </a:br>
            <a:r>
              <a:rPr lang="en-US" dirty="0"/>
              <a:t>Across dozens of programs, the slowdown tends to follow a familiar pattern.</a:t>
            </a:r>
            <a:br>
              <a:rPr lang="en-US" dirty="0"/>
            </a:br>
            <a:br>
              <a:rPr lang="en-US" dirty="0"/>
            </a:br>
            <a:r>
              <a:rPr lang="en-US" b="1" dirty="0"/>
              <a:t>[CLICK] </a:t>
            </a:r>
            <a:r>
              <a:rPr lang="en-US" dirty="0"/>
              <a:t>It starts with a change: a new customer requirement, a shift in supply, an updated standard.</a:t>
            </a:r>
            <a:br>
              <a:rPr lang="en-US" dirty="0"/>
            </a:br>
            <a:r>
              <a:rPr lang="en-US" b="1" dirty="0"/>
              <a:t>[CLICK] </a:t>
            </a:r>
            <a:r>
              <a:rPr lang="en-US" dirty="0"/>
              <a:t>That triggers debate: teams interpret the impact differently, priorities are questioned, and discussions stretch on.</a:t>
            </a:r>
            <a:br>
              <a:rPr lang="en-US" dirty="0"/>
            </a:br>
            <a:r>
              <a:rPr lang="en-US" b="1" dirty="0"/>
              <a:t>[CLICK] </a:t>
            </a:r>
            <a:r>
              <a:rPr lang="en-US" dirty="0"/>
              <a:t>Next comes delay. Decisions don’t arrive as quickly as the project clock moves. Escalations take time. People wait for clarity before taking action.</a:t>
            </a:r>
            <a:br>
              <a:rPr lang="en-US" dirty="0"/>
            </a:br>
            <a:r>
              <a:rPr lang="en-US" b="1" dirty="0"/>
              <a:t>[CLICK] </a:t>
            </a:r>
            <a:r>
              <a:rPr lang="en-US" dirty="0"/>
              <a:t>By the time a decision is made, rework is almost inevitable. Designs are revised, plans reshuffled, schedules adjusted.</a:t>
            </a:r>
            <a:br>
              <a:rPr lang="en-US" dirty="0"/>
            </a:br>
            <a:br>
              <a:rPr lang="en-US" dirty="0"/>
            </a:br>
            <a:r>
              <a:rPr lang="en-US" b="1" dirty="0"/>
              <a:t>[CLICK] </a:t>
            </a:r>
            <a:r>
              <a:rPr lang="en-US" dirty="0"/>
              <a:t>And at the end of this loop, costs rise — not because our technology isn’t capable, but because time has slipped away.</a:t>
            </a:r>
          </a:p>
          <a:p>
            <a:endParaRPr lang="en-US" dirty="0"/>
          </a:p>
          <a:p>
            <a:r>
              <a:rPr lang="en-US" dirty="0"/>
              <a:t>If we look beyond this loop, we see the real drivers of friction.</a:t>
            </a:r>
            <a:br>
              <a:rPr lang="en-US" dirty="0"/>
            </a:br>
            <a:br>
              <a:rPr lang="en-US" dirty="0"/>
            </a:br>
            <a:r>
              <a:rPr lang="en-US" b="1" dirty="0"/>
              <a:t>[CLICK] </a:t>
            </a:r>
            <a:r>
              <a:rPr lang="en-US" dirty="0"/>
              <a:t>Scope ambiguity — when must-haves and nice-to-haves aren’t clearly defined, change becomes endless.</a:t>
            </a:r>
            <a:br>
              <a:rPr lang="en-US" dirty="0"/>
            </a:br>
            <a:r>
              <a:rPr lang="en-US" b="1" dirty="0"/>
              <a:t>[CLICK] </a:t>
            </a:r>
            <a:r>
              <a:rPr lang="en-US" dirty="0"/>
              <a:t>Decision backlog — when choices queue up for sign-off, velocity drops.</a:t>
            </a:r>
            <a:br>
              <a:rPr lang="en-US" dirty="0"/>
            </a:br>
            <a:r>
              <a:rPr lang="en-US" b="1" dirty="0"/>
              <a:t>[CLICK] </a:t>
            </a:r>
            <a:r>
              <a:rPr lang="en-US" dirty="0"/>
              <a:t>Late alignment — when teams move forward with different interpretations of the same change, rework is built in.</a:t>
            </a:r>
            <a:br>
              <a:rPr lang="en-US" dirty="0"/>
            </a:br>
            <a:r>
              <a:rPr lang="en-US" b="1" dirty="0"/>
              <a:t>[CLICK] </a:t>
            </a:r>
            <a:r>
              <a:rPr lang="en-US" dirty="0"/>
              <a:t>And stakeholder resistance — often not to the change itself, but to the uncertainty and disruption it brings.</a:t>
            </a:r>
            <a:br>
              <a:rPr lang="en-US" dirty="0"/>
            </a:br>
            <a:br>
              <a:rPr lang="en-US" dirty="0"/>
            </a:br>
            <a:r>
              <a:rPr lang="en-US" dirty="0"/>
              <a:t>These are the moments where momentum leaks away.</a:t>
            </a:r>
            <a:br>
              <a:rPr lang="en-US" dirty="0"/>
            </a:br>
            <a:r>
              <a:rPr lang="en-US" dirty="0"/>
              <a:t>And the reason they’re so important is because they rarely show up on a Gantt chart or a dashboard. But they are often the single biggest reason a semiconductor project slips — long before design ever meets manufacturing.</a:t>
            </a:r>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4</a:t>
            </a:fld>
            <a:endParaRPr lang="en-US" sz="1000"/>
          </a:p>
        </p:txBody>
      </p:sp>
    </p:spTree>
    <p:extLst>
      <p:ext uri="{BB962C8B-B14F-4D97-AF65-F5344CB8AC3E}">
        <p14:creationId xmlns:p14="http://schemas.microsoft.com/office/powerpoint/2010/main" val="296208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Here’s the uncomfortable truth. Most of the frameworks and systems we still use to run semiconductor projects were designed for a very different world — one where predictability was the norm and change was an exception.</a:t>
            </a:r>
            <a:br>
              <a:rPr lang="en-US" dirty="0"/>
            </a:br>
            <a:r>
              <a:rPr lang="en-US" dirty="0"/>
              <a:t>They’re excellent at what they were built for: tracking, reporting, controlling. They tell us where we are against the plan. They flag when we’re late. They make sure tasks get ticked off.</a:t>
            </a:r>
            <a:br>
              <a:rPr lang="en-US" dirty="0"/>
            </a:br>
            <a:br>
              <a:rPr lang="en-US" dirty="0"/>
            </a:br>
            <a:r>
              <a:rPr lang="en-US" dirty="0"/>
              <a:t>But they fall short when the plan itself is changing beneath our feet. Because in a world defined by rapid technology shifts, new customer demands, supply disruptions, and evolving standards, control alone doesn’t create speed.</a:t>
            </a:r>
            <a:br>
              <a:rPr lang="en-US" dirty="0"/>
            </a:br>
            <a:br>
              <a:rPr lang="en-US" dirty="0"/>
            </a:br>
            <a:r>
              <a:rPr lang="en-US" dirty="0"/>
              <a:t>What we need is something different. We need leadership.</a:t>
            </a:r>
          </a:p>
          <a:p>
            <a:r>
              <a:rPr lang="en-US" b="1" dirty="0"/>
              <a:t>[CLICK] </a:t>
            </a:r>
          </a:p>
          <a:p>
            <a:r>
              <a:rPr lang="en-US" dirty="0"/>
              <a:t>Leadership is not about enforcing the plan, it’s about shaping direction when the plan changes.</a:t>
            </a:r>
            <a:br>
              <a:rPr lang="en-US" dirty="0"/>
            </a:br>
            <a:r>
              <a:rPr lang="en-US" dirty="0"/>
              <a:t>Leadership is not about managing tasks, it’s about aligning mindsets, so people move in the same direction even when conditions shift.</a:t>
            </a:r>
            <a:br>
              <a:rPr lang="en-US" dirty="0"/>
            </a:br>
            <a:r>
              <a:rPr lang="en-US" dirty="0"/>
              <a:t>Leadership is not about escalation, it’s about enabling fast, confident decisions at the right level, without waiting for layers of approval.</a:t>
            </a:r>
            <a:br>
              <a:rPr lang="en-US" dirty="0"/>
            </a:br>
            <a:br>
              <a:rPr lang="en-US" dirty="0"/>
            </a:br>
            <a:r>
              <a:rPr lang="en-US" dirty="0"/>
              <a:t>This is the gap we need to close. We invest in tools, dashboards, and governance, but we need to invest in the capability to lead people through constant change.</a:t>
            </a:r>
            <a:br>
              <a:rPr lang="en-US" dirty="0"/>
            </a:br>
            <a:br>
              <a:rPr lang="en-US" dirty="0"/>
            </a:br>
            <a:r>
              <a:rPr lang="en-US" dirty="0"/>
              <a:t>And this is where smarter, leaner, faster execution really happens. It’s not about how perfectly we follow an original plan, it’s about how effectively we can mobilize teams, align decisions and keep delivery on track when the plan changes.</a:t>
            </a:r>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5</a:t>
            </a:fld>
            <a:endParaRPr lang="en-US" sz="1000"/>
          </a:p>
        </p:txBody>
      </p:sp>
    </p:spTree>
    <p:extLst>
      <p:ext uri="{BB962C8B-B14F-4D97-AF65-F5344CB8AC3E}">
        <p14:creationId xmlns:p14="http://schemas.microsoft.com/office/powerpoint/2010/main" val="4236621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project control isn’t enough anymore. Because leading through change is not about telling people what to do, it’s about mobilizing them. Leadership in this context means turning compliance into commitment -&gt; moving teams from simply following instructions to believing in where they’re going. The real question is: how do we, as leaders, create the conditions for people to lean into change, not resist it? </a:t>
            </a:r>
            <a:br>
              <a:rPr lang="en-US" dirty="0"/>
            </a:br>
            <a:br>
              <a:rPr lang="en-US" dirty="0"/>
            </a:br>
            <a:r>
              <a:rPr lang="en-US" dirty="0"/>
              <a:t>And that shift doesn’t happen because we write a better plan. It happens because we know how to mobilize engagement, collaboration and mindset. We practice it regularly and we intentionally create allies. </a:t>
            </a:r>
          </a:p>
          <a:p>
            <a:r>
              <a:rPr lang="en-US" dirty="0"/>
              <a:t>One of the best examples I’ve seen of this comes from outside our industry. Doctors at Great </a:t>
            </a:r>
            <a:r>
              <a:rPr lang="en-US"/>
              <a:t>Ormond Street </a:t>
            </a:r>
            <a:r>
              <a:rPr lang="en-US" dirty="0"/>
              <a:t>Hospital in London were struggling with errors during patient handovers from surgery to intensive care — a mission-critical moment, just like our product handovers. After observing a Ferrari Formula 1 pit crew, they realized the level of speed and precision they needed already existed, just in a different context.</a:t>
            </a:r>
            <a:br>
              <a:rPr lang="en-US" dirty="0"/>
            </a:br>
            <a:br>
              <a:rPr lang="en-US" dirty="0"/>
            </a:br>
            <a:r>
              <a:rPr lang="en-US" dirty="0"/>
              <a:t>Pit crews work under constant uncertainty. Every stop is different — conditions on the track change, the car arrives with unexpected issues, and they don’t know exactly what will need attention until the moment it happens. And yet, they deliver in under two seconds. Why? Because they have leadership that prepares them for change — not by removing unpredictability, but by building the systems and habits to handle it.</a:t>
            </a:r>
            <a:br>
              <a:rPr lang="en-US" dirty="0"/>
            </a:br>
            <a:br>
              <a:rPr lang="en-US" dirty="0"/>
            </a:br>
            <a:r>
              <a:rPr lang="en-US" b="1" dirty="0"/>
              <a:t>[CLICK] </a:t>
            </a:r>
            <a:r>
              <a:rPr lang="en-US" dirty="0"/>
              <a:t>They invest heavily in practice — regular drills, debriefs, and reviews — the equivalent of our syncs, alignment meetings, and retrospectives. </a:t>
            </a:r>
          </a:p>
          <a:p>
            <a:r>
              <a:rPr lang="en-US" b="1" dirty="0"/>
              <a:t>[CLICK] </a:t>
            </a:r>
            <a:r>
              <a:rPr lang="en-US" dirty="0"/>
              <a:t>They strengthen engagement — every person knows exactly how their role contributes to the bigger mission. In R&amp;D, this means connecting each team’s work directly to product goals and customer outcomes, so engineers, validation teams and even suppliers understand how their part impacts the next.</a:t>
            </a:r>
          </a:p>
          <a:p>
            <a:r>
              <a:rPr lang="en-US" b="1" dirty="0"/>
              <a:t>[CLICK] </a:t>
            </a:r>
            <a:r>
              <a:rPr lang="en-US" dirty="0"/>
              <a:t>They enable seamless collaboration — every movement is coordinated. In our world, this means tight alignment across functions, so handovers happen without friction and speed doesn’t get lost in translation.</a:t>
            </a:r>
          </a:p>
          <a:p>
            <a:r>
              <a:rPr lang="en-US" b="1" dirty="0"/>
              <a:t>[CLICK] </a:t>
            </a:r>
            <a:r>
              <a:rPr lang="en-US" dirty="0"/>
              <a:t>They reinforce the right mindset — pressure is expected, not feared. It means cultivating a culture where iteration is normal, setbacks fuel learning and agility under shifting requirements becomes second nature.</a:t>
            </a:r>
          </a:p>
          <a:p>
            <a:r>
              <a:rPr lang="en-US" b="1" dirty="0"/>
              <a:t>[CLICK] </a:t>
            </a:r>
            <a:r>
              <a:rPr lang="en-US" dirty="0"/>
              <a:t>And they rely on allies — trust and shared purpose keep the team moving as one. In semiconductor development, our strongest allies are often suppliers. When we bring them into our plans early and treat them as part of the team, their speed, innovation and insights become our advantage.</a:t>
            </a:r>
            <a:br>
              <a:rPr lang="en-US" dirty="0"/>
            </a:br>
            <a:br>
              <a:rPr lang="en-US" dirty="0"/>
            </a:br>
            <a:r>
              <a:rPr lang="en-US" b="1" dirty="0"/>
              <a:t>[CLICK] </a:t>
            </a:r>
            <a:r>
              <a:rPr lang="en-US" b="0" dirty="0"/>
              <a:t>Change is constant and we don’t </a:t>
            </a:r>
            <a:r>
              <a:rPr lang="en-US" dirty="0"/>
              <a:t>control that. But what we can do is prepare for it, by mobilizing our people with the same intentionality as a Formula 1 pit crew. By aligning engineering with manufacturing, connecting R&amp;D to business priorities and turning suppliers into partners, we build playbooks that make us fast even when conditions change.  That’s how change stops being a bottleneck and becomes a competitive advantage.</a:t>
            </a:r>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6</a:t>
            </a:fld>
            <a:endParaRPr lang="en-US" sz="1000"/>
          </a:p>
        </p:txBody>
      </p:sp>
    </p:spTree>
    <p:extLst>
      <p:ext uri="{BB962C8B-B14F-4D97-AF65-F5344CB8AC3E}">
        <p14:creationId xmlns:p14="http://schemas.microsoft.com/office/powerpoint/2010/main" val="40451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2DFC-B7D1-DE5F-2206-E7D75607B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FCBFE-A20E-54BB-29AA-52A6A8AD43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DDE19-CBDA-6830-67FB-2DE8339FFDD1}"/>
              </a:ext>
            </a:extLst>
          </p:cNvPr>
          <p:cNvSpPr>
            <a:spLocks noGrp="1"/>
          </p:cNvSpPr>
          <p:nvPr>
            <p:ph type="body" idx="1"/>
          </p:nvPr>
        </p:nvSpPr>
        <p:spPr/>
        <p:txBody>
          <a:bodyPr/>
          <a:lstStyle/>
          <a:p>
            <a:r>
              <a:rPr lang="en-US" sz="1200" kern="1200" dirty="0">
                <a:solidFill>
                  <a:schemeClr val="tx1"/>
                </a:solidFill>
                <a:effectLst/>
                <a:latin typeface="Poppins" panose="00000500000000000000" pitchFamily="2" charset="0"/>
                <a:ea typeface="+mn-ea"/>
                <a:cs typeface="+mn-cs"/>
              </a:rPr>
              <a:t>If change is the landscape we operate in, and if practice, engagement, collaboration, allies and mindset are what unleash momentum, then the question becomes: what is the framework to run smarter and faster projects in this constant changing environment?</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kern="1200" dirty="0">
                <a:solidFill>
                  <a:schemeClr val="tx1"/>
                </a:solidFill>
                <a:effectLst/>
                <a:latin typeface="Poppins" panose="00000500000000000000" pitchFamily="2" charset="0"/>
                <a:ea typeface="+mn-ea"/>
                <a:cs typeface="+mn-cs"/>
              </a:rPr>
              <a:t>As leaders in semiconductor projects, we’re asked to navigate shifts without losing speed. I believe there are four leadership moves that make the difference between reacting to change and using it as a competitive edge.</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b="1" kern="1200" dirty="0">
                <a:solidFill>
                  <a:schemeClr val="tx1"/>
                </a:solidFill>
                <a:effectLst/>
                <a:latin typeface="Poppins" panose="00000500000000000000" pitchFamily="2" charset="0"/>
                <a:ea typeface="+mn-ea"/>
                <a:cs typeface="+mn-cs"/>
              </a:rPr>
              <a:t>[CLICK] </a:t>
            </a:r>
            <a:r>
              <a:rPr lang="en-US" sz="1200" kern="1200" dirty="0">
                <a:solidFill>
                  <a:schemeClr val="tx1"/>
                </a:solidFill>
                <a:effectLst/>
                <a:latin typeface="Poppins" panose="00000500000000000000" pitchFamily="2" charset="0"/>
                <a:ea typeface="+mn-ea"/>
                <a:cs typeface="+mn-cs"/>
              </a:rPr>
              <a:t>First, Sense. Great leaders don’t just react – we anticipate. We need to build mechanisms to detect change early: weak signals from suppliers, evolving standards, emerging customer needs. We need to create space for challenge and foresight, so our teams see around corners before the disruption arrives.</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b="1" kern="1200" dirty="0">
                <a:solidFill>
                  <a:schemeClr val="tx1"/>
                </a:solidFill>
                <a:effectLst/>
                <a:latin typeface="Poppins" panose="00000500000000000000" pitchFamily="2" charset="0"/>
                <a:ea typeface="+mn-ea"/>
                <a:cs typeface="+mn-cs"/>
              </a:rPr>
              <a:t>[CLICK] </a:t>
            </a:r>
            <a:r>
              <a:rPr lang="en-US" sz="1200" kern="1200" dirty="0">
                <a:solidFill>
                  <a:schemeClr val="tx1"/>
                </a:solidFill>
                <a:effectLst/>
                <a:latin typeface="Poppins" panose="00000500000000000000" pitchFamily="2" charset="0"/>
                <a:ea typeface="+mn-ea"/>
                <a:cs typeface="+mn-cs"/>
              </a:rPr>
              <a:t>Then we have to Translate – to turn complexity into shared understanding. Great leaders need to align business language with engineering reality, customer priorities with technical trade-offs. They help everyone see not just what changed, but why — and whether it’s a must-have or a nice-to-have.</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b="1" kern="1200" dirty="0">
                <a:solidFill>
                  <a:schemeClr val="tx1"/>
                </a:solidFill>
                <a:effectLst/>
                <a:latin typeface="Poppins" panose="00000500000000000000" pitchFamily="2" charset="0"/>
                <a:ea typeface="+mn-ea"/>
                <a:cs typeface="+mn-cs"/>
              </a:rPr>
              <a:t>[CLICK] </a:t>
            </a:r>
            <a:r>
              <a:rPr lang="en-US" sz="1200" kern="1200" dirty="0">
                <a:solidFill>
                  <a:schemeClr val="tx1"/>
                </a:solidFill>
                <a:effectLst/>
                <a:latin typeface="Poppins" panose="00000500000000000000" pitchFamily="2" charset="0"/>
                <a:ea typeface="+mn-ea"/>
                <a:cs typeface="+mn-cs"/>
              </a:rPr>
              <a:t>Third, we need to Decide fast and shorten the gap between knowing and doing. Our processes enable fast, confident decisions and we measure decision velocity because that’s where real speed comes from.</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b="1" kern="1200" dirty="0">
                <a:solidFill>
                  <a:schemeClr val="tx1"/>
                </a:solidFill>
                <a:effectLst/>
                <a:latin typeface="Poppins" panose="00000500000000000000" pitchFamily="2" charset="0"/>
                <a:ea typeface="+mn-ea"/>
                <a:cs typeface="+mn-cs"/>
              </a:rPr>
              <a:t>[CLICK] </a:t>
            </a:r>
            <a:r>
              <a:rPr lang="en-US" sz="1200" kern="1200" dirty="0">
                <a:solidFill>
                  <a:schemeClr val="tx1"/>
                </a:solidFill>
                <a:effectLst/>
                <a:latin typeface="Poppins" panose="00000500000000000000" pitchFamily="2" charset="0"/>
                <a:ea typeface="+mn-ea"/>
                <a:cs typeface="+mn-cs"/>
              </a:rPr>
              <a:t>finally, we Embed. We need to make sure change sticks and that it becomes part of how we work, not just the exception.</a:t>
            </a:r>
            <a:br>
              <a:rPr lang="en-US" sz="1200" kern="1200" dirty="0">
                <a:solidFill>
                  <a:schemeClr val="tx1"/>
                </a:solidFill>
                <a:effectLst/>
                <a:latin typeface="Poppins" panose="00000500000000000000" pitchFamily="2" charset="0"/>
                <a:ea typeface="+mn-ea"/>
                <a:cs typeface="+mn-cs"/>
              </a:rPr>
            </a:br>
            <a:endParaRPr lang="en-US" sz="1200" kern="1200" dirty="0">
              <a:solidFill>
                <a:schemeClr val="tx1"/>
              </a:solidFill>
              <a:effectLst/>
              <a:latin typeface="Poppins" panose="00000500000000000000" pitchFamily="2" charset="0"/>
              <a:ea typeface="+mn-ea"/>
              <a:cs typeface="+mn-cs"/>
            </a:endParaRPr>
          </a:p>
          <a:p>
            <a:r>
              <a:rPr lang="en-US" sz="1200" kern="1200" dirty="0">
                <a:solidFill>
                  <a:schemeClr val="tx1"/>
                </a:solidFill>
                <a:effectLst/>
                <a:latin typeface="Poppins" panose="00000500000000000000" pitchFamily="2" charset="0"/>
                <a:ea typeface="+mn-ea"/>
                <a:cs typeface="+mn-cs"/>
              </a:rPr>
              <a:t>Together, these four moves form a continuous cycle – a way for us to lead projects through change and running projects smarter, leaner and faster, even as the environment keeps shifting.</a:t>
            </a:r>
          </a:p>
          <a:p>
            <a:r>
              <a:rPr lang="en-US" sz="1200" kern="1200" dirty="0">
                <a:solidFill>
                  <a:schemeClr val="tx1"/>
                </a:solidFill>
                <a:effectLst/>
                <a:latin typeface="Poppins" panose="00000500000000000000" pitchFamily="2" charset="0"/>
                <a:ea typeface="+mn-ea"/>
                <a:cs typeface="+mn-cs"/>
              </a:rPr>
              <a:t> </a:t>
            </a:r>
            <a:endParaRPr lang="en-US" dirty="0"/>
          </a:p>
        </p:txBody>
      </p:sp>
      <p:sp>
        <p:nvSpPr>
          <p:cNvPr id="4" name="Slide Number Placeholder 3">
            <a:extLst>
              <a:ext uri="{FF2B5EF4-FFF2-40B4-BE49-F238E27FC236}">
                <a16:creationId xmlns:a16="http://schemas.microsoft.com/office/drawing/2014/main" id="{8223D3FE-430F-4036-CE2F-4227065DADDC}"/>
              </a:ext>
            </a:extLst>
          </p:cNvPr>
          <p:cNvSpPr>
            <a:spLocks noGrp="1"/>
          </p:cNvSpPr>
          <p:nvPr>
            <p:ph type="sldNum" sz="quarter" idx="5"/>
          </p:nvPr>
        </p:nvSpPr>
        <p:spPr/>
        <p:txBody>
          <a:bodyPr/>
          <a:lstStyle/>
          <a:p>
            <a:fld id="{FB1A579D-3553-4F33-9067-7E7231905C3B}" type="slidenum">
              <a:rPr lang="en-US" sz="1000" smtClean="0"/>
              <a:pPr/>
              <a:t>7</a:t>
            </a:fld>
            <a:endParaRPr lang="en-US" sz="1000"/>
          </a:p>
        </p:txBody>
      </p:sp>
    </p:spTree>
    <p:extLst>
      <p:ext uri="{BB962C8B-B14F-4D97-AF65-F5344CB8AC3E}">
        <p14:creationId xmlns:p14="http://schemas.microsoft.com/office/powerpoint/2010/main" val="237913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dive deeper into the first three pillars, because these are the ones that build momentum before change ever becomes a slowdown.</a:t>
            </a:r>
            <a:br>
              <a:rPr lang="en-US" dirty="0"/>
            </a:br>
            <a:br>
              <a:rPr lang="en-US" dirty="0"/>
            </a:br>
            <a:r>
              <a:rPr lang="en-US" b="1" dirty="0"/>
              <a:t>[CLICK] </a:t>
            </a:r>
            <a:r>
              <a:rPr lang="en-US" dirty="0"/>
              <a:t>Change rarely arrives as a headline. It begins as weak signals and our job is to see it before it hits. We do that by surfacing signals early in weekly cross-function syncs, by tracking them systematically in project reviews, and by capturing lessons learned so the same risk doesn’t show up twice. That’s how we resolve issues before they turn into delays.</a:t>
            </a:r>
            <a:br>
              <a:rPr lang="en-US" dirty="0"/>
            </a:br>
            <a:br>
              <a:rPr lang="en-US" dirty="0"/>
            </a:br>
            <a:r>
              <a:rPr lang="en-US" b="1" dirty="0"/>
              <a:t>[CLICK] </a:t>
            </a:r>
            <a:r>
              <a:rPr lang="en-US" dirty="0"/>
              <a:t>Once we sense a shift, we have to make sure everyone understands why it matters and how it connects to their work.</a:t>
            </a:r>
            <a:br>
              <a:rPr lang="en-US" dirty="0"/>
            </a:br>
            <a:r>
              <a:rPr lang="en-US" dirty="0"/>
              <a:t>This is where we translate change into shared clarity — reframing it in business or customer terms, linking the “why” to each team’s objectives, and defining concrete outcomes and ownership. And it’s not just internal alignment – we bring suppliers into that same conversation early, treating them as part of the team. When everyone speaks the same language and pulls in the same direction, execution accelerates instead of stalling.</a:t>
            </a:r>
          </a:p>
          <a:p>
            <a:endParaRPr lang="en-US" b="1" dirty="0"/>
          </a:p>
          <a:p>
            <a:r>
              <a:rPr lang="en-US" b="1" dirty="0"/>
              <a:t>[CLICK] </a:t>
            </a:r>
            <a:r>
              <a:rPr lang="en-US" b="0" dirty="0"/>
              <a:t>T</a:t>
            </a:r>
            <a:r>
              <a:rPr lang="en-US" dirty="0"/>
              <a:t>hen it’s time to decide — because momentum dies when decisions stall. This is where clarity turns into speed.</a:t>
            </a:r>
            <a:br>
              <a:rPr lang="en-US" dirty="0"/>
            </a:br>
            <a:r>
              <a:rPr lang="en-US" dirty="0"/>
              <a:t>We map a project-specific RACI right from kickoff so everyone knows exactly who decides. We keep decision forums small and focused, to cut decision time. And we track and regularly review decision velocity. That’s how we keep momentum alive and projects moving forward.</a:t>
            </a:r>
          </a:p>
          <a:p>
            <a:br>
              <a:rPr lang="en-US" dirty="0"/>
            </a:br>
            <a:r>
              <a:rPr lang="en-US" dirty="0"/>
              <a:t>So by sensing early, translating clearly, and deciding fast we shift from reacting to change, to shaping it. It’s how we build speed at the front end of the project, so that when disruption comes, we’re already moving.</a:t>
            </a:r>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8</a:t>
            </a:fld>
            <a:endParaRPr lang="en-US" sz="1000"/>
          </a:p>
        </p:txBody>
      </p:sp>
    </p:spTree>
    <p:extLst>
      <p:ext uri="{BB962C8B-B14F-4D97-AF65-F5344CB8AC3E}">
        <p14:creationId xmlns:p14="http://schemas.microsoft.com/office/powerpoint/2010/main" val="1953022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F0159-CAEB-63B6-7603-44F579CBB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780981-B694-34BA-A832-084190028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03BB7-BE36-F5CC-0049-442F91A5852F}"/>
              </a:ext>
            </a:extLst>
          </p:cNvPr>
          <p:cNvSpPr>
            <a:spLocks noGrp="1"/>
          </p:cNvSpPr>
          <p:nvPr>
            <p:ph type="body" idx="1"/>
          </p:nvPr>
        </p:nvSpPr>
        <p:spPr/>
        <p:txBody>
          <a:bodyPr/>
          <a:lstStyle/>
          <a:p>
            <a:r>
              <a:rPr lang="en-US" dirty="0"/>
              <a:t>Everything we’ve done up to this point only matters if it sticks. Too often, change efforts fade because they never become part of how we work every day.</a:t>
            </a:r>
          </a:p>
          <a:p>
            <a:endParaRPr lang="en-US" sz="1200" kern="1200" dirty="0">
              <a:solidFill>
                <a:schemeClr val="tx1"/>
              </a:solidFill>
              <a:effectLst/>
              <a:latin typeface="Poppins" panose="00000500000000000000" pitchFamily="2" charset="0"/>
              <a:ea typeface="+mn-ea"/>
              <a:cs typeface="+mn-cs"/>
            </a:endParaRPr>
          </a:p>
          <a:p>
            <a:r>
              <a:rPr lang="en-US" b="1" dirty="0"/>
              <a:t>[CLICK] </a:t>
            </a:r>
            <a:r>
              <a:rPr lang="en-US" sz="1200" kern="1200" dirty="0">
                <a:solidFill>
                  <a:schemeClr val="tx1"/>
                </a:solidFill>
                <a:effectLst/>
                <a:latin typeface="Poppins" panose="00000500000000000000" pitchFamily="2" charset="0"/>
                <a:ea typeface="+mn-ea"/>
                <a:cs typeface="+mn-cs"/>
              </a:rPr>
              <a:t>The first step is to capture and bake in what we’ve learned, but it’s also to filter. Not every signal deserve a reaction. Part of embedding is sharpening our sensitivity to what truly matters vs  what’s just noise. That’s were structured root cause analysis and systemic improvements come in: we don’t just fix isolated issues, we fold those learnings into new standards and ways of working so each project starts stronger.</a:t>
            </a:r>
          </a:p>
          <a:p>
            <a:endParaRPr lang="en-US" sz="1200" kern="1200" dirty="0">
              <a:solidFill>
                <a:schemeClr val="tx1"/>
              </a:solidFill>
              <a:effectLst/>
              <a:latin typeface="Poppins" panose="00000500000000000000" pitchFamily="2" charset="0"/>
              <a:ea typeface="+mn-ea"/>
              <a:cs typeface="+mn-cs"/>
            </a:endParaRPr>
          </a:p>
          <a:p>
            <a:r>
              <a:rPr lang="en-US" b="1" dirty="0"/>
              <a:t>[CLICK] </a:t>
            </a:r>
            <a:r>
              <a:rPr lang="en-US" dirty="0"/>
              <a:t>Second, we define decision pathways early and empower teams. That means clarifying not only who makes which decisions, but also which risks can be handled at each level — so momentum doesn’t stall waiting for approvals.</a:t>
            </a:r>
          </a:p>
          <a:p>
            <a:br>
              <a:rPr lang="en-US" sz="1200" kern="1200" dirty="0">
                <a:solidFill>
                  <a:schemeClr val="tx1"/>
                </a:solidFill>
                <a:effectLst/>
                <a:latin typeface="Poppins" panose="00000500000000000000" pitchFamily="2" charset="0"/>
                <a:ea typeface="+mn-ea"/>
                <a:cs typeface="+mn-cs"/>
              </a:rPr>
            </a:br>
            <a:r>
              <a:rPr lang="en-US" b="1" dirty="0"/>
              <a:t>[CLICK] </a:t>
            </a:r>
            <a:r>
              <a:rPr lang="en-US" sz="1200" kern="1200" dirty="0">
                <a:solidFill>
                  <a:schemeClr val="tx1"/>
                </a:solidFill>
                <a:effectLst/>
                <a:latin typeface="Poppins" panose="00000500000000000000" pitchFamily="2" charset="0"/>
                <a:ea typeface="+mn-ea"/>
                <a:cs typeface="+mn-cs"/>
              </a:rPr>
              <a:t>Finally, </a:t>
            </a:r>
            <a:r>
              <a:rPr lang="en-US" dirty="0"/>
              <a:t>we reward smart risk-taking. We encourage teams to fail fast and learn quickly, instead of punishing calculated risks. </a:t>
            </a:r>
          </a:p>
          <a:p>
            <a:endParaRPr lang="en-US" dirty="0"/>
          </a:p>
          <a:p>
            <a:r>
              <a:rPr lang="en-US" b="1" dirty="0"/>
              <a:t>[CLICK] </a:t>
            </a:r>
            <a:r>
              <a:rPr lang="en-US" dirty="0"/>
              <a:t>That mindset shift is what transforms change from a disruption into a muscle — part of our culture, not an exception to it. </a:t>
            </a:r>
            <a:r>
              <a:rPr lang="en-US" sz="1200" kern="1200" dirty="0">
                <a:solidFill>
                  <a:schemeClr val="tx1"/>
                </a:solidFill>
                <a:effectLst/>
                <a:latin typeface="Poppins" panose="00000500000000000000" pitchFamily="2" charset="0"/>
                <a:ea typeface="+mn-ea"/>
                <a:cs typeface="+mn-cs"/>
              </a:rPr>
              <a:t>It’s about continuously adapting so we can accelerate. And that’s how we make sure future projects run with greater resilience.</a:t>
            </a:r>
          </a:p>
          <a:p>
            <a:r>
              <a:rPr lang="en-US" sz="1200" kern="1200" dirty="0">
                <a:solidFill>
                  <a:schemeClr val="tx1"/>
                </a:solidFill>
                <a:effectLst/>
                <a:latin typeface="Poppins" panose="00000500000000000000" pitchFamily="2" charset="0"/>
                <a:ea typeface="+mn-ea"/>
                <a:cs typeface="+mn-cs"/>
              </a:rPr>
              <a:t> </a:t>
            </a:r>
            <a:endParaRPr lang="en-US" dirty="0"/>
          </a:p>
        </p:txBody>
      </p:sp>
      <p:sp>
        <p:nvSpPr>
          <p:cNvPr id="4" name="Slide Number Placeholder 3">
            <a:extLst>
              <a:ext uri="{FF2B5EF4-FFF2-40B4-BE49-F238E27FC236}">
                <a16:creationId xmlns:a16="http://schemas.microsoft.com/office/drawing/2014/main" id="{54381BAB-460A-7C54-869D-217E0142E7F2}"/>
              </a:ext>
            </a:extLst>
          </p:cNvPr>
          <p:cNvSpPr>
            <a:spLocks noGrp="1"/>
          </p:cNvSpPr>
          <p:nvPr>
            <p:ph type="sldNum" sz="quarter" idx="5"/>
          </p:nvPr>
        </p:nvSpPr>
        <p:spPr/>
        <p:txBody>
          <a:bodyPr/>
          <a:lstStyle/>
          <a:p>
            <a:fld id="{FB1A579D-3553-4F33-9067-7E7231905C3B}" type="slidenum">
              <a:rPr lang="en-US" sz="1000" smtClean="0"/>
              <a:pPr/>
              <a:t>9</a:t>
            </a:fld>
            <a:endParaRPr lang="en-US" sz="1000"/>
          </a:p>
        </p:txBody>
      </p:sp>
    </p:spTree>
    <p:extLst>
      <p:ext uri="{BB962C8B-B14F-4D97-AF65-F5344CB8AC3E}">
        <p14:creationId xmlns:p14="http://schemas.microsoft.com/office/powerpoint/2010/main" val="28608495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Poppins" panose="00000500000000000000" pitchFamily="2" charset="0"/>
                <a:ea typeface="+mn-ea"/>
                <a:cs typeface="+mn-cs"/>
              </a:rPr>
              <a:t>I want to leave you with one core message: change is not the challenge. How we lead through it is.</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kern="1200" dirty="0">
                <a:solidFill>
                  <a:schemeClr val="tx1"/>
                </a:solidFill>
                <a:effectLst/>
                <a:latin typeface="Poppins" panose="00000500000000000000" pitchFamily="2" charset="0"/>
                <a:ea typeface="+mn-ea"/>
                <a:cs typeface="+mn-cs"/>
              </a:rPr>
              <a:t>Semiconductor innovation is only moving faster. EU investments are intensifying. Competition is tighter. Complexity is growing. This is our reality.</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kern="1200" dirty="0">
                <a:solidFill>
                  <a:schemeClr val="tx1"/>
                </a:solidFill>
                <a:effectLst/>
                <a:latin typeface="Poppins" panose="00000500000000000000" pitchFamily="2" charset="0"/>
                <a:ea typeface="+mn-ea"/>
                <a:cs typeface="+mn-cs"/>
              </a:rPr>
              <a:t>But speed isn’t about more tools, more processes, or bigger teams. It’s about leadership. It’s about how we sense what’s coming, translate change so people rally behind it, decide with clarity and confidence, and embed those decisions until they become part of how we operate.</a:t>
            </a:r>
            <a:br>
              <a:rPr lang="en-US" sz="1200" kern="1200" dirty="0">
                <a:solidFill>
                  <a:schemeClr val="tx1"/>
                </a:solidFill>
                <a:effectLst/>
                <a:latin typeface="Poppins" panose="00000500000000000000" pitchFamily="2" charset="0"/>
                <a:ea typeface="+mn-ea"/>
                <a:cs typeface="+mn-cs"/>
              </a:rPr>
            </a:br>
            <a:br>
              <a:rPr lang="en-US" sz="1200" kern="1200" dirty="0">
                <a:solidFill>
                  <a:schemeClr val="tx1"/>
                </a:solidFill>
                <a:effectLst/>
                <a:latin typeface="Poppins" panose="00000500000000000000" pitchFamily="2" charset="0"/>
                <a:ea typeface="+mn-ea"/>
                <a:cs typeface="+mn-cs"/>
              </a:rPr>
            </a:br>
            <a:r>
              <a:rPr lang="en-US" sz="1200" b="1" kern="1200" dirty="0">
                <a:solidFill>
                  <a:schemeClr val="tx1"/>
                </a:solidFill>
                <a:effectLst/>
                <a:latin typeface="Poppins" panose="00000500000000000000" pitchFamily="2" charset="0"/>
                <a:ea typeface="+mn-ea"/>
                <a:cs typeface="+mn-cs"/>
              </a:rPr>
              <a:t>[CLICK] </a:t>
            </a:r>
            <a:r>
              <a:rPr lang="en-US" sz="1200" kern="1200" dirty="0">
                <a:solidFill>
                  <a:schemeClr val="tx1"/>
                </a:solidFill>
                <a:effectLst/>
                <a:latin typeface="Poppins" panose="00000500000000000000" pitchFamily="2" charset="0"/>
                <a:ea typeface="+mn-ea"/>
                <a:cs typeface="+mn-cs"/>
              </a:rPr>
              <a:t>That’s how we lead projects and people - smarter, leaner, and faster. And that’s how we build the future of this industry, together.</a:t>
            </a:r>
          </a:p>
          <a:p>
            <a:r>
              <a:rPr lang="en-US" sz="1200" kern="1200" dirty="0">
                <a:solidFill>
                  <a:schemeClr val="tx1"/>
                </a:solidFill>
                <a:effectLst/>
                <a:latin typeface="Poppins" panose="00000500000000000000" pitchFamily="2" charset="0"/>
                <a:ea typeface="+mn-ea"/>
                <a:cs typeface="+mn-cs"/>
              </a:rPr>
              <a:t> </a:t>
            </a:r>
            <a:endParaRPr lang="en-US" dirty="0"/>
          </a:p>
        </p:txBody>
      </p:sp>
      <p:sp>
        <p:nvSpPr>
          <p:cNvPr id="4" name="Slide Number Placeholder 3"/>
          <p:cNvSpPr>
            <a:spLocks noGrp="1"/>
          </p:cNvSpPr>
          <p:nvPr>
            <p:ph type="sldNum" sz="quarter" idx="5"/>
          </p:nvPr>
        </p:nvSpPr>
        <p:spPr/>
        <p:txBody>
          <a:bodyPr/>
          <a:lstStyle/>
          <a:p>
            <a:fld id="{FB1A579D-3553-4F33-9067-7E7231905C3B}" type="slidenum">
              <a:rPr lang="en-US" sz="1000" smtClean="0"/>
              <a:pPr/>
              <a:t>10</a:t>
            </a:fld>
            <a:endParaRPr lang="en-US" sz="1000"/>
          </a:p>
        </p:txBody>
      </p:sp>
    </p:spTree>
    <p:extLst>
      <p:ext uri="{BB962C8B-B14F-4D97-AF65-F5344CB8AC3E}">
        <p14:creationId xmlns:p14="http://schemas.microsoft.com/office/powerpoint/2010/main" val="1325960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hyperlink" Target="https://www.nxp.com/" TargetMode="Externa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F6CDF47C-C325-BB7F-C4C7-3D26C8895BA9}"/>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15" name="Freeform: Shape 14">
            <a:extLst>
              <a:ext uri="{FF2B5EF4-FFF2-40B4-BE49-F238E27FC236}">
                <a16:creationId xmlns:a16="http://schemas.microsoft.com/office/drawing/2014/main" id="{1A662EDF-F39B-15A1-566D-412FDA49117E}"/>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6" name="Freeform: Shape 15">
            <a:extLst>
              <a:ext uri="{FF2B5EF4-FFF2-40B4-BE49-F238E27FC236}">
                <a16:creationId xmlns:a16="http://schemas.microsoft.com/office/drawing/2014/main" id="{CD7E18CE-E236-624D-A553-0F4E7177EEC5}"/>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sp>
        <p:nvSpPr>
          <p:cNvPr id="4" name="Text Placeholder 5">
            <a:extLst>
              <a:ext uri="{FF2B5EF4-FFF2-40B4-BE49-F238E27FC236}">
                <a16:creationId xmlns:a16="http://schemas.microsoft.com/office/drawing/2014/main" id="{F4F899F3-4A81-1BED-FC34-96E0CF1E0BA7}"/>
              </a:ext>
            </a:extLst>
          </p:cNvPr>
          <p:cNvSpPr>
            <a:spLocks noGrp="1"/>
          </p:cNvSpPr>
          <p:nvPr userDrawn="1">
            <p:ph type="body" sz="quarter" idx="11" hasCustomPrompt="1"/>
          </p:nvPr>
        </p:nvSpPr>
        <p:spPr>
          <a:xfrm>
            <a:off x="1342652" y="5223518"/>
            <a:ext cx="5062912" cy="847619"/>
          </a:xfrm>
          <a:prstGeom prst="rect">
            <a:avLst/>
          </a:prstGeom>
        </p:spPr>
        <p:txBody>
          <a:bodyPr lIns="0" tIns="0" rIns="0" bIns="0" anchor="t"/>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If required goes here | speaker title, </a:t>
            </a:r>
            <a:br>
              <a:rPr lang="en-GB"/>
            </a:br>
            <a:r>
              <a:rPr lang="en-GB"/>
              <a:t>date and /or additional information</a:t>
            </a:r>
          </a:p>
        </p:txBody>
      </p:sp>
      <p:sp>
        <p:nvSpPr>
          <p:cNvPr id="8" name="Text Placeholder 7">
            <a:extLst>
              <a:ext uri="{FF2B5EF4-FFF2-40B4-BE49-F238E27FC236}">
                <a16:creationId xmlns:a16="http://schemas.microsoft.com/office/drawing/2014/main" id="{BD07D2A9-EA64-7655-994E-7F1A46D1A87B}"/>
              </a:ext>
            </a:extLst>
          </p:cNvPr>
          <p:cNvSpPr>
            <a:spLocks noGrp="1"/>
          </p:cNvSpPr>
          <p:nvPr userDrawn="1">
            <p:ph type="body" sz="quarter" idx="12" hasCustomPrompt="1"/>
          </p:nvPr>
        </p:nvSpPr>
        <p:spPr>
          <a:xfrm>
            <a:off x="1342652" y="4695137"/>
            <a:ext cx="5062912" cy="423152"/>
          </a:xfrm>
          <a:prstGeom prst="rect">
            <a:avLst/>
          </a:prstGeom>
        </p:spPr>
        <p:txBody>
          <a:bodyPr lIns="0" tIns="0" rIns="0" bIns="0" anchor="b"/>
          <a:lstStyle>
            <a:lvl1pPr marL="0" indent="0">
              <a:buNone/>
              <a:defRPr sz="2200" b="0">
                <a:latin typeface="Poppins SemiBold" panose="00000700000000000000" pitchFamily="2" charset="0"/>
                <a:cs typeface="Poppins SemiBold" panose="00000700000000000000" pitchFamily="2"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Subheading or speaker name</a:t>
            </a:r>
          </a:p>
        </p:txBody>
      </p:sp>
      <p:sp>
        <p:nvSpPr>
          <p:cNvPr id="2" name="Text Placeholder 5">
            <a:extLst>
              <a:ext uri="{FF2B5EF4-FFF2-40B4-BE49-F238E27FC236}">
                <a16:creationId xmlns:a16="http://schemas.microsoft.com/office/drawing/2014/main" id="{F1F12CB4-23BC-65BB-21C5-8EB7AC7F287C}"/>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tx1">
                    <a:lumMod val="75000"/>
                    <a:lumOff val="25000"/>
                  </a:schemeClr>
                </a:solidFill>
                <a:latin typeface="Poppins SemiBold" pitchFamily="2" charset="77"/>
                <a:cs typeface="Poppins SemiBold" pitchFamily="2" charset="77"/>
              </a:rPr>
              <a:t>|  Public  |  </a:t>
            </a:r>
            <a:r>
              <a:rPr lang="en-US" sz="800" b="0" i="0">
                <a:solidFill>
                  <a:schemeClr val="tx1">
                    <a:lumMod val="75000"/>
                    <a:lumOff val="25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tx1">
                    <a:lumMod val="75000"/>
                    <a:lumOff val="25000"/>
                  </a:schemeClr>
                </a:solidFill>
                <a:latin typeface="Poppins" panose="00000500000000000000" pitchFamily="2" charset="0"/>
                <a:cs typeface="Poppins" panose="00000500000000000000" pitchFamily="2" charset="0"/>
              </a:rPr>
            </a:br>
            <a:r>
              <a:rPr lang="en-US" sz="800" b="0" i="0">
                <a:solidFill>
                  <a:schemeClr val="tx1">
                    <a:lumMod val="75000"/>
                    <a:lumOff val="25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sp>
        <p:nvSpPr>
          <p:cNvPr id="9" name="Title 6">
            <a:extLst>
              <a:ext uri="{FF2B5EF4-FFF2-40B4-BE49-F238E27FC236}">
                <a16:creationId xmlns:a16="http://schemas.microsoft.com/office/drawing/2014/main" id="{8AF1407E-E8DD-506D-ABAE-03BCC68F5A47}"/>
              </a:ext>
            </a:extLst>
          </p:cNvPr>
          <p:cNvSpPr>
            <a:spLocks noGrp="1"/>
          </p:cNvSpPr>
          <p:nvPr userDrawn="1">
            <p:ph type="title" hasCustomPrompt="1"/>
          </p:nvPr>
        </p:nvSpPr>
        <p:spPr>
          <a:xfrm>
            <a:off x="1342652" y="1616531"/>
            <a:ext cx="5122863" cy="2610984"/>
          </a:xfrm>
          <a:prstGeom prst="rect">
            <a:avLst/>
          </a:prstGeom>
        </p:spPr>
        <p:txBody>
          <a:bodyPr lIns="0" tIns="0" rIns="0" bIns="0" anchor="b"/>
          <a:lstStyle>
            <a:lvl1pPr>
              <a:lnSpc>
                <a:spcPct val="100000"/>
              </a:lnSpc>
              <a:defRPr lang="en-US" sz="4200" b="0" i="0" kern="1200" dirty="0">
                <a:solidFill>
                  <a:schemeClr val="tx2"/>
                </a:solidFill>
                <a:latin typeface="Poppins SemiBold" pitchFamily="2" charset="77"/>
                <a:ea typeface="+mn-ea"/>
                <a:cs typeface="Poppins SemiBold" pitchFamily="2" charset="77"/>
              </a:defRPr>
            </a:lvl1pPr>
          </a:lstStyle>
          <a:p>
            <a:r>
              <a:rPr lang="en-US"/>
              <a:t>The Presentation Title Goes Here</a:t>
            </a:r>
          </a:p>
        </p:txBody>
      </p:sp>
      <p:sp>
        <p:nvSpPr>
          <p:cNvPr id="657" name="Freeform: Shape 656">
            <a:extLst>
              <a:ext uri="{FF2B5EF4-FFF2-40B4-BE49-F238E27FC236}">
                <a16:creationId xmlns:a16="http://schemas.microsoft.com/office/drawing/2014/main" id="{E3A46AE2-8953-2DAD-BD2C-286395E97B2B}"/>
              </a:ext>
            </a:extLst>
          </p:cNvPr>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a:ln w="3175" cap="flat">
            <a:noFill/>
            <a:prstDash val="solid"/>
            <a:miter/>
          </a:ln>
        </p:spPr>
        <p:txBody>
          <a:bodyPr rtlCol="0" anchor="ctr"/>
          <a:lstStyle/>
          <a:p>
            <a:endParaRPr lang="en-US"/>
          </a:p>
        </p:txBody>
      </p:sp>
      <p:grpSp>
        <p:nvGrpSpPr>
          <p:cNvPr id="824" name="Group 823">
            <a:extLst>
              <a:ext uri="{FF2B5EF4-FFF2-40B4-BE49-F238E27FC236}">
                <a16:creationId xmlns:a16="http://schemas.microsoft.com/office/drawing/2014/main" id="{63B0AD2C-A67C-7520-B7C0-BF6D2D66050D}"/>
              </a:ext>
            </a:extLst>
          </p:cNvPr>
          <p:cNvGrpSpPr/>
          <p:nvPr userDrawn="1"/>
        </p:nvGrpSpPr>
        <p:grpSpPr>
          <a:xfrm>
            <a:off x="6473825" y="1"/>
            <a:ext cx="5818893" cy="6866964"/>
            <a:chOff x="6473825" y="1"/>
            <a:chExt cx="5818893" cy="6866964"/>
          </a:xfrm>
        </p:grpSpPr>
        <p:sp>
          <p:nvSpPr>
            <p:cNvPr id="776" name="Rectangle 261">
              <a:extLst>
                <a:ext uri="{FF2B5EF4-FFF2-40B4-BE49-F238E27FC236}">
                  <a16:creationId xmlns:a16="http://schemas.microsoft.com/office/drawing/2014/main" id="{00FD7D2F-473A-5EEA-D387-F4C18FD87E6A}"/>
                </a:ext>
              </a:extLst>
            </p:cNvPr>
            <p:cNvSpPr/>
            <p:nvPr userDrawn="1"/>
          </p:nvSpPr>
          <p:spPr>
            <a:xfrm>
              <a:off x="8319247" y="1"/>
              <a:ext cx="2498165" cy="3446946"/>
            </a:xfrm>
            <a:custGeom>
              <a:avLst/>
              <a:gdLst>
                <a:gd name="connsiteX0" fmla="*/ 0 w 723153"/>
                <a:gd name="connsiteY0" fmla="*/ 0 h 328706"/>
                <a:gd name="connsiteX1" fmla="*/ 723153 w 723153"/>
                <a:gd name="connsiteY1" fmla="*/ 0 h 328706"/>
                <a:gd name="connsiteX2" fmla="*/ 723153 w 723153"/>
                <a:gd name="connsiteY2" fmla="*/ 328706 h 328706"/>
                <a:gd name="connsiteX3" fmla="*/ 0 w 723153"/>
                <a:gd name="connsiteY3" fmla="*/ 328706 h 328706"/>
                <a:gd name="connsiteX4" fmla="*/ 0 w 723153"/>
                <a:gd name="connsiteY4" fmla="*/ 0 h 328706"/>
                <a:gd name="connsiteX0" fmla="*/ 1775012 w 2498165"/>
                <a:gd name="connsiteY0" fmla="*/ 0 h 3442447"/>
                <a:gd name="connsiteX1" fmla="*/ 2498165 w 2498165"/>
                <a:gd name="connsiteY1" fmla="*/ 0 h 3442447"/>
                <a:gd name="connsiteX2" fmla="*/ 2498165 w 2498165"/>
                <a:gd name="connsiteY2" fmla="*/ 328706 h 3442447"/>
                <a:gd name="connsiteX3" fmla="*/ 0 w 2498165"/>
                <a:gd name="connsiteY3" fmla="*/ 3442447 h 3442447"/>
                <a:gd name="connsiteX4" fmla="*/ 1775012 w 2498165"/>
                <a:gd name="connsiteY4" fmla="*/ 0 h 3442447"/>
                <a:gd name="connsiteX0" fmla="*/ 1775012 w 2498165"/>
                <a:gd name="connsiteY0" fmla="*/ 0 h 3442447"/>
                <a:gd name="connsiteX1" fmla="*/ 2498165 w 2498165"/>
                <a:gd name="connsiteY1" fmla="*/ 0 h 3442447"/>
                <a:gd name="connsiteX2" fmla="*/ 0 w 2498165"/>
                <a:gd name="connsiteY2" fmla="*/ 3442447 h 3442447"/>
                <a:gd name="connsiteX3" fmla="*/ 1775012 w 2498165"/>
                <a:gd name="connsiteY3" fmla="*/ 0 h 3442447"/>
              </a:gdLst>
              <a:ahLst/>
              <a:cxnLst>
                <a:cxn ang="0">
                  <a:pos x="connsiteX0" y="connsiteY0"/>
                </a:cxn>
                <a:cxn ang="0">
                  <a:pos x="connsiteX1" y="connsiteY1"/>
                </a:cxn>
                <a:cxn ang="0">
                  <a:pos x="connsiteX2" y="connsiteY2"/>
                </a:cxn>
                <a:cxn ang="0">
                  <a:pos x="connsiteX3" y="connsiteY3"/>
                </a:cxn>
              </a:cxnLst>
              <a:rect l="l" t="t" r="r" b="b"/>
              <a:pathLst>
                <a:path w="2498165" h="3442447">
                  <a:moveTo>
                    <a:pt x="1775012" y="0"/>
                  </a:moveTo>
                  <a:lnTo>
                    <a:pt x="2498165" y="0"/>
                  </a:lnTo>
                  <a:lnTo>
                    <a:pt x="0" y="3442447"/>
                  </a:lnTo>
                  <a:lnTo>
                    <a:pt x="1775012" y="0"/>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77" name="Rectangle 260">
              <a:extLst>
                <a:ext uri="{FF2B5EF4-FFF2-40B4-BE49-F238E27FC236}">
                  <a16:creationId xmlns:a16="http://schemas.microsoft.com/office/drawing/2014/main" id="{6749D164-4382-59D1-CDFB-1A4814799632}"/>
                </a:ext>
              </a:extLst>
            </p:cNvPr>
            <p:cNvSpPr/>
            <p:nvPr userDrawn="1"/>
          </p:nvSpPr>
          <p:spPr>
            <a:xfrm>
              <a:off x="7129929" y="1"/>
              <a:ext cx="1176282" cy="3464900"/>
            </a:xfrm>
            <a:custGeom>
              <a:avLst/>
              <a:gdLst>
                <a:gd name="connsiteX0" fmla="*/ 0 w 644376"/>
                <a:gd name="connsiteY0" fmla="*/ 0 h 1392518"/>
                <a:gd name="connsiteX1" fmla="*/ 644376 w 644376"/>
                <a:gd name="connsiteY1" fmla="*/ 0 h 1392518"/>
                <a:gd name="connsiteX2" fmla="*/ 644376 w 644376"/>
                <a:gd name="connsiteY2" fmla="*/ 1392518 h 1392518"/>
                <a:gd name="connsiteX3" fmla="*/ 0 w 644376"/>
                <a:gd name="connsiteY3" fmla="*/ 1392518 h 1392518"/>
                <a:gd name="connsiteX4" fmla="*/ 0 w 644376"/>
                <a:gd name="connsiteY4" fmla="*/ 0 h 1392518"/>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1392518 h 3460377"/>
                <a:gd name="connsiteX4" fmla="*/ 0 w 1176282"/>
                <a:gd name="connsiteY4" fmla="*/ 0 h 3460377"/>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0 h 3460377"/>
              </a:gdLst>
              <a:ahLst/>
              <a:cxnLst>
                <a:cxn ang="0">
                  <a:pos x="connsiteX0" y="connsiteY0"/>
                </a:cxn>
                <a:cxn ang="0">
                  <a:pos x="connsiteX1" y="connsiteY1"/>
                </a:cxn>
                <a:cxn ang="0">
                  <a:pos x="connsiteX2" y="connsiteY2"/>
                </a:cxn>
                <a:cxn ang="0">
                  <a:pos x="connsiteX3" y="connsiteY3"/>
                </a:cxn>
              </a:cxnLst>
              <a:rect l="l" t="t" r="r" b="b"/>
              <a:pathLst>
                <a:path w="1176282" h="3460377">
                  <a:moveTo>
                    <a:pt x="0" y="0"/>
                  </a:moveTo>
                  <a:lnTo>
                    <a:pt x="644376" y="0"/>
                  </a:lnTo>
                  <a:lnTo>
                    <a:pt x="1176282" y="3460377"/>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78" name="Rectangle 259">
              <a:extLst>
                <a:ext uri="{FF2B5EF4-FFF2-40B4-BE49-F238E27FC236}">
                  <a16:creationId xmlns:a16="http://schemas.microsoft.com/office/drawing/2014/main" id="{5A3076DC-7053-CB86-4071-FF3196AA0A6D}"/>
                </a:ext>
              </a:extLst>
            </p:cNvPr>
            <p:cNvSpPr/>
            <p:nvPr userDrawn="1"/>
          </p:nvSpPr>
          <p:spPr>
            <a:xfrm>
              <a:off x="8331201" y="3535753"/>
              <a:ext cx="3762468" cy="3331212"/>
            </a:xfrm>
            <a:custGeom>
              <a:avLst/>
              <a:gdLst>
                <a:gd name="connsiteX0" fmla="*/ 0 w 792163"/>
                <a:gd name="connsiteY0" fmla="*/ 0 h 786864"/>
                <a:gd name="connsiteX1" fmla="*/ 792163 w 792163"/>
                <a:gd name="connsiteY1" fmla="*/ 0 h 786864"/>
                <a:gd name="connsiteX2" fmla="*/ 792163 w 792163"/>
                <a:gd name="connsiteY2" fmla="*/ 786864 h 786864"/>
                <a:gd name="connsiteX3" fmla="*/ 0 w 792163"/>
                <a:gd name="connsiteY3" fmla="*/ 786864 h 786864"/>
                <a:gd name="connsiteX4" fmla="*/ 0 w 792163"/>
                <a:gd name="connsiteY4" fmla="*/ 0 h 786864"/>
                <a:gd name="connsiteX0" fmla="*/ 0 w 3762468"/>
                <a:gd name="connsiteY0" fmla="*/ 0 h 3326864"/>
                <a:gd name="connsiteX1" fmla="*/ 3762468 w 3762468"/>
                <a:gd name="connsiteY1" fmla="*/ 2540000 h 3326864"/>
                <a:gd name="connsiteX2" fmla="*/ 3762468 w 3762468"/>
                <a:gd name="connsiteY2" fmla="*/ 3326864 h 3326864"/>
                <a:gd name="connsiteX3" fmla="*/ 2970305 w 3762468"/>
                <a:gd name="connsiteY3" fmla="*/ 3326864 h 3326864"/>
                <a:gd name="connsiteX4" fmla="*/ 0 w 3762468"/>
                <a:gd name="connsiteY4" fmla="*/ 0 h 3326864"/>
                <a:gd name="connsiteX0" fmla="*/ 0 w 3762468"/>
                <a:gd name="connsiteY0" fmla="*/ 0 h 3326864"/>
                <a:gd name="connsiteX1" fmla="*/ 3744539 w 3762468"/>
                <a:gd name="connsiteY1" fmla="*/ 3036047 h 3326864"/>
                <a:gd name="connsiteX2" fmla="*/ 3762468 w 3762468"/>
                <a:gd name="connsiteY2" fmla="*/ 3326864 h 3326864"/>
                <a:gd name="connsiteX3" fmla="*/ 2970305 w 3762468"/>
                <a:gd name="connsiteY3" fmla="*/ 3326864 h 3326864"/>
                <a:gd name="connsiteX4" fmla="*/ 0 w 3762468"/>
                <a:gd name="connsiteY4" fmla="*/ 0 h 332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468" h="3326864">
                  <a:moveTo>
                    <a:pt x="0" y="0"/>
                  </a:moveTo>
                  <a:lnTo>
                    <a:pt x="3744539" y="3036047"/>
                  </a:lnTo>
                  <a:lnTo>
                    <a:pt x="3762468" y="3326864"/>
                  </a:lnTo>
                  <a:lnTo>
                    <a:pt x="2970305" y="3326864"/>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79" name="Freeform: Shape 778">
              <a:extLst>
                <a:ext uri="{FF2B5EF4-FFF2-40B4-BE49-F238E27FC236}">
                  <a16:creationId xmlns:a16="http://schemas.microsoft.com/office/drawing/2014/main" id="{39393E7F-EEFF-2046-BE27-690A502DE54A}"/>
                </a:ext>
              </a:extLst>
            </p:cNvPr>
            <p:cNvSpPr/>
            <p:nvPr userDrawn="1"/>
          </p:nvSpPr>
          <p:spPr>
            <a:xfrm>
              <a:off x="8189844" y="3527033"/>
              <a:ext cx="747423" cy="3339931"/>
            </a:xfrm>
            <a:custGeom>
              <a:avLst/>
              <a:gdLst>
                <a:gd name="connsiteX0" fmla="*/ 115294 w 747423"/>
                <a:gd name="connsiteY0" fmla="*/ 0 h 3319669"/>
                <a:gd name="connsiteX1" fmla="*/ 0 w 747423"/>
                <a:gd name="connsiteY1" fmla="*/ 3319669 h 3319669"/>
                <a:gd name="connsiteX2" fmla="*/ 747423 w 747423"/>
                <a:gd name="connsiteY2" fmla="*/ 3319669 h 3319669"/>
                <a:gd name="connsiteX3" fmla="*/ 115294 w 747423"/>
                <a:gd name="connsiteY3" fmla="*/ 0 h 3319669"/>
              </a:gdLst>
              <a:ahLst/>
              <a:cxnLst>
                <a:cxn ang="0">
                  <a:pos x="connsiteX0" y="connsiteY0"/>
                </a:cxn>
                <a:cxn ang="0">
                  <a:pos x="connsiteX1" y="connsiteY1"/>
                </a:cxn>
                <a:cxn ang="0">
                  <a:pos x="connsiteX2" y="connsiteY2"/>
                </a:cxn>
                <a:cxn ang="0">
                  <a:pos x="connsiteX3" y="connsiteY3"/>
                </a:cxn>
              </a:cxnLst>
              <a:rect l="l" t="t" r="r" b="b"/>
              <a:pathLst>
                <a:path w="747423" h="3319669">
                  <a:moveTo>
                    <a:pt x="115294" y="0"/>
                  </a:moveTo>
                  <a:lnTo>
                    <a:pt x="0" y="3319669"/>
                  </a:lnTo>
                  <a:lnTo>
                    <a:pt x="747423" y="3319669"/>
                  </a:lnTo>
                  <a:lnTo>
                    <a:pt x="115294"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81" name="Isosceles Triangle 724">
              <a:extLst>
                <a:ext uri="{FF2B5EF4-FFF2-40B4-BE49-F238E27FC236}">
                  <a16:creationId xmlns:a16="http://schemas.microsoft.com/office/drawing/2014/main" id="{B19082AB-A446-A73A-4836-1CA3BBEB1AD6}"/>
                </a:ext>
              </a:extLst>
            </p:cNvPr>
            <p:cNvSpPr/>
            <p:nvPr userDrawn="1"/>
          </p:nvSpPr>
          <p:spPr>
            <a:xfrm>
              <a:off x="8300084" y="3532015"/>
              <a:ext cx="126740" cy="3334947"/>
            </a:xfrm>
            <a:custGeom>
              <a:avLst/>
              <a:gdLst>
                <a:gd name="connsiteX0" fmla="*/ 0 w 126740"/>
                <a:gd name="connsiteY0" fmla="*/ 3361690 h 3361690"/>
                <a:gd name="connsiteX1" fmla="*/ 63370 w 126740"/>
                <a:gd name="connsiteY1" fmla="*/ 0 h 3361690"/>
                <a:gd name="connsiteX2" fmla="*/ 126740 w 126740"/>
                <a:gd name="connsiteY2" fmla="*/ 3361690 h 3361690"/>
                <a:gd name="connsiteX3" fmla="*/ 0 w 126740"/>
                <a:gd name="connsiteY3" fmla="*/ 3361690 h 3361690"/>
                <a:gd name="connsiteX0" fmla="*/ 0 w 126740"/>
                <a:gd name="connsiteY0" fmla="*/ 3325831 h 3325831"/>
                <a:gd name="connsiteX1" fmla="*/ 27511 w 126740"/>
                <a:gd name="connsiteY1" fmla="*/ 0 h 3325831"/>
                <a:gd name="connsiteX2" fmla="*/ 126740 w 126740"/>
                <a:gd name="connsiteY2" fmla="*/ 3325831 h 3325831"/>
                <a:gd name="connsiteX3" fmla="*/ 0 w 126740"/>
                <a:gd name="connsiteY3" fmla="*/ 3325831 h 3325831"/>
                <a:gd name="connsiteX0" fmla="*/ 0 w 126740"/>
                <a:gd name="connsiteY0" fmla="*/ 3330594 h 3330594"/>
                <a:gd name="connsiteX1" fmla="*/ 1318 w 126740"/>
                <a:gd name="connsiteY1" fmla="*/ 0 h 3330594"/>
                <a:gd name="connsiteX2" fmla="*/ 126740 w 126740"/>
                <a:gd name="connsiteY2" fmla="*/ 3330594 h 3330594"/>
                <a:gd name="connsiteX3" fmla="*/ 0 w 126740"/>
                <a:gd name="connsiteY3" fmla="*/ 3330594 h 3330594"/>
              </a:gdLst>
              <a:ahLst/>
              <a:cxnLst>
                <a:cxn ang="0">
                  <a:pos x="connsiteX0" y="connsiteY0"/>
                </a:cxn>
                <a:cxn ang="0">
                  <a:pos x="connsiteX1" y="connsiteY1"/>
                </a:cxn>
                <a:cxn ang="0">
                  <a:pos x="connsiteX2" y="connsiteY2"/>
                </a:cxn>
                <a:cxn ang="0">
                  <a:pos x="connsiteX3" y="connsiteY3"/>
                </a:cxn>
              </a:cxnLst>
              <a:rect l="l" t="t" r="r" b="b"/>
              <a:pathLst>
                <a:path w="126740" h="3330594">
                  <a:moveTo>
                    <a:pt x="0" y="3330594"/>
                  </a:moveTo>
                  <a:cubicBezTo>
                    <a:pt x="439" y="2220396"/>
                    <a:pt x="879" y="1110198"/>
                    <a:pt x="1318" y="0"/>
                  </a:cubicBezTo>
                  <a:lnTo>
                    <a:pt x="126740" y="3330594"/>
                  </a:lnTo>
                  <a:lnTo>
                    <a:pt x="0" y="3330594"/>
                  </a:lnTo>
                  <a:close/>
                </a:path>
              </a:pathLst>
            </a:custGeom>
            <a:solidFill>
              <a:srgbClr val="F8AC15"/>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83" name="Isosceles Triangle 721">
              <a:extLst>
                <a:ext uri="{FF2B5EF4-FFF2-40B4-BE49-F238E27FC236}">
                  <a16:creationId xmlns:a16="http://schemas.microsoft.com/office/drawing/2014/main" id="{F4DB61AD-8D81-DE49-E7CD-9E7F56144347}"/>
                </a:ext>
              </a:extLst>
            </p:cNvPr>
            <p:cNvSpPr/>
            <p:nvPr userDrawn="1"/>
          </p:nvSpPr>
          <p:spPr>
            <a:xfrm rot="10800000">
              <a:off x="8326958" y="2"/>
              <a:ext cx="1112912" cy="3452931"/>
            </a:xfrm>
            <a:custGeom>
              <a:avLst/>
              <a:gdLst>
                <a:gd name="connsiteX0" fmla="*/ 0 w 659990"/>
                <a:gd name="connsiteY0" fmla="*/ 2946400 h 2946400"/>
                <a:gd name="connsiteX1" fmla="*/ 329995 w 659990"/>
                <a:gd name="connsiteY1" fmla="*/ 0 h 2946400"/>
                <a:gd name="connsiteX2" fmla="*/ 659990 w 659990"/>
                <a:gd name="connsiteY2" fmla="*/ 2946400 h 2946400"/>
                <a:gd name="connsiteX3" fmla="*/ 0 w 659990"/>
                <a:gd name="connsiteY3" fmla="*/ 2946400 h 2946400"/>
                <a:gd name="connsiteX0" fmla="*/ 0 w 682606"/>
                <a:gd name="connsiteY0" fmla="*/ 3442447 h 3442447"/>
                <a:gd name="connsiteX1" fmla="*/ 682606 w 682606"/>
                <a:gd name="connsiteY1" fmla="*/ 0 h 3442447"/>
                <a:gd name="connsiteX2" fmla="*/ 659990 w 682606"/>
                <a:gd name="connsiteY2" fmla="*/ 3442447 h 3442447"/>
                <a:gd name="connsiteX3" fmla="*/ 0 w 682606"/>
                <a:gd name="connsiteY3" fmla="*/ 3442447 h 3442447"/>
                <a:gd name="connsiteX0" fmla="*/ 0 w 682606"/>
                <a:gd name="connsiteY0" fmla="*/ 3442447 h 3442447"/>
                <a:gd name="connsiteX1" fmla="*/ 682606 w 682606"/>
                <a:gd name="connsiteY1" fmla="*/ 0 h 3442447"/>
                <a:gd name="connsiteX2" fmla="*/ 361166 w 682606"/>
                <a:gd name="connsiteY2" fmla="*/ 3442447 h 3442447"/>
                <a:gd name="connsiteX3" fmla="*/ 0 w 682606"/>
                <a:gd name="connsiteY3" fmla="*/ 3442447 h 3442447"/>
                <a:gd name="connsiteX0" fmla="*/ 0 w 1112912"/>
                <a:gd name="connsiteY0" fmla="*/ 3448424 h 3448424"/>
                <a:gd name="connsiteX1" fmla="*/ 1112912 w 1112912"/>
                <a:gd name="connsiteY1" fmla="*/ 0 h 3448424"/>
                <a:gd name="connsiteX2" fmla="*/ 361166 w 1112912"/>
                <a:gd name="connsiteY2" fmla="*/ 3448424 h 3448424"/>
                <a:gd name="connsiteX3" fmla="*/ 0 w 1112912"/>
                <a:gd name="connsiteY3" fmla="*/ 3448424 h 3448424"/>
              </a:gdLst>
              <a:ahLst/>
              <a:cxnLst>
                <a:cxn ang="0">
                  <a:pos x="connsiteX0" y="connsiteY0"/>
                </a:cxn>
                <a:cxn ang="0">
                  <a:pos x="connsiteX1" y="connsiteY1"/>
                </a:cxn>
                <a:cxn ang="0">
                  <a:pos x="connsiteX2" y="connsiteY2"/>
                </a:cxn>
                <a:cxn ang="0">
                  <a:pos x="connsiteX3" y="connsiteY3"/>
                </a:cxn>
              </a:cxnLst>
              <a:rect l="l" t="t" r="r" b="b"/>
              <a:pathLst>
                <a:path w="1112912" h="3448424">
                  <a:moveTo>
                    <a:pt x="0" y="3448424"/>
                  </a:moveTo>
                  <a:lnTo>
                    <a:pt x="1112912" y="0"/>
                  </a:lnTo>
                  <a:lnTo>
                    <a:pt x="361166" y="3448424"/>
                  </a:lnTo>
                  <a:lnTo>
                    <a:pt x="0" y="3448424"/>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nvGrpSpPr>
            <p:cNvPr id="784" name="Group 783">
              <a:extLst>
                <a:ext uri="{FF2B5EF4-FFF2-40B4-BE49-F238E27FC236}">
                  <a16:creationId xmlns:a16="http://schemas.microsoft.com/office/drawing/2014/main" id="{03CF74F4-6972-60A6-9520-42555F63C955}"/>
                </a:ext>
              </a:extLst>
            </p:cNvPr>
            <p:cNvGrpSpPr/>
            <p:nvPr userDrawn="1"/>
          </p:nvGrpSpPr>
          <p:grpSpPr>
            <a:xfrm>
              <a:off x="6473825" y="1"/>
              <a:ext cx="5818893" cy="6866963"/>
              <a:chOff x="6473825" y="0"/>
              <a:chExt cx="5818893" cy="6858000"/>
            </a:xfrm>
          </p:grpSpPr>
          <p:sp>
            <p:nvSpPr>
              <p:cNvPr id="785" name="Freeform: Shape 784">
                <a:extLst>
                  <a:ext uri="{FF2B5EF4-FFF2-40B4-BE49-F238E27FC236}">
                    <a16:creationId xmlns:a16="http://schemas.microsoft.com/office/drawing/2014/main" id="{636CED33-C4BF-5A22-2516-CB49C11EAE5D}"/>
                  </a:ext>
                </a:extLst>
              </p:cNvPr>
              <p:cNvSpPr/>
              <p:nvPr/>
            </p:nvSpPr>
            <p:spPr>
              <a:xfrm>
                <a:off x="8300084" y="3496309"/>
                <a:ext cx="1438592" cy="3361690"/>
              </a:xfrm>
              <a:custGeom>
                <a:avLst/>
                <a:gdLst>
                  <a:gd name="connsiteX0" fmla="*/ 1438593 w 1438592"/>
                  <a:gd name="connsiteY0" fmla="*/ 3361690 h 3361690"/>
                  <a:gd name="connsiteX1" fmla="*/ 0 w 1438592"/>
                  <a:gd name="connsiteY1" fmla="*/ 0 h 3361690"/>
                  <a:gd name="connsiteX2" fmla="*/ 530543 w 1438592"/>
                  <a:gd name="connsiteY2" fmla="*/ 3361690 h 3361690"/>
                  <a:gd name="connsiteX3" fmla="*/ 1438593 w 143859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1438592" h="3361690">
                    <a:moveTo>
                      <a:pt x="1438593" y="3361690"/>
                    </a:moveTo>
                    <a:lnTo>
                      <a:pt x="0" y="0"/>
                    </a:lnTo>
                    <a:lnTo>
                      <a:pt x="530543" y="3361690"/>
                    </a:lnTo>
                    <a:lnTo>
                      <a:pt x="1438593" y="3361690"/>
                    </a:lnTo>
                    <a:close/>
                  </a:path>
                </a:pathLst>
              </a:custGeom>
              <a:solidFill>
                <a:srgbClr val="FF9A00"/>
              </a:solidFill>
              <a:ln w="3175" cap="flat">
                <a:noFill/>
                <a:prstDash val="solid"/>
                <a:miter/>
              </a:ln>
            </p:spPr>
            <p:txBody>
              <a:bodyPr rtlCol="0" anchor="ctr"/>
              <a:lstStyle/>
              <a:p>
                <a:endParaRPr lang="en-US"/>
              </a:p>
            </p:txBody>
          </p:sp>
          <p:sp>
            <p:nvSpPr>
              <p:cNvPr id="786" name="Freeform: Shape 785">
                <a:extLst>
                  <a:ext uri="{FF2B5EF4-FFF2-40B4-BE49-F238E27FC236}">
                    <a16:creationId xmlns:a16="http://schemas.microsoft.com/office/drawing/2014/main" id="{F0CCCF85-7D93-8CDB-B2C4-DDD8AA9D0B89}"/>
                  </a:ext>
                </a:extLst>
              </p:cNvPr>
              <p:cNvSpPr/>
              <p:nvPr/>
            </p:nvSpPr>
            <p:spPr>
              <a:xfrm>
                <a:off x="8300084" y="3496309"/>
                <a:ext cx="2147570" cy="3361690"/>
              </a:xfrm>
              <a:custGeom>
                <a:avLst/>
                <a:gdLst>
                  <a:gd name="connsiteX0" fmla="*/ 2147571 w 2147570"/>
                  <a:gd name="connsiteY0" fmla="*/ 3361690 h 3361690"/>
                  <a:gd name="connsiteX1" fmla="*/ 0 w 2147570"/>
                  <a:gd name="connsiteY1" fmla="*/ 0 h 3361690"/>
                  <a:gd name="connsiteX2" fmla="*/ 1438593 w 2147570"/>
                  <a:gd name="connsiteY2" fmla="*/ 3361690 h 3361690"/>
                  <a:gd name="connsiteX3" fmla="*/ 2147571 w 2147570"/>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147570" h="3361690">
                    <a:moveTo>
                      <a:pt x="2147571" y="3361690"/>
                    </a:moveTo>
                    <a:lnTo>
                      <a:pt x="0" y="0"/>
                    </a:lnTo>
                    <a:lnTo>
                      <a:pt x="1438593" y="3361690"/>
                    </a:lnTo>
                    <a:lnTo>
                      <a:pt x="2147571" y="3361690"/>
                    </a:lnTo>
                    <a:close/>
                  </a:path>
                </a:pathLst>
              </a:custGeom>
              <a:solidFill>
                <a:srgbClr val="FFDD1F"/>
              </a:solidFill>
              <a:ln w="3175" cap="flat">
                <a:noFill/>
                <a:prstDash val="solid"/>
                <a:miter/>
              </a:ln>
            </p:spPr>
            <p:txBody>
              <a:bodyPr rtlCol="0" anchor="ctr"/>
              <a:lstStyle/>
              <a:p>
                <a:endParaRPr lang="en-US"/>
              </a:p>
            </p:txBody>
          </p:sp>
          <p:sp>
            <p:nvSpPr>
              <p:cNvPr id="787" name="Freeform: Shape 786">
                <a:extLst>
                  <a:ext uri="{FF2B5EF4-FFF2-40B4-BE49-F238E27FC236}">
                    <a16:creationId xmlns:a16="http://schemas.microsoft.com/office/drawing/2014/main" id="{12EA42A1-D5A2-9A8A-D79B-DB21CED44CF5}"/>
                  </a:ext>
                </a:extLst>
              </p:cNvPr>
              <p:cNvSpPr/>
              <p:nvPr/>
            </p:nvSpPr>
            <p:spPr>
              <a:xfrm>
                <a:off x="8300084" y="3496309"/>
                <a:ext cx="530542" cy="3361690"/>
              </a:xfrm>
              <a:custGeom>
                <a:avLst/>
                <a:gdLst>
                  <a:gd name="connsiteX0" fmla="*/ 530543 w 530542"/>
                  <a:gd name="connsiteY0" fmla="*/ 3361690 h 3361690"/>
                  <a:gd name="connsiteX1" fmla="*/ 0 w 530542"/>
                  <a:gd name="connsiteY1" fmla="*/ 0 h 3361690"/>
                  <a:gd name="connsiteX2" fmla="*/ 240983 w 530542"/>
                  <a:gd name="connsiteY2" fmla="*/ 3361690 h 3361690"/>
                  <a:gd name="connsiteX3" fmla="*/ 530543 w 53054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530542" h="3361690">
                    <a:moveTo>
                      <a:pt x="530543" y="3361690"/>
                    </a:moveTo>
                    <a:lnTo>
                      <a:pt x="0" y="0"/>
                    </a:lnTo>
                    <a:lnTo>
                      <a:pt x="240983" y="3361690"/>
                    </a:lnTo>
                    <a:lnTo>
                      <a:pt x="530543" y="3361690"/>
                    </a:lnTo>
                    <a:close/>
                  </a:path>
                </a:pathLst>
              </a:custGeom>
              <a:solidFill>
                <a:srgbClr val="FFB000"/>
              </a:solidFill>
              <a:ln w="3175" cap="flat">
                <a:noFill/>
                <a:prstDash val="solid"/>
                <a:miter/>
              </a:ln>
            </p:spPr>
            <p:txBody>
              <a:bodyPr rtlCol="0" anchor="ctr"/>
              <a:lstStyle/>
              <a:p>
                <a:endParaRPr lang="en-US"/>
              </a:p>
            </p:txBody>
          </p:sp>
          <p:sp>
            <p:nvSpPr>
              <p:cNvPr id="788" name="Freeform: Shape 787">
                <a:extLst>
                  <a:ext uri="{FF2B5EF4-FFF2-40B4-BE49-F238E27FC236}">
                    <a16:creationId xmlns:a16="http://schemas.microsoft.com/office/drawing/2014/main" id="{8CA20B0B-15D4-3C73-5A6E-5DF71E3FC371}"/>
                  </a:ext>
                </a:extLst>
              </p:cNvPr>
              <p:cNvSpPr/>
              <p:nvPr/>
            </p:nvSpPr>
            <p:spPr>
              <a:xfrm>
                <a:off x="8300084" y="3496309"/>
                <a:ext cx="240982" cy="3361690"/>
              </a:xfrm>
              <a:custGeom>
                <a:avLst/>
                <a:gdLst>
                  <a:gd name="connsiteX0" fmla="*/ 240983 w 240982"/>
                  <a:gd name="connsiteY0" fmla="*/ 3361690 h 3361690"/>
                  <a:gd name="connsiteX1" fmla="*/ 0 w 240982"/>
                  <a:gd name="connsiteY1" fmla="*/ 0 h 3361690"/>
                  <a:gd name="connsiteX2" fmla="*/ 58420 w 240982"/>
                  <a:gd name="connsiteY2" fmla="*/ 3361690 h 3361690"/>
                  <a:gd name="connsiteX3" fmla="*/ 240983 w 24098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40982" h="3361690">
                    <a:moveTo>
                      <a:pt x="240983" y="3361690"/>
                    </a:moveTo>
                    <a:lnTo>
                      <a:pt x="0" y="0"/>
                    </a:lnTo>
                    <a:lnTo>
                      <a:pt x="58420" y="3361690"/>
                    </a:lnTo>
                    <a:lnTo>
                      <a:pt x="240983" y="3361690"/>
                    </a:lnTo>
                    <a:close/>
                  </a:path>
                </a:pathLst>
              </a:custGeom>
              <a:solidFill>
                <a:srgbClr val="FF9100"/>
              </a:solidFill>
              <a:ln w="3175" cap="flat">
                <a:noFill/>
                <a:prstDash val="solid"/>
                <a:miter/>
              </a:ln>
            </p:spPr>
            <p:txBody>
              <a:bodyPr rtlCol="0" anchor="ctr"/>
              <a:lstStyle/>
              <a:p>
                <a:endParaRPr lang="en-US"/>
              </a:p>
            </p:txBody>
          </p:sp>
          <p:sp>
            <p:nvSpPr>
              <p:cNvPr id="789" name="Freeform: Shape 788">
                <a:extLst>
                  <a:ext uri="{FF2B5EF4-FFF2-40B4-BE49-F238E27FC236}">
                    <a16:creationId xmlns:a16="http://schemas.microsoft.com/office/drawing/2014/main" id="{5633E76A-B1B5-CAC2-F7EB-8BD9415C8132}"/>
                  </a:ext>
                </a:extLst>
              </p:cNvPr>
              <p:cNvSpPr/>
              <p:nvPr/>
            </p:nvSpPr>
            <p:spPr>
              <a:xfrm>
                <a:off x="7504747" y="3496309"/>
                <a:ext cx="853757" cy="3361690"/>
              </a:xfrm>
              <a:custGeom>
                <a:avLst/>
                <a:gdLst>
                  <a:gd name="connsiteX0" fmla="*/ 853758 w 853757"/>
                  <a:gd name="connsiteY0" fmla="*/ 3361690 h 3361690"/>
                  <a:gd name="connsiteX1" fmla="*/ 795338 w 853757"/>
                  <a:gd name="connsiteY1" fmla="*/ 0 h 3361690"/>
                  <a:gd name="connsiteX2" fmla="*/ 0 w 853757"/>
                  <a:gd name="connsiteY2" fmla="*/ 3361690 h 3361690"/>
                  <a:gd name="connsiteX3" fmla="*/ 853758 w 853757"/>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853757" h="3361690">
                    <a:moveTo>
                      <a:pt x="853758" y="3361690"/>
                    </a:moveTo>
                    <a:lnTo>
                      <a:pt x="795338" y="0"/>
                    </a:lnTo>
                    <a:lnTo>
                      <a:pt x="0" y="3361690"/>
                    </a:lnTo>
                    <a:lnTo>
                      <a:pt x="853758" y="3361690"/>
                    </a:lnTo>
                    <a:close/>
                  </a:path>
                </a:pathLst>
              </a:custGeom>
              <a:gradFill>
                <a:gsLst>
                  <a:gs pos="0">
                    <a:srgbClr val="FF7400">
                      <a:alpha val="89804"/>
                    </a:srgbClr>
                  </a:gs>
                  <a:gs pos="20000">
                    <a:srgbClr val="FD7F04">
                      <a:alpha val="89804"/>
                    </a:srgbClr>
                  </a:gs>
                  <a:gs pos="70000">
                    <a:srgbClr val="F99E0F"/>
                  </a:gs>
                  <a:gs pos="100000">
                    <a:srgbClr val="F7B518"/>
                  </a:gs>
                </a:gsLst>
                <a:lin ang="0" scaled="1"/>
              </a:gradFill>
              <a:ln w="3175" cap="flat">
                <a:noFill/>
                <a:prstDash val="solid"/>
                <a:miter/>
              </a:ln>
            </p:spPr>
            <p:txBody>
              <a:bodyPr rtlCol="0" anchor="ctr"/>
              <a:lstStyle/>
              <a:p>
                <a:endParaRPr lang="en-US"/>
              </a:p>
            </p:txBody>
          </p:sp>
          <p:sp>
            <p:nvSpPr>
              <p:cNvPr id="790" name="Freeform: Shape 789">
                <a:extLst>
                  <a:ext uri="{FF2B5EF4-FFF2-40B4-BE49-F238E27FC236}">
                    <a16:creationId xmlns:a16="http://schemas.microsoft.com/office/drawing/2014/main" id="{2FE245B1-340D-6060-01F3-7E27D0BF5E2B}"/>
                  </a:ext>
                </a:extLst>
              </p:cNvPr>
              <p:cNvSpPr/>
              <p:nvPr/>
            </p:nvSpPr>
            <p:spPr>
              <a:xfrm>
                <a:off x="8300084" y="3496309"/>
                <a:ext cx="3891915" cy="3361690"/>
              </a:xfrm>
              <a:custGeom>
                <a:avLst/>
                <a:gdLst>
                  <a:gd name="connsiteX0" fmla="*/ 3891915 w 3891915"/>
                  <a:gd name="connsiteY0" fmla="*/ 3361690 h 3361690"/>
                  <a:gd name="connsiteX1" fmla="*/ 3306763 w 3891915"/>
                  <a:gd name="connsiteY1" fmla="*/ 3361690 h 3361690"/>
                  <a:gd name="connsiteX2" fmla="*/ 0 w 3891915"/>
                  <a:gd name="connsiteY2" fmla="*/ 0 h 3361690"/>
                  <a:gd name="connsiteX3" fmla="*/ 3891915 w 3891915"/>
                  <a:gd name="connsiteY3" fmla="*/ 2713990 h 3361690"/>
                  <a:gd name="connsiteX4" fmla="*/ 3891915 w 3891915"/>
                  <a:gd name="connsiteY4" fmla="*/ 3361690 h 336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361690">
                    <a:moveTo>
                      <a:pt x="3891915" y="3361690"/>
                    </a:moveTo>
                    <a:lnTo>
                      <a:pt x="3306763" y="3361690"/>
                    </a:lnTo>
                    <a:lnTo>
                      <a:pt x="0" y="0"/>
                    </a:lnTo>
                    <a:lnTo>
                      <a:pt x="3891915" y="2713990"/>
                    </a:lnTo>
                    <a:lnTo>
                      <a:pt x="3891915" y="3361690"/>
                    </a:lnTo>
                    <a:close/>
                  </a:path>
                </a:pathLst>
              </a:custGeom>
              <a:solidFill>
                <a:srgbClr val="FF9A00"/>
              </a:solidFill>
              <a:ln w="3175" cap="flat">
                <a:noFill/>
                <a:prstDash val="solid"/>
                <a:miter/>
              </a:ln>
            </p:spPr>
            <p:txBody>
              <a:bodyPr rtlCol="0" anchor="ctr"/>
              <a:lstStyle/>
              <a:p>
                <a:endParaRPr lang="en-US"/>
              </a:p>
            </p:txBody>
          </p:sp>
          <p:sp>
            <p:nvSpPr>
              <p:cNvPr id="791" name="Freeform: Shape 790">
                <a:extLst>
                  <a:ext uri="{FF2B5EF4-FFF2-40B4-BE49-F238E27FC236}">
                    <a16:creationId xmlns:a16="http://schemas.microsoft.com/office/drawing/2014/main" id="{49213B0F-2D2B-E1B8-A223-88CC785CEE46}"/>
                  </a:ext>
                </a:extLst>
              </p:cNvPr>
              <p:cNvSpPr/>
              <p:nvPr/>
            </p:nvSpPr>
            <p:spPr>
              <a:xfrm>
                <a:off x="8300084" y="3496309"/>
                <a:ext cx="3306762" cy="3361690"/>
              </a:xfrm>
              <a:custGeom>
                <a:avLst/>
                <a:gdLst>
                  <a:gd name="connsiteX0" fmla="*/ 3306763 w 3306762"/>
                  <a:gd name="connsiteY0" fmla="*/ 3361690 h 3361690"/>
                  <a:gd name="connsiteX1" fmla="*/ 3012440 w 3306762"/>
                  <a:gd name="connsiteY1" fmla="*/ 3361690 h 3361690"/>
                  <a:gd name="connsiteX2" fmla="*/ 0 w 3306762"/>
                  <a:gd name="connsiteY2" fmla="*/ 0 h 3361690"/>
                  <a:gd name="connsiteX3" fmla="*/ 3306763 w 330676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3306762" h="3361690">
                    <a:moveTo>
                      <a:pt x="3306763" y="3361690"/>
                    </a:moveTo>
                    <a:lnTo>
                      <a:pt x="3012440" y="3361690"/>
                    </a:lnTo>
                    <a:lnTo>
                      <a:pt x="0" y="0"/>
                    </a:lnTo>
                    <a:lnTo>
                      <a:pt x="3306763" y="3361690"/>
                    </a:lnTo>
                    <a:close/>
                  </a:path>
                </a:pathLst>
              </a:custGeom>
              <a:solidFill>
                <a:srgbClr val="FF8000"/>
              </a:solidFill>
              <a:ln w="3175" cap="flat">
                <a:noFill/>
                <a:prstDash val="solid"/>
                <a:miter/>
              </a:ln>
            </p:spPr>
            <p:txBody>
              <a:bodyPr rtlCol="0" anchor="ctr"/>
              <a:lstStyle/>
              <a:p>
                <a:endParaRPr lang="en-US"/>
              </a:p>
            </p:txBody>
          </p:sp>
          <p:sp>
            <p:nvSpPr>
              <p:cNvPr id="792" name="Freeform: Shape 791">
                <a:extLst>
                  <a:ext uri="{FF2B5EF4-FFF2-40B4-BE49-F238E27FC236}">
                    <a16:creationId xmlns:a16="http://schemas.microsoft.com/office/drawing/2014/main" id="{9AD414FA-E2AA-BD1F-124D-871FF73D28FF}"/>
                  </a:ext>
                </a:extLst>
              </p:cNvPr>
              <p:cNvSpPr/>
              <p:nvPr/>
            </p:nvSpPr>
            <p:spPr>
              <a:xfrm>
                <a:off x="7310119" y="0"/>
                <a:ext cx="989965" cy="3496309"/>
              </a:xfrm>
              <a:custGeom>
                <a:avLst/>
                <a:gdLst>
                  <a:gd name="connsiteX0" fmla="*/ 0 w 989965"/>
                  <a:gd name="connsiteY0" fmla="*/ 0 h 3496309"/>
                  <a:gd name="connsiteX1" fmla="*/ 989965 w 989965"/>
                  <a:gd name="connsiteY1" fmla="*/ 3496310 h 3496309"/>
                  <a:gd name="connsiteX2" fmla="*/ 464186 w 989965"/>
                  <a:gd name="connsiteY2" fmla="*/ 0 h 3496309"/>
                  <a:gd name="connsiteX3" fmla="*/ 0 w 989965"/>
                  <a:gd name="connsiteY3" fmla="*/ 0 h 3496309"/>
                </a:gdLst>
                <a:ahLst/>
                <a:cxnLst>
                  <a:cxn ang="0">
                    <a:pos x="connsiteX0" y="connsiteY0"/>
                  </a:cxn>
                  <a:cxn ang="0">
                    <a:pos x="connsiteX1" y="connsiteY1"/>
                  </a:cxn>
                  <a:cxn ang="0">
                    <a:pos x="connsiteX2" y="connsiteY2"/>
                  </a:cxn>
                  <a:cxn ang="0">
                    <a:pos x="connsiteX3" y="connsiteY3"/>
                  </a:cxn>
                </a:cxnLst>
                <a:rect l="l" t="t" r="r" b="b"/>
                <a:pathLst>
                  <a:path w="989965" h="3496309">
                    <a:moveTo>
                      <a:pt x="0" y="0"/>
                    </a:moveTo>
                    <a:lnTo>
                      <a:pt x="989965" y="3496310"/>
                    </a:lnTo>
                    <a:lnTo>
                      <a:pt x="464186" y="0"/>
                    </a:lnTo>
                    <a:lnTo>
                      <a:pt x="0" y="0"/>
                    </a:lnTo>
                    <a:close/>
                  </a:path>
                </a:pathLst>
              </a:custGeom>
              <a:solidFill>
                <a:srgbClr val="69CA00"/>
              </a:solidFill>
              <a:ln w="3175" cap="flat">
                <a:noFill/>
                <a:prstDash val="solid"/>
                <a:miter/>
              </a:ln>
            </p:spPr>
            <p:txBody>
              <a:bodyPr rtlCol="0" anchor="ctr"/>
              <a:lstStyle/>
              <a:p>
                <a:endParaRPr lang="en-US"/>
              </a:p>
            </p:txBody>
          </p:sp>
          <p:grpSp>
            <p:nvGrpSpPr>
              <p:cNvPr id="793" name="Graphic 613">
                <a:extLst>
                  <a:ext uri="{FF2B5EF4-FFF2-40B4-BE49-F238E27FC236}">
                    <a16:creationId xmlns:a16="http://schemas.microsoft.com/office/drawing/2014/main" id="{F4E7E71B-0CE4-C91F-23E8-68B21BAFF2F1}"/>
                  </a:ext>
                </a:extLst>
              </p:cNvPr>
              <p:cNvGrpSpPr/>
              <p:nvPr/>
            </p:nvGrpSpPr>
            <p:grpSpPr>
              <a:xfrm>
                <a:off x="6473825" y="0"/>
                <a:ext cx="1826259" cy="3496309"/>
                <a:chOff x="6473825" y="0"/>
                <a:chExt cx="1826259" cy="3496309"/>
              </a:xfrm>
            </p:grpSpPr>
            <p:sp>
              <p:nvSpPr>
                <p:cNvPr id="821" name="Freeform: Shape 820">
                  <a:extLst>
                    <a:ext uri="{FF2B5EF4-FFF2-40B4-BE49-F238E27FC236}">
                      <a16:creationId xmlns:a16="http://schemas.microsoft.com/office/drawing/2014/main" id="{47A66535-2B81-C8B1-FD40-24A3BA83DA85}"/>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69CA00"/>
                </a:solidFill>
                <a:ln w="3175" cap="flat">
                  <a:noFill/>
                  <a:prstDash val="solid"/>
                  <a:miter/>
                </a:ln>
              </p:spPr>
              <p:txBody>
                <a:bodyPr rtlCol="0" anchor="ctr"/>
                <a:lstStyle/>
                <a:p>
                  <a:endParaRPr lang="en-US"/>
                </a:p>
              </p:txBody>
            </p:sp>
            <p:sp>
              <p:nvSpPr>
                <p:cNvPr id="822" name="Freeform: Shape 821">
                  <a:extLst>
                    <a:ext uri="{FF2B5EF4-FFF2-40B4-BE49-F238E27FC236}">
                      <a16:creationId xmlns:a16="http://schemas.microsoft.com/office/drawing/2014/main" id="{7C470C26-0D1B-2EFD-1EB5-10FB343DC91D}"/>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21B221">
                    <a:alpha val="60000"/>
                  </a:srgbClr>
                </a:solidFill>
                <a:ln w="3175" cap="flat">
                  <a:noFill/>
                  <a:prstDash val="solid"/>
                  <a:miter/>
                </a:ln>
              </p:spPr>
              <p:txBody>
                <a:bodyPr rtlCol="0" anchor="ctr"/>
                <a:lstStyle/>
                <a:p>
                  <a:endParaRPr lang="en-US"/>
                </a:p>
              </p:txBody>
            </p:sp>
          </p:grpSp>
          <p:grpSp>
            <p:nvGrpSpPr>
              <p:cNvPr id="794" name="Graphic 613">
                <a:extLst>
                  <a:ext uri="{FF2B5EF4-FFF2-40B4-BE49-F238E27FC236}">
                    <a16:creationId xmlns:a16="http://schemas.microsoft.com/office/drawing/2014/main" id="{260CCB6D-46FF-BADB-DA68-067865FD0C00}"/>
                  </a:ext>
                </a:extLst>
              </p:cNvPr>
              <p:cNvGrpSpPr/>
              <p:nvPr/>
            </p:nvGrpSpPr>
            <p:grpSpPr>
              <a:xfrm>
                <a:off x="6654165" y="0"/>
                <a:ext cx="1645919" cy="3496309"/>
                <a:chOff x="6654165" y="0"/>
                <a:chExt cx="1645919" cy="3496309"/>
              </a:xfrm>
            </p:grpSpPr>
            <p:sp>
              <p:nvSpPr>
                <p:cNvPr id="819" name="Freeform: Shape 818">
                  <a:extLst>
                    <a:ext uri="{FF2B5EF4-FFF2-40B4-BE49-F238E27FC236}">
                      <a16:creationId xmlns:a16="http://schemas.microsoft.com/office/drawing/2014/main" id="{513573F0-D33B-1A24-732D-301B8889DBBE}"/>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solidFill>
                  <a:srgbClr val="80D226"/>
                </a:solidFill>
                <a:ln w="3175" cap="flat">
                  <a:noFill/>
                  <a:prstDash val="solid"/>
                  <a:miter/>
                </a:ln>
              </p:spPr>
              <p:txBody>
                <a:bodyPr rtlCol="0" anchor="ctr"/>
                <a:lstStyle/>
                <a:p>
                  <a:endParaRPr lang="en-US"/>
                </a:p>
              </p:txBody>
            </p:sp>
            <p:sp>
              <p:nvSpPr>
                <p:cNvPr id="820" name="Freeform: Shape 819">
                  <a:extLst>
                    <a:ext uri="{FF2B5EF4-FFF2-40B4-BE49-F238E27FC236}">
                      <a16:creationId xmlns:a16="http://schemas.microsoft.com/office/drawing/2014/main" id="{03C67307-4DB6-FBCD-83BD-50E9E5984D2D}"/>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gradFill>
                  <a:gsLst>
                    <a:gs pos="10000">
                      <a:srgbClr val="C6EB00"/>
                    </a:gs>
                    <a:gs pos="41000">
                      <a:srgbClr val="C6EB00"/>
                    </a:gs>
                    <a:gs pos="67000">
                      <a:srgbClr val="00A700">
                        <a:alpha val="49804"/>
                      </a:srgbClr>
                    </a:gs>
                    <a:gs pos="83000">
                      <a:schemeClr val="accent6"/>
                    </a:gs>
                  </a:gsLst>
                  <a:lin ang="20460000" scaled="0"/>
                </a:gradFill>
                <a:ln w="3175" cap="flat">
                  <a:noFill/>
                  <a:prstDash val="solid"/>
                  <a:miter/>
                </a:ln>
              </p:spPr>
              <p:txBody>
                <a:bodyPr rtlCol="0" anchor="ctr"/>
                <a:lstStyle/>
                <a:p>
                  <a:endParaRPr lang="en-US"/>
                </a:p>
              </p:txBody>
            </p:sp>
          </p:grpSp>
          <p:grpSp>
            <p:nvGrpSpPr>
              <p:cNvPr id="795" name="Graphic 613">
                <a:extLst>
                  <a:ext uri="{FF2B5EF4-FFF2-40B4-BE49-F238E27FC236}">
                    <a16:creationId xmlns:a16="http://schemas.microsoft.com/office/drawing/2014/main" id="{15C431FD-5666-9A75-1DE8-A01BA40A38E1}"/>
                  </a:ext>
                </a:extLst>
              </p:cNvPr>
              <p:cNvGrpSpPr/>
              <p:nvPr/>
            </p:nvGrpSpPr>
            <p:grpSpPr>
              <a:xfrm>
                <a:off x="7774305" y="0"/>
                <a:ext cx="960437" cy="3496309"/>
                <a:chOff x="7774305" y="0"/>
                <a:chExt cx="960437" cy="3496309"/>
              </a:xfrm>
            </p:grpSpPr>
            <p:sp>
              <p:nvSpPr>
                <p:cNvPr id="817" name="Freeform: Shape 816">
                  <a:extLst>
                    <a:ext uri="{FF2B5EF4-FFF2-40B4-BE49-F238E27FC236}">
                      <a16:creationId xmlns:a16="http://schemas.microsoft.com/office/drawing/2014/main" id="{11CDCF6B-0A03-3C47-FE91-39C26D9402CD}"/>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solidFill>
                  <a:srgbClr val="69CA00"/>
                </a:solidFill>
                <a:ln w="3175" cap="flat">
                  <a:noFill/>
                  <a:prstDash val="solid"/>
                  <a:miter/>
                </a:ln>
              </p:spPr>
              <p:txBody>
                <a:bodyPr rtlCol="0" anchor="ctr"/>
                <a:lstStyle/>
                <a:p>
                  <a:endParaRPr lang="en-US"/>
                </a:p>
              </p:txBody>
            </p:sp>
            <p:sp>
              <p:nvSpPr>
                <p:cNvPr id="818" name="Freeform: Shape 817">
                  <a:extLst>
                    <a:ext uri="{FF2B5EF4-FFF2-40B4-BE49-F238E27FC236}">
                      <a16:creationId xmlns:a16="http://schemas.microsoft.com/office/drawing/2014/main" id="{551D080F-00B2-5704-CEE4-169585AF0AB4}"/>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gradFill>
                  <a:gsLst>
                    <a:gs pos="22000">
                      <a:srgbClr val="C6EB00">
                        <a:alpha val="89804"/>
                      </a:srgbClr>
                    </a:gs>
                    <a:gs pos="35000">
                      <a:srgbClr val="C6EB00">
                        <a:alpha val="69804"/>
                      </a:srgbClr>
                    </a:gs>
                    <a:gs pos="60000">
                      <a:srgbClr val="C6EB00">
                        <a:alpha val="29804"/>
                      </a:srgbClr>
                    </a:gs>
                    <a:gs pos="90000">
                      <a:srgbClr val="C6EB00">
                        <a:alpha val="0"/>
                      </a:srgbClr>
                    </a:gs>
                  </a:gsLst>
                  <a:lin ang="0" scaled="0"/>
                </a:gradFill>
                <a:ln w="3175" cap="flat">
                  <a:noFill/>
                  <a:prstDash val="solid"/>
                  <a:miter/>
                </a:ln>
              </p:spPr>
              <p:txBody>
                <a:bodyPr rtlCol="0" anchor="ctr"/>
                <a:lstStyle/>
                <a:p>
                  <a:endParaRPr lang="en-US"/>
                </a:p>
              </p:txBody>
            </p:sp>
          </p:grpSp>
          <p:sp>
            <p:nvSpPr>
              <p:cNvPr id="796" name="Freeform: Shape 795">
                <a:extLst>
                  <a:ext uri="{FF2B5EF4-FFF2-40B4-BE49-F238E27FC236}">
                    <a16:creationId xmlns:a16="http://schemas.microsoft.com/office/drawing/2014/main" id="{B695130A-F28F-2A4C-E6F6-27886BFC7067}"/>
                  </a:ext>
                </a:extLst>
              </p:cNvPr>
              <p:cNvSpPr/>
              <p:nvPr/>
            </p:nvSpPr>
            <p:spPr>
              <a:xfrm>
                <a:off x="8300084" y="0"/>
                <a:ext cx="2220595" cy="3496309"/>
              </a:xfrm>
              <a:custGeom>
                <a:avLst/>
                <a:gdLst>
                  <a:gd name="connsiteX0" fmla="*/ 2220596 w 2220595"/>
                  <a:gd name="connsiteY0" fmla="*/ 0 h 3496309"/>
                  <a:gd name="connsiteX1" fmla="*/ 0 w 2220595"/>
                  <a:gd name="connsiteY1" fmla="*/ 3496310 h 3496309"/>
                  <a:gd name="connsiteX2" fmla="*/ 1883093 w 2220595"/>
                  <a:gd name="connsiteY2" fmla="*/ 0 h 3496309"/>
                  <a:gd name="connsiteX3" fmla="*/ 2220596 w 2220595"/>
                  <a:gd name="connsiteY3" fmla="*/ 0 h 3496309"/>
                </a:gdLst>
                <a:ahLst/>
                <a:cxnLst>
                  <a:cxn ang="0">
                    <a:pos x="connsiteX0" y="connsiteY0"/>
                  </a:cxn>
                  <a:cxn ang="0">
                    <a:pos x="connsiteX1" y="connsiteY1"/>
                  </a:cxn>
                  <a:cxn ang="0">
                    <a:pos x="connsiteX2" y="connsiteY2"/>
                  </a:cxn>
                  <a:cxn ang="0">
                    <a:pos x="connsiteX3" y="connsiteY3"/>
                  </a:cxn>
                </a:cxnLst>
                <a:rect l="l" t="t" r="r" b="b"/>
                <a:pathLst>
                  <a:path w="2220595" h="3496309">
                    <a:moveTo>
                      <a:pt x="2220596" y="0"/>
                    </a:moveTo>
                    <a:lnTo>
                      <a:pt x="0" y="3496310"/>
                    </a:lnTo>
                    <a:lnTo>
                      <a:pt x="1883093" y="0"/>
                    </a:lnTo>
                    <a:lnTo>
                      <a:pt x="2220596" y="0"/>
                    </a:lnTo>
                    <a:close/>
                  </a:path>
                </a:pathLst>
              </a:custGeom>
              <a:solidFill>
                <a:srgbClr val="3ECAFB"/>
              </a:solidFill>
              <a:ln w="3175" cap="flat">
                <a:noFill/>
                <a:prstDash val="solid"/>
                <a:miter/>
              </a:ln>
            </p:spPr>
            <p:txBody>
              <a:bodyPr rtlCol="0" anchor="ctr"/>
              <a:lstStyle/>
              <a:p>
                <a:endParaRPr lang="en-US"/>
              </a:p>
            </p:txBody>
          </p:sp>
          <p:sp>
            <p:nvSpPr>
              <p:cNvPr id="797" name="Freeform: Shape 796">
                <a:extLst>
                  <a:ext uri="{FF2B5EF4-FFF2-40B4-BE49-F238E27FC236}">
                    <a16:creationId xmlns:a16="http://schemas.microsoft.com/office/drawing/2014/main" id="{DBE114AE-29C9-448A-6626-1D17A2F5DDF4}"/>
                  </a:ext>
                </a:extLst>
              </p:cNvPr>
              <p:cNvSpPr/>
              <p:nvPr/>
            </p:nvSpPr>
            <p:spPr>
              <a:xfrm>
                <a:off x="8300084" y="0"/>
                <a:ext cx="1398587" cy="3496309"/>
              </a:xfrm>
              <a:custGeom>
                <a:avLst/>
                <a:gdLst>
                  <a:gd name="connsiteX0" fmla="*/ 1046163 w 1398587"/>
                  <a:gd name="connsiteY0" fmla="*/ 0 h 3496309"/>
                  <a:gd name="connsiteX1" fmla="*/ 0 w 1398587"/>
                  <a:gd name="connsiteY1" fmla="*/ 3496310 h 3496309"/>
                  <a:gd name="connsiteX2" fmla="*/ 1398588 w 1398587"/>
                  <a:gd name="connsiteY2" fmla="*/ 0 h 3496309"/>
                  <a:gd name="connsiteX3" fmla="*/ 1046163 w 1398587"/>
                  <a:gd name="connsiteY3" fmla="*/ 0 h 3496309"/>
                </a:gdLst>
                <a:ahLst/>
                <a:cxnLst>
                  <a:cxn ang="0">
                    <a:pos x="connsiteX0" y="connsiteY0"/>
                  </a:cxn>
                  <a:cxn ang="0">
                    <a:pos x="connsiteX1" y="connsiteY1"/>
                  </a:cxn>
                  <a:cxn ang="0">
                    <a:pos x="connsiteX2" y="connsiteY2"/>
                  </a:cxn>
                  <a:cxn ang="0">
                    <a:pos x="connsiteX3" y="connsiteY3"/>
                  </a:cxn>
                </a:cxnLst>
                <a:rect l="l" t="t" r="r" b="b"/>
                <a:pathLst>
                  <a:path w="1398587" h="3496309">
                    <a:moveTo>
                      <a:pt x="1046163" y="0"/>
                    </a:moveTo>
                    <a:lnTo>
                      <a:pt x="0" y="3496310"/>
                    </a:lnTo>
                    <a:lnTo>
                      <a:pt x="1398588" y="0"/>
                    </a:lnTo>
                    <a:lnTo>
                      <a:pt x="1046163" y="0"/>
                    </a:lnTo>
                    <a:close/>
                  </a:path>
                </a:pathLst>
              </a:custGeom>
              <a:solidFill>
                <a:srgbClr val="3ECAFB"/>
              </a:solidFill>
              <a:ln w="3175" cap="flat">
                <a:noFill/>
                <a:prstDash val="solid"/>
                <a:miter/>
              </a:ln>
            </p:spPr>
            <p:txBody>
              <a:bodyPr rtlCol="0" anchor="ctr"/>
              <a:lstStyle/>
              <a:p>
                <a:endParaRPr lang="en-US"/>
              </a:p>
            </p:txBody>
          </p:sp>
          <p:sp>
            <p:nvSpPr>
              <p:cNvPr id="798" name="Freeform: Shape 797">
                <a:extLst>
                  <a:ext uri="{FF2B5EF4-FFF2-40B4-BE49-F238E27FC236}">
                    <a16:creationId xmlns:a16="http://schemas.microsoft.com/office/drawing/2014/main" id="{8FBC2B82-C25D-6E8E-6D4C-0ACA4FF2955E}"/>
                  </a:ext>
                </a:extLst>
              </p:cNvPr>
              <p:cNvSpPr/>
              <p:nvPr/>
            </p:nvSpPr>
            <p:spPr>
              <a:xfrm>
                <a:off x="8300084" y="0"/>
                <a:ext cx="1046162" cy="3496309"/>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solidFill>
                <a:srgbClr val="3ECAFB"/>
              </a:solidFill>
              <a:ln w="3175" cap="flat">
                <a:noFill/>
                <a:prstDash val="solid"/>
                <a:miter/>
              </a:ln>
            </p:spPr>
            <p:txBody>
              <a:bodyPr rtlCol="0" anchor="ctr"/>
              <a:lstStyle/>
              <a:p>
                <a:endParaRPr lang="en-US"/>
              </a:p>
            </p:txBody>
          </p:sp>
          <p:sp>
            <p:nvSpPr>
              <p:cNvPr id="799" name="Freeform: Shape 798">
                <a:extLst>
                  <a:ext uri="{FF2B5EF4-FFF2-40B4-BE49-F238E27FC236}">
                    <a16:creationId xmlns:a16="http://schemas.microsoft.com/office/drawing/2014/main" id="{ED6AC41A-4356-5348-377D-86E13FA649DC}"/>
                  </a:ext>
                </a:extLst>
              </p:cNvPr>
              <p:cNvSpPr/>
              <p:nvPr/>
            </p:nvSpPr>
            <p:spPr>
              <a:xfrm>
                <a:off x="8300084" y="0"/>
                <a:ext cx="1046162" cy="3496309"/>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gradFill>
                <a:gsLst>
                  <a:gs pos="36000">
                    <a:srgbClr val="C6EB00"/>
                  </a:gs>
                  <a:gs pos="43000">
                    <a:srgbClr val="9EE545">
                      <a:alpha val="69804"/>
                    </a:srgbClr>
                  </a:gs>
                  <a:gs pos="100000">
                    <a:schemeClr val="accent1"/>
                  </a:gs>
                  <a:gs pos="53000">
                    <a:srgbClr val="4EDAD3">
                      <a:alpha val="0"/>
                    </a:srgbClr>
                  </a:gs>
                </a:gsLst>
                <a:lin ang="780000" scaled="0"/>
              </a:gradFill>
              <a:ln w="3175" cap="flat">
                <a:noFill/>
                <a:prstDash val="solid"/>
                <a:miter/>
              </a:ln>
            </p:spPr>
            <p:txBody>
              <a:bodyPr rtlCol="0" anchor="ctr"/>
              <a:lstStyle/>
              <a:p>
                <a:endParaRPr lang="en-US"/>
              </a:p>
            </p:txBody>
          </p:sp>
          <p:sp>
            <p:nvSpPr>
              <p:cNvPr id="800" name="Freeform: Shape 799">
                <a:extLst>
                  <a:ext uri="{FF2B5EF4-FFF2-40B4-BE49-F238E27FC236}">
                    <a16:creationId xmlns:a16="http://schemas.microsoft.com/office/drawing/2014/main" id="{574816AE-4872-BB0E-96CB-267FC3E1853B}"/>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0EAFE0"/>
              </a:solidFill>
              <a:ln w="3175" cap="flat">
                <a:noFill/>
                <a:prstDash val="solid"/>
                <a:miter/>
              </a:ln>
            </p:spPr>
            <p:txBody>
              <a:bodyPr rtlCol="0" anchor="ctr"/>
              <a:lstStyle/>
              <a:p>
                <a:endParaRPr lang="en-US"/>
              </a:p>
            </p:txBody>
          </p:sp>
          <p:sp>
            <p:nvSpPr>
              <p:cNvPr id="801" name="Freeform: Shape 800">
                <a:extLst>
                  <a:ext uri="{FF2B5EF4-FFF2-40B4-BE49-F238E27FC236}">
                    <a16:creationId xmlns:a16="http://schemas.microsoft.com/office/drawing/2014/main" id="{8C02FB2F-5C8D-C4A4-10CF-0E187E786895}"/>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1F7AE3">
                  <a:alpha val="60000"/>
                </a:srgbClr>
              </a:solidFill>
              <a:ln w="3175" cap="flat">
                <a:noFill/>
                <a:prstDash val="solid"/>
                <a:miter/>
              </a:ln>
            </p:spPr>
            <p:txBody>
              <a:bodyPr rtlCol="0" anchor="ctr"/>
              <a:lstStyle/>
              <a:p>
                <a:endParaRPr lang="en-US"/>
              </a:p>
            </p:txBody>
          </p:sp>
          <p:sp>
            <p:nvSpPr>
              <p:cNvPr id="802" name="Freeform: Shape 801">
                <a:extLst>
                  <a:ext uri="{FF2B5EF4-FFF2-40B4-BE49-F238E27FC236}">
                    <a16:creationId xmlns:a16="http://schemas.microsoft.com/office/drawing/2014/main" id="{5AFB6568-4F88-7CF5-DBC6-AAFE600AFB0E}"/>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noFill/>
              <a:ln w="3175" cap="flat">
                <a:noFill/>
                <a:prstDash val="solid"/>
                <a:miter/>
              </a:ln>
            </p:spPr>
            <p:txBody>
              <a:bodyPr rtlCol="0" anchor="ctr"/>
              <a:lstStyle/>
              <a:p>
                <a:endParaRPr lang="en-US"/>
              </a:p>
            </p:txBody>
          </p:sp>
          <p:sp>
            <p:nvSpPr>
              <p:cNvPr id="803" name="Freeform: Shape 802">
                <a:extLst>
                  <a:ext uri="{FF2B5EF4-FFF2-40B4-BE49-F238E27FC236}">
                    <a16:creationId xmlns:a16="http://schemas.microsoft.com/office/drawing/2014/main" id="{E099B10D-5619-3007-F507-4EC592A34066}"/>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0EAFE0"/>
              </a:solidFill>
              <a:ln w="3175" cap="flat">
                <a:noFill/>
                <a:prstDash val="solid"/>
                <a:miter/>
              </a:ln>
            </p:spPr>
            <p:txBody>
              <a:bodyPr rtlCol="0" anchor="ctr"/>
              <a:lstStyle/>
              <a:p>
                <a:endParaRPr lang="en-US"/>
              </a:p>
            </p:txBody>
          </p:sp>
          <p:sp>
            <p:nvSpPr>
              <p:cNvPr id="804" name="Freeform: Shape 803">
                <a:extLst>
                  <a:ext uri="{FF2B5EF4-FFF2-40B4-BE49-F238E27FC236}">
                    <a16:creationId xmlns:a16="http://schemas.microsoft.com/office/drawing/2014/main" id="{FD1B00BE-5046-28D6-CE08-9E1758EE00A2}"/>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3ECAFB"/>
              </a:solidFill>
              <a:ln w="3175" cap="flat">
                <a:noFill/>
                <a:prstDash val="solid"/>
                <a:miter/>
              </a:ln>
            </p:spPr>
            <p:txBody>
              <a:bodyPr rtlCol="0" anchor="ctr"/>
              <a:lstStyle/>
              <a:p>
                <a:endParaRPr lang="en-US"/>
              </a:p>
            </p:txBody>
          </p:sp>
          <p:sp>
            <p:nvSpPr>
              <p:cNvPr id="805" name="Freeform: Shape 804">
                <a:extLst>
                  <a:ext uri="{FF2B5EF4-FFF2-40B4-BE49-F238E27FC236}">
                    <a16:creationId xmlns:a16="http://schemas.microsoft.com/office/drawing/2014/main" id="{CFF44045-7D37-F463-3A26-C91F9A481AC8}"/>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gradFill>
                <a:gsLst>
                  <a:gs pos="0">
                    <a:srgbClr val="3ECAFB">
                      <a:alpha val="0"/>
                    </a:srgbClr>
                  </a:gs>
                  <a:gs pos="40000">
                    <a:srgbClr val="3CC7FA">
                      <a:alpha val="52000"/>
                    </a:srgbClr>
                  </a:gs>
                  <a:gs pos="54000">
                    <a:srgbClr val="0068DF"/>
                  </a:gs>
                </a:gsLst>
                <a:lin ang="2400000" scaled="0"/>
              </a:gradFill>
              <a:ln w="3175" cap="flat">
                <a:noFill/>
                <a:prstDash val="solid"/>
                <a:miter/>
              </a:ln>
            </p:spPr>
            <p:txBody>
              <a:bodyPr rtlCol="0" anchor="ctr"/>
              <a:lstStyle/>
              <a:p>
                <a:endParaRPr lang="en-US"/>
              </a:p>
            </p:txBody>
          </p:sp>
          <p:sp>
            <p:nvSpPr>
              <p:cNvPr id="806" name="Freeform: Shape 805">
                <a:extLst>
                  <a:ext uri="{FF2B5EF4-FFF2-40B4-BE49-F238E27FC236}">
                    <a16:creationId xmlns:a16="http://schemas.microsoft.com/office/drawing/2014/main" id="{3DE82C00-348A-85AC-6440-F75CFF93245E}"/>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noFill/>
              <a:ln w="3175" cap="flat">
                <a:noFill/>
                <a:prstDash val="solid"/>
                <a:miter/>
              </a:ln>
            </p:spPr>
            <p:txBody>
              <a:bodyPr rtlCol="0" anchor="ctr"/>
              <a:lstStyle/>
              <a:p>
                <a:endParaRPr lang="en-US"/>
              </a:p>
            </p:txBody>
          </p:sp>
          <p:grpSp>
            <p:nvGrpSpPr>
              <p:cNvPr id="807" name="Graphic 613">
                <a:extLst>
                  <a:ext uri="{FF2B5EF4-FFF2-40B4-BE49-F238E27FC236}">
                    <a16:creationId xmlns:a16="http://schemas.microsoft.com/office/drawing/2014/main" id="{C507D0A6-1C72-9B81-D04F-07A1EF82DCEE}"/>
                  </a:ext>
                </a:extLst>
              </p:cNvPr>
              <p:cNvGrpSpPr/>
              <p:nvPr/>
            </p:nvGrpSpPr>
            <p:grpSpPr>
              <a:xfrm>
                <a:off x="8300084" y="0"/>
                <a:ext cx="3891915" cy="3496309"/>
                <a:chOff x="8300084" y="0"/>
                <a:chExt cx="3891915" cy="3496309"/>
              </a:xfrm>
            </p:grpSpPr>
            <p:sp>
              <p:nvSpPr>
                <p:cNvPr id="815" name="Freeform: Shape 814">
                  <a:extLst>
                    <a:ext uri="{FF2B5EF4-FFF2-40B4-BE49-F238E27FC236}">
                      <a16:creationId xmlns:a16="http://schemas.microsoft.com/office/drawing/2014/main" id="{1DD2FE8D-6799-D71A-CA01-EC291DA393FA}"/>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solidFill>
                  <a:srgbClr val="0EAFE0"/>
                </a:solidFill>
                <a:ln w="3175" cap="flat">
                  <a:noFill/>
                  <a:prstDash val="solid"/>
                  <a:miter/>
                </a:ln>
              </p:spPr>
              <p:txBody>
                <a:bodyPr rtlCol="0" anchor="ctr"/>
                <a:lstStyle/>
                <a:p>
                  <a:endParaRPr lang="en-US"/>
                </a:p>
              </p:txBody>
            </p:sp>
            <p:sp>
              <p:nvSpPr>
                <p:cNvPr id="816" name="Freeform: Shape 815">
                  <a:extLst>
                    <a:ext uri="{FF2B5EF4-FFF2-40B4-BE49-F238E27FC236}">
                      <a16:creationId xmlns:a16="http://schemas.microsoft.com/office/drawing/2014/main" id="{2BE8CBBA-3ABB-08CB-618D-7BAD90A67548}"/>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gradFill>
                  <a:gsLst>
                    <a:gs pos="46000">
                      <a:srgbClr val="0068DF"/>
                    </a:gs>
                    <a:gs pos="100000">
                      <a:srgbClr val="39C7F8"/>
                    </a:gs>
                    <a:gs pos="53000">
                      <a:srgbClr val="3ECAFB">
                        <a:alpha val="89804"/>
                      </a:srgbClr>
                    </a:gs>
                  </a:gsLst>
                  <a:lin ang="2760000" scaled="0"/>
                </a:gradFill>
                <a:ln w="3175" cap="flat">
                  <a:noFill/>
                  <a:prstDash val="solid"/>
                  <a:miter/>
                </a:ln>
              </p:spPr>
              <p:txBody>
                <a:bodyPr rtlCol="0" anchor="ctr"/>
                <a:lstStyle/>
                <a:p>
                  <a:endParaRPr lang="en-US"/>
                </a:p>
              </p:txBody>
            </p:sp>
          </p:grpSp>
          <p:grpSp>
            <p:nvGrpSpPr>
              <p:cNvPr id="808" name="Graphic 613">
                <a:extLst>
                  <a:ext uri="{FF2B5EF4-FFF2-40B4-BE49-F238E27FC236}">
                    <a16:creationId xmlns:a16="http://schemas.microsoft.com/office/drawing/2014/main" id="{1F051D73-72BD-9C74-92C3-B3DBD7C1765E}"/>
                  </a:ext>
                </a:extLst>
              </p:cNvPr>
              <p:cNvGrpSpPr/>
              <p:nvPr/>
            </p:nvGrpSpPr>
            <p:grpSpPr>
              <a:xfrm>
                <a:off x="8300084" y="683894"/>
                <a:ext cx="3930650" cy="2812414"/>
                <a:chOff x="8300084" y="683894"/>
                <a:chExt cx="3930650" cy="2812414"/>
              </a:xfrm>
            </p:grpSpPr>
            <p:sp>
              <p:nvSpPr>
                <p:cNvPr id="813" name="Freeform: Shape 812">
                  <a:extLst>
                    <a:ext uri="{FF2B5EF4-FFF2-40B4-BE49-F238E27FC236}">
                      <a16:creationId xmlns:a16="http://schemas.microsoft.com/office/drawing/2014/main" id="{5C3FA0E3-5CB3-C626-2F49-C4138EB0FD47}"/>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solidFill>
                  <a:srgbClr val="0EAFE0"/>
                </a:solidFill>
                <a:ln w="3175" cap="flat">
                  <a:noFill/>
                  <a:prstDash val="solid"/>
                  <a:miter/>
                </a:ln>
              </p:spPr>
              <p:txBody>
                <a:bodyPr rtlCol="0" anchor="ctr"/>
                <a:lstStyle/>
                <a:p>
                  <a:endParaRPr lang="en-US"/>
                </a:p>
              </p:txBody>
            </p:sp>
            <p:sp>
              <p:nvSpPr>
                <p:cNvPr id="814" name="Freeform: Shape 813">
                  <a:extLst>
                    <a:ext uri="{FF2B5EF4-FFF2-40B4-BE49-F238E27FC236}">
                      <a16:creationId xmlns:a16="http://schemas.microsoft.com/office/drawing/2014/main" id="{4DCD25AA-C4D3-4092-17FA-5FB3F8D8027E}"/>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gradFill>
                  <a:gsLst>
                    <a:gs pos="47000">
                      <a:srgbClr val="0068DF">
                        <a:alpha val="89804"/>
                      </a:srgbClr>
                    </a:gs>
                    <a:gs pos="34000">
                      <a:srgbClr val="0068DF">
                        <a:alpha val="89804"/>
                      </a:srgbClr>
                    </a:gs>
                    <a:gs pos="58000">
                      <a:srgbClr val="0EAFE0"/>
                    </a:gs>
                  </a:gsLst>
                  <a:lin ang="3600000" scaled="0"/>
                </a:gradFill>
                <a:ln w="3175" cap="flat">
                  <a:noFill/>
                  <a:prstDash val="solid"/>
                  <a:miter/>
                </a:ln>
              </p:spPr>
              <p:txBody>
                <a:bodyPr rtlCol="0" anchor="ctr"/>
                <a:lstStyle/>
                <a:p>
                  <a:endParaRPr lang="en-US"/>
                </a:p>
              </p:txBody>
            </p:sp>
          </p:grpSp>
          <p:grpSp>
            <p:nvGrpSpPr>
              <p:cNvPr id="809" name="Graphic 613">
                <a:extLst>
                  <a:ext uri="{FF2B5EF4-FFF2-40B4-BE49-F238E27FC236}">
                    <a16:creationId xmlns:a16="http://schemas.microsoft.com/office/drawing/2014/main" id="{F86DF028-5FB0-942A-E7F2-8AA9C98D8144}"/>
                  </a:ext>
                </a:extLst>
              </p:cNvPr>
              <p:cNvGrpSpPr/>
              <p:nvPr/>
            </p:nvGrpSpPr>
            <p:grpSpPr>
              <a:xfrm>
                <a:off x="8300084" y="1817052"/>
                <a:ext cx="3930650" cy="1679257"/>
                <a:chOff x="8300084" y="1817052"/>
                <a:chExt cx="3930650" cy="1679257"/>
              </a:xfrm>
            </p:grpSpPr>
            <p:sp>
              <p:nvSpPr>
                <p:cNvPr id="811" name="Freeform: Shape 810">
                  <a:extLst>
                    <a:ext uri="{FF2B5EF4-FFF2-40B4-BE49-F238E27FC236}">
                      <a16:creationId xmlns:a16="http://schemas.microsoft.com/office/drawing/2014/main" id="{BC93CCD2-D0D8-C6EE-4B82-B5ADC35A6BFE}"/>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0EAFE0"/>
                </a:solidFill>
                <a:ln w="3175" cap="flat">
                  <a:noFill/>
                  <a:prstDash val="solid"/>
                  <a:miter/>
                </a:ln>
              </p:spPr>
              <p:txBody>
                <a:bodyPr rtlCol="0" anchor="ctr"/>
                <a:lstStyle/>
                <a:p>
                  <a:endParaRPr lang="en-US"/>
                </a:p>
              </p:txBody>
            </p:sp>
            <p:sp>
              <p:nvSpPr>
                <p:cNvPr id="812" name="Freeform: Shape 811">
                  <a:extLst>
                    <a:ext uri="{FF2B5EF4-FFF2-40B4-BE49-F238E27FC236}">
                      <a16:creationId xmlns:a16="http://schemas.microsoft.com/office/drawing/2014/main" id="{11412ACA-0D40-4A13-54E9-1FF967ECAE3B}"/>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26BCED"/>
                </a:solidFill>
                <a:ln w="3175" cap="flat">
                  <a:noFill/>
                  <a:prstDash val="solid"/>
                  <a:miter/>
                </a:ln>
              </p:spPr>
              <p:txBody>
                <a:bodyPr rtlCol="0" anchor="ctr"/>
                <a:lstStyle/>
                <a:p>
                  <a:endParaRPr lang="en-US"/>
                </a:p>
              </p:txBody>
            </p:sp>
          </p:grpSp>
          <p:sp>
            <p:nvSpPr>
              <p:cNvPr id="810" name="Rectangle 809">
                <a:extLst>
                  <a:ext uri="{FF2B5EF4-FFF2-40B4-BE49-F238E27FC236}">
                    <a16:creationId xmlns:a16="http://schemas.microsoft.com/office/drawing/2014/main" id="{64620E3A-B676-25BB-B8B2-720BE7C665CF}"/>
                  </a:ext>
                </a:extLst>
              </p:cNvPr>
              <p:cNvSpPr/>
              <p:nvPr userDrawn="1"/>
            </p:nvSpPr>
            <p:spPr>
              <a:xfrm>
                <a:off x="12200310" y="0"/>
                <a:ext cx="92408" cy="6858000"/>
              </a:xfrm>
              <a:prstGeom prst="rect">
                <a:avLst/>
              </a:prstGeom>
              <a:solidFill>
                <a:srgbClr val="E9EDF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spTree>
    <p:extLst>
      <p:ext uri="{BB962C8B-B14F-4D97-AF65-F5344CB8AC3E}">
        <p14:creationId xmlns:p14="http://schemas.microsoft.com/office/powerpoint/2010/main" val="2729182136"/>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t in touch">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6B2404B-61EC-F3F7-AAAA-6B9C2AF8CB4F}"/>
              </a:ext>
            </a:extLst>
          </p:cNvPr>
          <p:cNvSpPr/>
          <p:nvPr userDrawn="1"/>
        </p:nvSpPr>
        <p:spPr>
          <a:xfrm>
            <a:off x="0" y="0"/>
            <a:ext cx="12192000" cy="6858000"/>
          </a:xfrm>
          <a:prstGeom prst="rect">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2" name="Rectangle: Rounded Corners 11">
            <a:hlinkClick r:id="rId2"/>
            <a:extLst>
              <a:ext uri="{FF2B5EF4-FFF2-40B4-BE49-F238E27FC236}">
                <a16:creationId xmlns:a16="http://schemas.microsoft.com/office/drawing/2014/main" id="{75A8E5E3-17F6-9917-83F2-08D1544F023A}"/>
              </a:ext>
            </a:extLst>
          </p:cNvPr>
          <p:cNvSpPr/>
          <p:nvPr userDrawn="1"/>
        </p:nvSpPr>
        <p:spPr>
          <a:xfrm>
            <a:off x="1342652" y="5351951"/>
            <a:ext cx="1509927" cy="305544"/>
          </a:xfrm>
          <a:prstGeom prst="roundRect">
            <a:avLst>
              <a:gd name="adj" fmla="val 50000"/>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b="0">
                <a:solidFill>
                  <a:schemeClr val="tx1">
                    <a:lumMod val="75000"/>
                    <a:lumOff val="25000"/>
                  </a:schemeClr>
                </a:solidFill>
                <a:latin typeface="Poppins SemiBold" panose="00000700000000000000" pitchFamily="2" charset="0"/>
                <a:cs typeface="Poppins SemiBold" panose="00000700000000000000" pitchFamily="2" charset="0"/>
              </a:rPr>
              <a:t>nxp.com</a:t>
            </a:r>
          </a:p>
        </p:txBody>
      </p:sp>
      <p:sp>
        <p:nvSpPr>
          <p:cNvPr id="3" name="Text Placeholder 5">
            <a:extLst>
              <a:ext uri="{FF2B5EF4-FFF2-40B4-BE49-F238E27FC236}">
                <a16:creationId xmlns:a16="http://schemas.microsoft.com/office/drawing/2014/main" id="{4BD66F51-07B2-8F1A-36BF-9A36550A0381}"/>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tx1">
                    <a:lumMod val="75000"/>
                    <a:lumOff val="25000"/>
                  </a:schemeClr>
                </a:solidFill>
                <a:latin typeface="Poppins SemiBold" pitchFamily="2" charset="77"/>
                <a:cs typeface="Poppins SemiBold" pitchFamily="2" charset="77"/>
              </a:rPr>
              <a:t>|  Public  |  </a:t>
            </a:r>
            <a:r>
              <a:rPr lang="en-US" sz="800" b="0" i="0">
                <a:solidFill>
                  <a:schemeClr val="tx1">
                    <a:lumMod val="75000"/>
                    <a:lumOff val="25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tx1">
                    <a:lumMod val="75000"/>
                    <a:lumOff val="25000"/>
                  </a:schemeClr>
                </a:solidFill>
                <a:latin typeface="Poppins" panose="00000500000000000000" pitchFamily="2" charset="0"/>
                <a:cs typeface="Poppins" panose="00000500000000000000" pitchFamily="2" charset="0"/>
              </a:rPr>
            </a:br>
            <a:r>
              <a:rPr lang="en-US" sz="800" b="0" i="0">
                <a:solidFill>
                  <a:schemeClr val="tx1">
                    <a:lumMod val="75000"/>
                    <a:lumOff val="25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sp>
        <p:nvSpPr>
          <p:cNvPr id="14" name="Title 6">
            <a:extLst>
              <a:ext uri="{FF2B5EF4-FFF2-40B4-BE49-F238E27FC236}">
                <a16:creationId xmlns:a16="http://schemas.microsoft.com/office/drawing/2014/main" id="{AD22C40A-025C-3A65-C23E-81F44AD3D96E}"/>
              </a:ext>
            </a:extLst>
          </p:cNvPr>
          <p:cNvSpPr>
            <a:spLocks noGrp="1"/>
          </p:cNvSpPr>
          <p:nvPr>
            <p:ph type="title" hasCustomPrompt="1"/>
          </p:nvPr>
        </p:nvSpPr>
        <p:spPr>
          <a:xfrm>
            <a:off x="1342650" y="2122688"/>
            <a:ext cx="5122863" cy="1593836"/>
          </a:xfrm>
          <a:prstGeom prst="rect">
            <a:avLst/>
          </a:prstGeom>
        </p:spPr>
        <p:txBody>
          <a:bodyPr lIns="0" tIns="0" rIns="0" bIns="0" anchor="b"/>
          <a:lstStyle>
            <a:lvl1pPr>
              <a:lnSpc>
                <a:spcPct val="100000"/>
              </a:lnSpc>
              <a:defRPr lang="en-US" sz="4200" b="0" i="0" kern="1200" dirty="0">
                <a:solidFill>
                  <a:schemeClr val="tx2"/>
                </a:solidFill>
                <a:latin typeface="Poppins SemiBold" pitchFamily="2" charset="77"/>
                <a:ea typeface="+mn-ea"/>
                <a:cs typeface="Poppins SemiBold" pitchFamily="2" charset="77"/>
              </a:defRPr>
            </a:lvl1pPr>
          </a:lstStyle>
          <a:p>
            <a:r>
              <a:rPr lang="en-US"/>
              <a:t>Get in touch</a:t>
            </a:r>
          </a:p>
        </p:txBody>
      </p:sp>
      <p:sp>
        <p:nvSpPr>
          <p:cNvPr id="6" name="Text Placeholder 5">
            <a:extLst>
              <a:ext uri="{FF2B5EF4-FFF2-40B4-BE49-F238E27FC236}">
                <a16:creationId xmlns:a16="http://schemas.microsoft.com/office/drawing/2014/main" id="{D63AF13F-9AC9-D9C7-4132-82EBF52AEA75}"/>
              </a:ext>
            </a:extLst>
          </p:cNvPr>
          <p:cNvSpPr>
            <a:spLocks noGrp="1"/>
          </p:cNvSpPr>
          <p:nvPr>
            <p:ph type="body" sz="quarter" idx="22" hasCustomPrompt="1"/>
          </p:nvPr>
        </p:nvSpPr>
        <p:spPr>
          <a:xfrm>
            <a:off x="1342650" y="4184148"/>
            <a:ext cx="5122863" cy="423152"/>
          </a:xfrm>
          <a:prstGeom prst="rect">
            <a:avLst/>
          </a:prstGeom>
        </p:spPr>
        <p:txBody>
          <a:bodyPr lIns="0" tIns="0" rIns="0" bIns="0" anchor="b"/>
          <a:lstStyle>
            <a:lvl1pPr marL="0" indent="0">
              <a:lnSpc>
                <a:spcPct val="100000"/>
              </a:lnSpc>
              <a:spcBef>
                <a:spcPts val="600"/>
              </a:spcBef>
              <a:buNone/>
              <a:defRPr sz="2200" b="0">
                <a:solidFill>
                  <a:schemeClr val="tx1"/>
                </a:solidFill>
                <a:latin typeface="+mj-lt"/>
                <a:cs typeface="Poppins" panose="00000500000000000000" pitchFamily="2" charset="0"/>
              </a:defRPr>
            </a:lvl1pPr>
          </a:lstStyle>
          <a:p>
            <a:pPr lvl="0"/>
            <a:r>
              <a:rPr lang="en-US"/>
              <a:t>First name, Last name</a:t>
            </a:r>
          </a:p>
        </p:txBody>
      </p:sp>
      <p:sp>
        <p:nvSpPr>
          <p:cNvPr id="9" name="Text Placeholder 5">
            <a:extLst>
              <a:ext uri="{FF2B5EF4-FFF2-40B4-BE49-F238E27FC236}">
                <a16:creationId xmlns:a16="http://schemas.microsoft.com/office/drawing/2014/main" id="{2507C134-47D6-3A51-C496-34B2B2CFCF76}"/>
              </a:ext>
            </a:extLst>
          </p:cNvPr>
          <p:cNvSpPr>
            <a:spLocks noGrp="1"/>
          </p:cNvSpPr>
          <p:nvPr>
            <p:ph type="body" sz="quarter" idx="23" hasCustomPrompt="1"/>
          </p:nvPr>
        </p:nvSpPr>
        <p:spPr>
          <a:xfrm>
            <a:off x="1342650" y="4685635"/>
            <a:ext cx="5122863" cy="531824"/>
          </a:xfrm>
          <a:prstGeom prst="rect">
            <a:avLst/>
          </a:prstGeom>
        </p:spPr>
        <p:txBody>
          <a:bodyPr lIns="0" tIns="0" rIns="0" bIns="0" anchor="t"/>
          <a:lstStyle>
            <a:lvl1pPr marL="0" indent="0">
              <a:lnSpc>
                <a:spcPct val="100000"/>
              </a:lnSpc>
              <a:spcBef>
                <a:spcPts val="300"/>
              </a:spcBef>
              <a:buNone/>
              <a:defRPr sz="1400" b="0">
                <a:solidFill>
                  <a:schemeClr val="tx1"/>
                </a:solidFill>
                <a:latin typeface="+mn-lt"/>
                <a:cs typeface="Poppins" panose="00000500000000000000" pitchFamily="2" charset="0"/>
              </a:defRPr>
            </a:lvl1pPr>
          </a:lstStyle>
          <a:p>
            <a:pPr lvl="0"/>
            <a:r>
              <a:rPr lang="en-US"/>
              <a:t>email@nxp.com</a:t>
            </a:r>
          </a:p>
          <a:p>
            <a:pPr lvl="0"/>
            <a:r>
              <a:rPr lang="en-US"/>
              <a:t>+00 000 000</a:t>
            </a:r>
          </a:p>
        </p:txBody>
      </p:sp>
      <p:grpSp>
        <p:nvGrpSpPr>
          <p:cNvPr id="10" name="Group 9">
            <a:extLst>
              <a:ext uri="{FF2B5EF4-FFF2-40B4-BE49-F238E27FC236}">
                <a16:creationId xmlns:a16="http://schemas.microsoft.com/office/drawing/2014/main" id="{85EC22B7-AC50-3533-ED12-C2CA0A67E113}"/>
              </a:ext>
            </a:extLst>
          </p:cNvPr>
          <p:cNvGrpSpPr/>
          <p:nvPr userDrawn="1"/>
        </p:nvGrpSpPr>
        <p:grpSpPr>
          <a:xfrm>
            <a:off x="532238" y="532263"/>
            <a:ext cx="1522954" cy="515204"/>
            <a:chOff x="532238" y="532263"/>
            <a:chExt cx="1522954" cy="515204"/>
          </a:xfrm>
        </p:grpSpPr>
        <p:sp>
          <p:nvSpPr>
            <p:cNvPr id="11" name="Freeform: Shape 10">
              <a:extLst>
                <a:ext uri="{FF2B5EF4-FFF2-40B4-BE49-F238E27FC236}">
                  <a16:creationId xmlns:a16="http://schemas.microsoft.com/office/drawing/2014/main" id="{BF54202B-6604-81FD-EFD4-BD64CAFE0D1D}"/>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15" name="Freeform: Shape 14">
              <a:extLst>
                <a:ext uri="{FF2B5EF4-FFF2-40B4-BE49-F238E27FC236}">
                  <a16:creationId xmlns:a16="http://schemas.microsoft.com/office/drawing/2014/main" id="{81BFDC21-8E21-AA5D-658E-54E8B310028F}"/>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6" name="Freeform: Shape 15">
              <a:extLst>
                <a:ext uri="{FF2B5EF4-FFF2-40B4-BE49-F238E27FC236}">
                  <a16:creationId xmlns:a16="http://schemas.microsoft.com/office/drawing/2014/main" id="{69209123-D416-9ED3-EDB4-22B8716724A4}"/>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grpSp>
        <p:nvGrpSpPr>
          <p:cNvPr id="542" name="Group 541">
            <a:extLst>
              <a:ext uri="{FF2B5EF4-FFF2-40B4-BE49-F238E27FC236}">
                <a16:creationId xmlns:a16="http://schemas.microsoft.com/office/drawing/2014/main" id="{6A53357D-FBFD-3576-4D82-C43A46D6F22E}"/>
              </a:ext>
            </a:extLst>
          </p:cNvPr>
          <p:cNvGrpSpPr/>
          <p:nvPr userDrawn="1"/>
        </p:nvGrpSpPr>
        <p:grpSpPr>
          <a:xfrm>
            <a:off x="6473825" y="1"/>
            <a:ext cx="5818893" cy="6866964"/>
            <a:chOff x="6473825" y="1"/>
            <a:chExt cx="5818893" cy="6866964"/>
          </a:xfrm>
        </p:grpSpPr>
        <p:sp>
          <p:nvSpPr>
            <p:cNvPr id="543" name="Rectangle 261">
              <a:extLst>
                <a:ext uri="{FF2B5EF4-FFF2-40B4-BE49-F238E27FC236}">
                  <a16:creationId xmlns:a16="http://schemas.microsoft.com/office/drawing/2014/main" id="{B26EC4DC-8AD7-D9F6-2780-F2AE60E035FE}"/>
                </a:ext>
              </a:extLst>
            </p:cNvPr>
            <p:cNvSpPr/>
            <p:nvPr userDrawn="1"/>
          </p:nvSpPr>
          <p:spPr>
            <a:xfrm>
              <a:off x="8319247" y="1"/>
              <a:ext cx="2498165" cy="3446946"/>
            </a:xfrm>
            <a:custGeom>
              <a:avLst/>
              <a:gdLst>
                <a:gd name="connsiteX0" fmla="*/ 0 w 723153"/>
                <a:gd name="connsiteY0" fmla="*/ 0 h 328706"/>
                <a:gd name="connsiteX1" fmla="*/ 723153 w 723153"/>
                <a:gd name="connsiteY1" fmla="*/ 0 h 328706"/>
                <a:gd name="connsiteX2" fmla="*/ 723153 w 723153"/>
                <a:gd name="connsiteY2" fmla="*/ 328706 h 328706"/>
                <a:gd name="connsiteX3" fmla="*/ 0 w 723153"/>
                <a:gd name="connsiteY3" fmla="*/ 328706 h 328706"/>
                <a:gd name="connsiteX4" fmla="*/ 0 w 723153"/>
                <a:gd name="connsiteY4" fmla="*/ 0 h 328706"/>
                <a:gd name="connsiteX0" fmla="*/ 1775012 w 2498165"/>
                <a:gd name="connsiteY0" fmla="*/ 0 h 3442447"/>
                <a:gd name="connsiteX1" fmla="*/ 2498165 w 2498165"/>
                <a:gd name="connsiteY1" fmla="*/ 0 h 3442447"/>
                <a:gd name="connsiteX2" fmla="*/ 2498165 w 2498165"/>
                <a:gd name="connsiteY2" fmla="*/ 328706 h 3442447"/>
                <a:gd name="connsiteX3" fmla="*/ 0 w 2498165"/>
                <a:gd name="connsiteY3" fmla="*/ 3442447 h 3442447"/>
                <a:gd name="connsiteX4" fmla="*/ 1775012 w 2498165"/>
                <a:gd name="connsiteY4" fmla="*/ 0 h 3442447"/>
                <a:gd name="connsiteX0" fmla="*/ 1775012 w 2498165"/>
                <a:gd name="connsiteY0" fmla="*/ 0 h 3442447"/>
                <a:gd name="connsiteX1" fmla="*/ 2498165 w 2498165"/>
                <a:gd name="connsiteY1" fmla="*/ 0 h 3442447"/>
                <a:gd name="connsiteX2" fmla="*/ 0 w 2498165"/>
                <a:gd name="connsiteY2" fmla="*/ 3442447 h 3442447"/>
                <a:gd name="connsiteX3" fmla="*/ 1775012 w 2498165"/>
                <a:gd name="connsiteY3" fmla="*/ 0 h 3442447"/>
              </a:gdLst>
              <a:ahLst/>
              <a:cxnLst>
                <a:cxn ang="0">
                  <a:pos x="connsiteX0" y="connsiteY0"/>
                </a:cxn>
                <a:cxn ang="0">
                  <a:pos x="connsiteX1" y="connsiteY1"/>
                </a:cxn>
                <a:cxn ang="0">
                  <a:pos x="connsiteX2" y="connsiteY2"/>
                </a:cxn>
                <a:cxn ang="0">
                  <a:pos x="connsiteX3" y="connsiteY3"/>
                </a:cxn>
              </a:cxnLst>
              <a:rect l="l" t="t" r="r" b="b"/>
              <a:pathLst>
                <a:path w="2498165" h="3442447">
                  <a:moveTo>
                    <a:pt x="1775012" y="0"/>
                  </a:moveTo>
                  <a:lnTo>
                    <a:pt x="2498165" y="0"/>
                  </a:lnTo>
                  <a:lnTo>
                    <a:pt x="0" y="3442447"/>
                  </a:lnTo>
                  <a:lnTo>
                    <a:pt x="1775012" y="0"/>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544" name="Rectangle 260">
              <a:extLst>
                <a:ext uri="{FF2B5EF4-FFF2-40B4-BE49-F238E27FC236}">
                  <a16:creationId xmlns:a16="http://schemas.microsoft.com/office/drawing/2014/main" id="{DDF80EDE-CC24-05E3-6B51-3E37E4FDEE86}"/>
                </a:ext>
              </a:extLst>
            </p:cNvPr>
            <p:cNvSpPr/>
            <p:nvPr userDrawn="1"/>
          </p:nvSpPr>
          <p:spPr>
            <a:xfrm>
              <a:off x="7129929" y="1"/>
              <a:ext cx="1176282" cy="3464900"/>
            </a:xfrm>
            <a:custGeom>
              <a:avLst/>
              <a:gdLst>
                <a:gd name="connsiteX0" fmla="*/ 0 w 644376"/>
                <a:gd name="connsiteY0" fmla="*/ 0 h 1392518"/>
                <a:gd name="connsiteX1" fmla="*/ 644376 w 644376"/>
                <a:gd name="connsiteY1" fmla="*/ 0 h 1392518"/>
                <a:gd name="connsiteX2" fmla="*/ 644376 w 644376"/>
                <a:gd name="connsiteY2" fmla="*/ 1392518 h 1392518"/>
                <a:gd name="connsiteX3" fmla="*/ 0 w 644376"/>
                <a:gd name="connsiteY3" fmla="*/ 1392518 h 1392518"/>
                <a:gd name="connsiteX4" fmla="*/ 0 w 644376"/>
                <a:gd name="connsiteY4" fmla="*/ 0 h 1392518"/>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1392518 h 3460377"/>
                <a:gd name="connsiteX4" fmla="*/ 0 w 1176282"/>
                <a:gd name="connsiteY4" fmla="*/ 0 h 3460377"/>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0 h 3460377"/>
              </a:gdLst>
              <a:ahLst/>
              <a:cxnLst>
                <a:cxn ang="0">
                  <a:pos x="connsiteX0" y="connsiteY0"/>
                </a:cxn>
                <a:cxn ang="0">
                  <a:pos x="connsiteX1" y="connsiteY1"/>
                </a:cxn>
                <a:cxn ang="0">
                  <a:pos x="connsiteX2" y="connsiteY2"/>
                </a:cxn>
                <a:cxn ang="0">
                  <a:pos x="connsiteX3" y="connsiteY3"/>
                </a:cxn>
              </a:cxnLst>
              <a:rect l="l" t="t" r="r" b="b"/>
              <a:pathLst>
                <a:path w="1176282" h="3460377">
                  <a:moveTo>
                    <a:pt x="0" y="0"/>
                  </a:moveTo>
                  <a:lnTo>
                    <a:pt x="644376" y="0"/>
                  </a:lnTo>
                  <a:lnTo>
                    <a:pt x="1176282" y="3460377"/>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545" name="Rectangle 259">
              <a:extLst>
                <a:ext uri="{FF2B5EF4-FFF2-40B4-BE49-F238E27FC236}">
                  <a16:creationId xmlns:a16="http://schemas.microsoft.com/office/drawing/2014/main" id="{55A4D127-B57F-7E40-EE1F-DFC12FC49113}"/>
                </a:ext>
              </a:extLst>
            </p:cNvPr>
            <p:cNvSpPr/>
            <p:nvPr userDrawn="1"/>
          </p:nvSpPr>
          <p:spPr>
            <a:xfrm>
              <a:off x="8331201" y="3535753"/>
              <a:ext cx="3762468" cy="3331212"/>
            </a:xfrm>
            <a:custGeom>
              <a:avLst/>
              <a:gdLst>
                <a:gd name="connsiteX0" fmla="*/ 0 w 792163"/>
                <a:gd name="connsiteY0" fmla="*/ 0 h 786864"/>
                <a:gd name="connsiteX1" fmla="*/ 792163 w 792163"/>
                <a:gd name="connsiteY1" fmla="*/ 0 h 786864"/>
                <a:gd name="connsiteX2" fmla="*/ 792163 w 792163"/>
                <a:gd name="connsiteY2" fmla="*/ 786864 h 786864"/>
                <a:gd name="connsiteX3" fmla="*/ 0 w 792163"/>
                <a:gd name="connsiteY3" fmla="*/ 786864 h 786864"/>
                <a:gd name="connsiteX4" fmla="*/ 0 w 792163"/>
                <a:gd name="connsiteY4" fmla="*/ 0 h 786864"/>
                <a:gd name="connsiteX0" fmla="*/ 0 w 3762468"/>
                <a:gd name="connsiteY0" fmla="*/ 0 h 3326864"/>
                <a:gd name="connsiteX1" fmla="*/ 3762468 w 3762468"/>
                <a:gd name="connsiteY1" fmla="*/ 2540000 h 3326864"/>
                <a:gd name="connsiteX2" fmla="*/ 3762468 w 3762468"/>
                <a:gd name="connsiteY2" fmla="*/ 3326864 h 3326864"/>
                <a:gd name="connsiteX3" fmla="*/ 2970305 w 3762468"/>
                <a:gd name="connsiteY3" fmla="*/ 3326864 h 3326864"/>
                <a:gd name="connsiteX4" fmla="*/ 0 w 3762468"/>
                <a:gd name="connsiteY4" fmla="*/ 0 h 3326864"/>
                <a:gd name="connsiteX0" fmla="*/ 0 w 3762468"/>
                <a:gd name="connsiteY0" fmla="*/ 0 h 3326864"/>
                <a:gd name="connsiteX1" fmla="*/ 3744539 w 3762468"/>
                <a:gd name="connsiteY1" fmla="*/ 3036047 h 3326864"/>
                <a:gd name="connsiteX2" fmla="*/ 3762468 w 3762468"/>
                <a:gd name="connsiteY2" fmla="*/ 3326864 h 3326864"/>
                <a:gd name="connsiteX3" fmla="*/ 2970305 w 3762468"/>
                <a:gd name="connsiteY3" fmla="*/ 3326864 h 3326864"/>
                <a:gd name="connsiteX4" fmla="*/ 0 w 3762468"/>
                <a:gd name="connsiteY4" fmla="*/ 0 h 332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468" h="3326864">
                  <a:moveTo>
                    <a:pt x="0" y="0"/>
                  </a:moveTo>
                  <a:lnTo>
                    <a:pt x="3744539" y="3036047"/>
                  </a:lnTo>
                  <a:lnTo>
                    <a:pt x="3762468" y="3326864"/>
                  </a:lnTo>
                  <a:lnTo>
                    <a:pt x="2970305" y="3326864"/>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546" name="Freeform: Shape 545">
              <a:extLst>
                <a:ext uri="{FF2B5EF4-FFF2-40B4-BE49-F238E27FC236}">
                  <a16:creationId xmlns:a16="http://schemas.microsoft.com/office/drawing/2014/main" id="{6FA44955-B0B9-6561-885D-7FAC1CB018FE}"/>
                </a:ext>
              </a:extLst>
            </p:cNvPr>
            <p:cNvSpPr/>
            <p:nvPr userDrawn="1"/>
          </p:nvSpPr>
          <p:spPr>
            <a:xfrm>
              <a:off x="8189844" y="3527033"/>
              <a:ext cx="747423" cy="3339931"/>
            </a:xfrm>
            <a:custGeom>
              <a:avLst/>
              <a:gdLst>
                <a:gd name="connsiteX0" fmla="*/ 115294 w 747423"/>
                <a:gd name="connsiteY0" fmla="*/ 0 h 3319669"/>
                <a:gd name="connsiteX1" fmla="*/ 0 w 747423"/>
                <a:gd name="connsiteY1" fmla="*/ 3319669 h 3319669"/>
                <a:gd name="connsiteX2" fmla="*/ 747423 w 747423"/>
                <a:gd name="connsiteY2" fmla="*/ 3319669 h 3319669"/>
                <a:gd name="connsiteX3" fmla="*/ 115294 w 747423"/>
                <a:gd name="connsiteY3" fmla="*/ 0 h 3319669"/>
              </a:gdLst>
              <a:ahLst/>
              <a:cxnLst>
                <a:cxn ang="0">
                  <a:pos x="connsiteX0" y="connsiteY0"/>
                </a:cxn>
                <a:cxn ang="0">
                  <a:pos x="connsiteX1" y="connsiteY1"/>
                </a:cxn>
                <a:cxn ang="0">
                  <a:pos x="connsiteX2" y="connsiteY2"/>
                </a:cxn>
                <a:cxn ang="0">
                  <a:pos x="connsiteX3" y="connsiteY3"/>
                </a:cxn>
              </a:cxnLst>
              <a:rect l="l" t="t" r="r" b="b"/>
              <a:pathLst>
                <a:path w="747423" h="3319669">
                  <a:moveTo>
                    <a:pt x="115294" y="0"/>
                  </a:moveTo>
                  <a:lnTo>
                    <a:pt x="0" y="3319669"/>
                  </a:lnTo>
                  <a:lnTo>
                    <a:pt x="747423" y="3319669"/>
                  </a:lnTo>
                  <a:lnTo>
                    <a:pt x="115294"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547" name="Isosceles Triangle 724">
              <a:extLst>
                <a:ext uri="{FF2B5EF4-FFF2-40B4-BE49-F238E27FC236}">
                  <a16:creationId xmlns:a16="http://schemas.microsoft.com/office/drawing/2014/main" id="{72F55682-DBB6-D123-D1F7-14B8CF7BEE83}"/>
                </a:ext>
              </a:extLst>
            </p:cNvPr>
            <p:cNvSpPr/>
            <p:nvPr userDrawn="1"/>
          </p:nvSpPr>
          <p:spPr>
            <a:xfrm>
              <a:off x="8300084" y="3532015"/>
              <a:ext cx="126740" cy="3334947"/>
            </a:xfrm>
            <a:custGeom>
              <a:avLst/>
              <a:gdLst>
                <a:gd name="connsiteX0" fmla="*/ 0 w 126740"/>
                <a:gd name="connsiteY0" fmla="*/ 3361690 h 3361690"/>
                <a:gd name="connsiteX1" fmla="*/ 63370 w 126740"/>
                <a:gd name="connsiteY1" fmla="*/ 0 h 3361690"/>
                <a:gd name="connsiteX2" fmla="*/ 126740 w 126740"/>
                <a:gd name="connsiteY2" fmla="*/ 3361690 h 3361690"/>
                <a:gd name="connsiteX3" fmla="*/ 0 w 126740"/>
                <a:gd name="connsiteY3" fmla="*/ 3361690 h 3361690"/>
                <a:gd name="connsiteX0" fmla="*/ 0 w 126740"/>
                <a:gd name="connsiteY0" fmla="*/ 3325831 h 3325831"/>
                <a:gd name="connsiteX1" fmla="*/ 27511 w 126740"/>
                <a:gd name="connsiteY1" fmla="*/ 0 h 3325831"/>
                <a:gd name="connsiteX2" fmla="*/ 126740 w 126740"/>
                <a:gd name="connsiteY2" fmla="*/ 3325831 h 3325831"/>
                <a:gd name="connsiteX3" fmla="*/ 0 w 126740"/>
                <a:gd name="connsiteY3" fmla="*/ 3325831 h 3325831"/>
                <a:gd name="connsiteX0" fmla="*/ 0 w 126740"/>
                <a:gd name="connsiteY0" fmla="*/ 3330594 h 3330594"/>
                <a:gd name="connsiteX1" fmla="*/ 1318 w 126740"/>
                <a:gd name="connsiteY1" fmla="*/ 0 h 3330594"/>
                <a:gd name="connsiteX2" fmla="*/ 126740 w 126740"/>
                <a:gd name="connsiteY2" fmla="*/ 3330594 h 3330594"/>
                <a:gd name="connsiteX3" fmla="*/ 0 w 126740"/>
                <a:gd name="connsiteY3" fmla="*/ 3330594 h 3330594"/>
              </a:gdLst>
              <a:ahLst/>
              <a:cxnLst>
                <a:cxn ang="0">
                  <a:pos x="connsiteX0" y="connsiteY0"/>
                </a:cxn>
                <a:cxn ang="0">
                  <a:pos x="connsiteX1" y="connsiteY1"/>
                </a:cxn>
                <a:cxn ang="0">
                  <a:pos x="connsiteX2" y="connsiteY2"/>
                </a:cxn>
                <a:cxn ang="0">
                  <a:pos x="connsiteX3" y="connsiteY3"/>
                </a:cxn>
              </a:cxnLst>
              <a:rect l="l" t="t" r="r" b="b"/>
              <a:pathLst>
                <a:path w="126740" h="3330594">
                  <a:moveTo>
                    <a:pt x="0" y="3330594"/>
                  </a:moveTo>
                  <a:cubicBezTo>
                    <a:pt x="439" y="2220396"/>
                    <a:pt x="879" y="1110198"/>
                    <a:pt x="1318" y="0"/>
                  </a:cubicBezTo>
                  <a:lnTo>
                    <a:pt x="126740" y="3330594"/>
                  </a:lnTo>
                  <a:lnTo>
                    <a:pt x="0" y="3330594"/>
                  </a:lnTo>
                  <a:close/>
                </a:path>
              </a:pathLst>
            </a:custGeom>
            <a:solidFill>
              <a:srgbClr val="F8AC15"/>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548" name="Isosceles Triangle 721">
              <a:extLst>
                <a:ext uri="{FF2B5EF4-FFF2-40B4-BE49-F238E27FC236}">
                  <a16:creationId xmlns:a16="http://schemas.microsoft.com/office/drawing/2014/main" id="{5AF07073-E310-EB88-3C43-97465922C8EA}"/>
                </a:ext>
              </a:extLst>
            </p:cNvPr>
            <p:cNvSpPr/>
            <p:nvPr userDrawn="1"/>
          </p:nvSpPr>
          <p:spPr>
            <a:xfrm rot="10800000">
              <a:off x="8326958" y="2"/>
              <a:ext cx="1112912" cy="3452931"/>
            </a:xfrm>
            <a:custGeom>
              <a:avLst/>
              <a:gdLst>
                <a:gd name="connsiteX0" fmla="*/ 0 w 659990"/>
                <a:gd name="connsiteY0" fmla="*/ 2946400 h 2946400"/>
                <a:gd name="connsiteX1" fmla="*/ 329995 w 659990"/>
                <a:gd name="connsiteY1" fmla="*/ 0 h 2946400"/>
                <a:gd name="connsiteX2" fmla="*/ 659990 w 659990"/>
                <a:gd name="connsiteY2" fmla="*/ 2946400 h 2946400"/>
                <a:gd name="connsiteX3" fmla="*/ 0 w 659990"/>
                <a:gd name="connsiteY3" fmla="*/ 2946400 h 2946400"/>
                <a:gd name="connsiteX0" fmla="*/ 0 w 682606"/>
                <a:gd name="connsiteY0" fmla="*/ 3442447 h 3442447"/>
                <a:gd name="connsiteX1" fmla="*/ 682606 w 682606"/>
                <a:gd name="connsiteY1" fmla="*/ 0 h 3442447"/>
                <a:gd name="connsiteX2" fmla="*/ 659990 w 682606"/>
                <a:gd name="connsiteY2" fmla="*/ 3442447 h 3442447"/>
                <a:gd name="connsiteX3" fmla="*/ 0 w 682606"/>
                <a:gd name="connsiteY3" fmla="*/ 3442447 h 3442447"/>
                <a:gd name="connsiteX0" fmla="*/ 0 w 682606"/>
                <a:gd name="connsiteY0" fmla="*/ 3442447 h 3442447"/>
                <a:gd name="connsiteX1" fmla="*/ 682606 w 682606"/>
                <a:gd name="connsiteY1" fmla="*/ 0 h 3442447"/>
                <a:gd name="connsiteX2" fmla="*/ 361166 w 682606"/>
                <a:gd name="connsiteY2" fmla="*/ 3442447 h 3442447"/>
                <a:gd name="connsiteX3" fmla="*/ 0 w 682606"/>
                <a:gd name="connsiteY3" fmla="*/ 3442447 h 3442447"/>
                <a:gd name="connsiteX0" fmla="*/ 0 w 1112912"/>
                <a:gd name="connsiteY0" fmla="*/ 3448424 h 3448424"/>
                <a:gd name="connsiteX1" fmla="*/ 1112912 w 1112912"/>
                <a:gd name="connsiteY1" fmla="*/ 0 h 3448424"/>
                <a:gd name="connsiteX2" fmla="*/ 361166 w 1112912"/>
                <a:gd name="connsiteY2" fmla="*/ 3448424 h 3448424"/>
                <a:gd name="connsiteX3" fmla="*/ 0 w 1112912"/>
                <a:gd name="connsiteY3" fmla="*/ 3448424 h 3448424"/>
              </a:gdLst>
              <a:ahLst/>
              <a:cxnLst>
                <a:cxn ang="0">
                  <a:pos x="connsiteX0" y="connsiteY0"/>
                </a:cxn>
                <a:cxn ang="0">
                  <a:pos x="connsiteX1" y="connsiteY1"/>
                </a:cxn>
                <a:cxn ang="0">
                  <a:pos x="connsiteX2" y="connsiteY2"/>
                </a:cxn>
                <a:cxn ang="0">
                  <a:pos x="connsiteX3" y="connsiteY3"/>
                </a:cxn>
              </a:cxnLst>
              <a:rect l="l" t="t" r="r" b="b"/>
              <a:pathLst>
                <a:path w="1112912" h="3448424">
                  <a:moveTo>
                    <a:pt x="0" y="3448424"/>
                  </a:moveTo>
                  <a:lnTo>
                    <a:pt x="1112912" y="0"/>
                  </a:lnTo>
                  <a:lnTo>
                    <a:pt x="361166" y="3448424"/>
                  </a:lnTo>
                  <a:lnTo>
                    <a:pt x="0" y="3448424"/>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nvGrpSpPr>
            <p:cNvPr id="549" name="Group 548">
              <a:extLst>
                <a:ext uri="{FF2B5EF4-FFF2-40B4-BE49-F238E27FC236}">
                  <a16:creationId xmlns:a16="http://schemas.microsoft.com/office/drawing/2014/main" id="{09F4899F-5F33-7774-3B76-4F39365788C0}"/>
                </a:ext>
              </a:extLst>
            </p:cNvPr>
            <p:cNvGrpSpPr/>
            <p:nvPr userDrawn="1"/>
          </p:nvGrpSpPr>
          <p:grpSpPr>
            <a:xfrm>
              <a:off x="6473825" y="1"/>
              <a:ext cx="5818893" cy="6866963"/>
              <a:chOff x="6473825" y="0"/>
              <a:chExt cx="5818893" cy="6858000"/>
            </a:xfrm>
          </p:grpSpPr>
          <p:sp>
            <p:nvSpPr>
              <p:cNvPr id="550" name="Freeform: Shape 549">
                <a:extLst>
                  <a:ext uri="{FF2B5EF4-FFF2-40B4-BE49-F238E27FC236}">
                    <a16:creationId xmlns:a16="http://schemas.microsoft.com/office/drawing/2014/main" id="{0EE07984-9ADC-71CB-D91E-B039EF784B0C}"/>
                  </a:ext>
                </a:extLst>
              </p:cNvPr>
              <p:cNvSpPr/>
              <p:nvPr/>
            </p:nvSpPr>
            <p:spPr>
              <a:xfrm>
                <a:off x="8300084" y="3496309"/>
                <a:ext cx="1438592" cy="3361690"/>
              </a:xfrm>
              <a:custGeom>
                <a:avLst/>
                <a:gdLst>
                  <a:gd name="connsiteX0" fmla="*/ 1438593 w 1438592"/>
                  <a:gd name="connsiteY0" fmla="*/ 3361690 h 3361690"/>
                  <a:gd name="connsiteX1" fmla="*/ 0 w 1438592"/>
                  <a:gd name="connsiteY1" fmla="*/ 0 h 3361690"/>
                  <a:gd name="connsiteX2" fmla="*/ 530543 w 1438592"/>
                  <a:gd name="connsiteY2" fmla="*/ 3361690 h 3361690"/>
                  <a:gd name="connsiteX3" fmla="*/ 1438593 w 143859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1438592" h="3361690">
                    <a:moveTo>
                      <a:pt x="1438593" y="3361690"/>
                    </a:moveTo>
                    <a:lnTo>
                      <a:pt x="0" y="0"/>
                    </a:lnTo>
                    <a:lnTo>
                      <a:pt x="530543" y="3361690"/>
                    </a:lnTo>
                    <a:lnTo>
                      <a:pt x="1438593" y="3361690"/>
                    </a:lnTo>
                    <a:close/>
                  </a:path>
                </a:pathLst>
              </a:custGeom>
              <a:solidFill>
                <a:srgbClr val="FF9A00"/>
              </a:solidFill>
              <a:ln w="3175" cap="flat">
                <a:noFill/>
                <a:prstDash val="solid"/>
                <a:miter/>
              </a:ln>
            </p:spPr>
            <p:txBody>
              <a:bodyPr rtlCol="0" anchor="ctr"/>
              <a:lstStyle/>
              <a:p>
                <a:endParaRPr lang="en-US"/>
              </a:p>
            </p:txBody>
          </p:sp>
          <p:sp>
            <p:nvSpPr>
              <p:cNvPr id="551" name="Freeform: Shape 550">
                <a:extLst>
                  <a:ext uri="{FF2B5EF4-FFF2-40B4-BE49-F238E27FC236}">
                    <a16:creationId xmlns:a16="http://schemas.microsoft.com/office/drawing/2014/main" id="{62F70EBA-43A4-43E0-B698-C8CD3A6B6E7C}"/>
                  </a:ext>
                </a:extLst>
              </p:cNvPr>
              <p:cNvSpPr/>
              <p:nvPr/>
            </p:nvSpPr>
            <p:spPr>
              <a:xfrm>
                <a:off x="8300084" y="3496309"/>
                <a:ext cx="2147570" cy="3361690"/>
              </a:xfrm>
              <a:custGeom>
                <a:avLst/>
                <a:gdLst>
                  <a:gd name="connsiteX0" fmla="*/ 2147571 w 2147570"/>
                  <a:gd name="connsiteY0" fmla="*/ 3361690 h 3361690"/>
                  <a:gd name="connsiteX1" fmla="*/ 0 w 2147570"/>
                  <a:gd name="connsiteY1" fmla="*/ 0 h 3361690"/>
                  <a:gd name="connsiteX2" fmla="*/ 1438593 w 2147570"/>
                  <a:gd name="connsiteY2" fmla="*/ 3361690 h 3361690"/>
                  <a:gd name="connsiteX3" fmla="*/ 2147571 w 2147570"/>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147570" h="3361690">
                    <a:moveTo>
                      <a:pt x="2147571" y="3361690"/>
                    </a:moveTo>
                    <a:lnTo>
                      <a:pt x="0" y="0"/>
                    </a:lnTo>
                    <a:lnTo>
                      <a:pt x="1438593" y="3361690"/>
                    </a:lnTo>
                    <a:lnTo>
                      <a:pt x="2147571" y="3361690"/>
                    </a:lnTo>
                    <a:close/>
                  </a:path>
                </a:pathLst>
              </a:custGeom>
              <a:solidFill>
                <a:srgbClr val="FFDD1F"/>
              </a:solidFill>
              <a:ln w="3175" cap="flat">
                <a:noFill/>
                <a:prstDash val="solid"/>
                <a:miter/>
              </a:ln>
            </p:spPr>
            <p:txBody>
              <a:bodyPr rtlCol="0" anchor="ctr"/>
              <a:lstStyle/>
              <a:p>
                <a:endParaRPr lang="en-US"/>
              </a:p>
            </p:txBody>
          </p:sp>
          <p:sp>
            <p:nvSpPr>
              <p:cNvPr id="552" name="Freeform: Shape 551">
                <a:extLst>
                  <a:ext uri="{FF2B5EF4-FFF2-40B4-BE49-F238E27FC236}">
                    <a16:creationId xmlns:a16="http://schemas.microsoft.com/office/drawing/2014/main" id="{12BBE7EB-1A2D-94D4-69C9-2959A1FA99F2}"/>
                  </a:ext>
                </a:extLst>
              </p:cNvPr>
              <p:cNvSpPr/>
              <p:nvPr/>
            </p:nvSpPr>
            <p:spPr>
              <a:xfrm>
                <a:off x="8300084" y="3496309"/>
                <a:ext cx="530542" cy="3361690"/>
              </a:xfrm>
              <a:custGeom>
                <a:avLst/>
                <a:gdLst>
                  <a:gd name="connsiteX0" fmla="*/ 530543 w 530542"/>
                  <a:gd name="connsiteY0" fmla="*/ 3361690 h 3361690"/>
                  <a:gd name="connsiteX1" fmla="*/ 0 w 530542"/>
                  <a:gd name="connsiteY1" fmla="*/ 0 h 3361690"/>
                  <a:gd name="connsiteX2" fmla="*/ 240983 w 530542"/>
                  <a:gd name="connsiteY2" fmla="*/ 3361690 h 3361690"/>
                  <a:gd name="connsiteX3" fmla="*/ 530543 w 53054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530542" h="3361690">
                    <a:moveTo>
                      <a:pt x="530543" y="3361690"/>
                    </a:moveTo>
                    <a:lnTo>
                      <a:pt x="0" y="0"/>
                    </a:lnTo>
                    <a:lnTo>
                      <a:pt x="240983" y="3361690"/>
                    </a:lnTo>
                    <a:lnTo>
                      <a:pt x="530543" y="3361690"/>
                    </a:lnTo>
                    <a:close/>
                  </a:path>
                </a:pathLst>
              </a:custGeom>
              <a:solidFill>
                <a:srgbClr val="FFB000"/>
              </a:solidFill>
              <a:ln w="3175" cap="flat">
                <a:noFill/>
                <a:prstDash val="solid"/>
                <a:miter/>
              </a:ln>
            </p:spPr>
            <p:txBody>
              <a:bodyPr rtlCol="0" anchor="ctr"/>
              <a:lstStyle/>
              <a:p>
                <a:endParaRPr lang="en-US"/>
              </a:p>
            </p:txBody>
          </p:sp>
          <p:sp>
            <p:nvSpPr>
              <p:cNvPr id="553" name="Freeform: Shape 552">
                <a:extLst>
                  <a:ext uri="{FF2B5EF4-FFF2-40B4-BE49-F238E27FC236}">
                    <a16:creationId xmlns:a16="http://schemas.microsoft.com/office/drawing/2014/main" id="{289BA457-E500-D870-9DD0-DC56A9775A15}"/>
                  </a:ext>
                </a:extLst>
              </p:cNvPr>
              <p:cNvSpPr/>
              <p:nvPr/>
            </p:nvSpPr>
            <p:spPr>
              <a:xfrm>
                <a:off x="8300084" y="3496309"/>
                <a:ext cx="240982" cy="3361690"/>
              </a:xfrm>
              <a:custGeom>
                <a:avLst/>
                <a:gdLst>
                  <a:gd name="connsiteX0" fmla="*/ 240983 w 240982"/>
                  <a:gd name="connsiteY0" fmla="*/ 3361690 h 3361690"/>
                  <a:gd name="connsiteX1" fmla="*/ 0 w 240982"/>
                  <a:gd name="connsiteY1" fmla="*/ 0 h 3361690"/>
                  <a:gd name="connsiteX2" fmla="*/ 58420 w 240982"/>
                  <a:gd name="connsiteY2" fmla="*/ 3361690 h 3361690"/>
                  <a:gd name="connsiteX3" fmla="*/ 240983 w 24098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40982" h="3361690">
                    <a:moveTo>
                      <a:pt x="240983" y="3361690"/>
                    </a:moveTo>
                    <a:lnTo>
                      <a:pt x="0" y="0"/>
                    </a:lnTo>
                    <a:lnTo>
                      <a:pt x="58420" y="3361690"/>
                    </a:lnTo>
                    <a:lnTo>
                      <a:pt x="240983" y="3361690"/>
                    </a:lnTo>
                    <a:close/>
                  </a:path>
                </a:pathLst>
              </a:custGeom>
              <a:solidFill>
                <a:srgbClr val="FF9100"/>
              </a:solidFill>
              <a:ln w="3175" cap="flat">
                <a:noFill/>
                <a:prstDash val="solid"/>
                <a:miter/>
              </a:ln>
            </p:spPr>
            <p:txBody>
              <a:bodyPr rtlCol="0" anchor="ctr"/>
              <a:lstStyle/>
              <a:p>
                <a:endParaRPr lang="en-US"/>
              </a:p>
            </p:txBody>
          </p:sp>
          <p:sp>
            <p:nvSpPr>
              <p:cNvPr id="554" name="Freeform: Shape 553">
                <a:extLst>
                  <a:ext uri="{FF2B5EF4-FFF2-40B4-BE49-F238E27FC236}">
                    <a16:creationId xmlns:a16="http://schemas.microsoft.com/office/drawing/2014/main" id="{6FF0E3EE-7DBC-057D-8F9B-2F9805BE146C}"/>
                  </a:ext>
                </a:extLst>
              </p:cNvPr>
              <p:cNvSpPr/>
              <p:nvPr/>
            </p:nvSpPr>
            <p:spPr>
              <a:xfrm>
                <a:off x="7504747" y="3496309"/>
                <a:ext cx="853757" cy="3361690"/>
              </a:xfrm>
              <a:custGeom>
                <a:avLst/>
                <a:gdLst>
                  <a:gd name="connsiteX0" fmla="*/ 853758 w 853757"/>
                  <a:gd name="connsiteY0" fmla="*/ 3361690 h 3361690"/>
                  <a:gd name="connsiteX1" fmla="*/ 795338 w 853757"/>
                  <a:gd name="connsiteY1" fmla="*/ 0 h 3361690"/>
                  <a:gd name="connsiteX2" fmla="*/ 0 w 853757"/>
                  <a:gd name="connsiteY2" fmla="*/ 3361690 h 3361690"/>
                  <a:gd name="connsiteX3" fmla="*/ 853758 w 853757"/>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853757" h="3361690">
                    <a:moveTo>
                      <a:pt x="853758" y="3361690"/>
                    </a:moveTo>
                    <a:lnTo>
                      <a:pt x="795338" y="0"/>
                    </a:lnTo>
                    <a:lnTo>
                      <a:pt x="0" y="3361690"/>
                    </a:lnTo>
                    <a:lnTo>
                      <a:pt x="853758" y="3361690"/>
                    </a:lnTo>
                    <a:close/>
                  </a:path>
                </a:pathLst>
              </a:custGeom>
              <a:gradFill>
                <a:gsLst>
                  <a:gs pos="0">
                    <a:srgbClr val="FF7400">
                      <a:alpha val="89804"/>
                    </a:srgbClr>
                  </a:gs>
                  <a:gs pos="20000">
                    <a:srgbClr val="FD7F04">
                      <a:alpha val="89804"/>
                    </a:srgbClr>
                  </a:gs>
                  <a:gs pos="70000">
                    <a:srgbClr val="F99E0F"/>
                  </a:gs>
                  <a:gs pos="100000">
                    <a:srgbClr val="F7B518"/>
                  </a:gs>
                </a:gsLst>
                <a:lin ang="0" scaled="1"/>
              </a:gradFill>
              <a:ln w="3175" cap="flat">
                <a:noFill/>
                <a:prstDash val="solid"/>
                <a:miter/>
              </a:ln>
            </p:spPr>
            <p:txBody>
              <a:bodyPr rtlCol="0" anchor="ctr"/>
              <a:lstStyle/>
              <a:p>
                <a:endParaRPr lang="en-US"/>
              </a:p>
            </p:txBody>
          </p:sp>
          <p:sp>
            <p:nvSpPr>
              <p:cNvPr id="555" name="Freeform: Shape 554">
                <a:extLst>
                  <a:ext uri="{FF2B5EF4-FFF2-40B4-BE49-F238E27FC236}">
                    <a16:creationId xmlns:a16="http://schemas.microsoft.com/office/drawing/2014/main" id="{C0D4900B-AB30-6342-0B9F-803B896C8A3B}"/>
                  </a:ext>
                </a:extLst>
              </p:cNvPr>
              <p:cNvSpPr/>
              <p:nvPr/>
            </p:nvSpPr>
            <p:spPr>
              <a:xfrm>
                <a:off x="8300084" y="3496309"/>
                <a:ext cx="3891915" cy="3361690"/>
              </a:xfrm>
              <a:custGeom>
                <a:avLst/>
                <a:gdLst>
                  <a:gd name="connsiteX0" fmla="*/ 3891915 w 3891915"/>
                  <a:gd name="connsiteY0" fmla="*/ 3361690 h 3361690"/>
                  <a:gd name="connsiteX1" fmla="*/ 3306763 w 3891915"/>
                  <a:gd name="connsiteY1" fmla="*/ 3361690 h 3361690"/>
                  <a:gd name="connsiteX2" fmla="*/ 0 w 3891915"/>
                  <a:gd name="connsiteY2" fmla="*/ 0 h 3361690"/>
                  <a:gd name="connsiteX3" fmla="*/ 3891915 w 3891915"/>
                  <a:gd name="connsiteY3" fmla="*/ 2713990 h 3361690"/>
                  <a:gd name="connsiteX4" fmla="*/ 3891915 w 3891915"/>
                  <a:gd name="connsiteY4" fmla="*/ 3361690 h 336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361690">
                    <a:moveTo>
                      <a:pt x="3891915" y="3361690"/>
                    </a:moveTo>
                    <a:lnTo>
                      <a:pt x="3306763" y="3361690"/>
                    </a:lnTo>
                    <a:lnTo>
                      <a:pt x="0" y="0"/>
                    </a:lnTo>
                    <a:lnTo>
                      <a:pt x="3891915" y="2713990"/>
                    </a:lnTo>
                    <a:lnTo>
                      <a:pt x="3891915" y="3361690"/>
                    </a:lnTo>
                    <a:close/>
                  </a:path>
                </a:pathLst>
              </a:custGeom>
              <a:solidFill>
                <a:srgbClr val="FF9A00"/>
              </a:solidFill>
              <a:ln w="3175" cap="flat">
                <a:noFill/>
                <a:prstDash val="solid"/>
                <a:miter/>
              </a:ln>
            </p:spPr>
            <p:txBody>
              <a:bodyPr rtlCol="0" anchor="ctr"/>
              <a:lstStyle/>
              <a:p>
                <a:endParaRPr lang="en-US"/>
              </a:p>
            </p:txBody>
          </p:sp>
          <p:sp>
            <p:nvSpPr>
              <p:cNvPr id="556" name="Freeform: Shape 555">
                <a:extLst>
                  <a:ext uri="{FF2B5EF4-FFF2-40B4-BE49-F238E27FC236}">
                    <a16:creationId xmlns:a16="http://schemas.microsoft.com/office/drawing/2014/main" id="{73A586D3-FF0C-2472-C777-A07221EFCE10}"/>
                  </a:ext>
                </a:extLst>
              </p:cNvPr>
              <p:cNvSpPr/>
              <p:nvPr/>
            </p:nvSpPr>
            <p:spPr>
              <a:xfrm>
                <a:off x="8300084" y="3496309"/>
                <a:ext cx="3306762" cy="3361690"/>
              </a:xfrm>
              <a:custGeom>
                <a:avLst/>
                <a:gdLst>
                  <a:gd name="connsiteX0" fmla="*/ 3306763 w 3306762"/>
                  <a:gd name="connsiteY0" fmla="*/ 3361690 h 3361690"/>
                  <a:gd name="connsiteX1" fmla="*/ 3012440 w 3306762"/>
                  <a:gd name="connsiteY1" fmla="*/ 3361690 h 3361690"/>
                  <a:gd name="connsiteX2" fmla="*/ 0 w 3306762"/>
                  <a:gd name="connsiteY2" fmla="*/ 0 h 3361690"/>
                  <a:gd name="connsiteX3" fmla="*/ 3306763 w 330676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3306762" h="3361690">
                    <a:moveTo>
                      <a:pt x="3306763" y="3361690"/>
                    </a:moveTo>
                    <a:lnTo>
                      <a:pt x="3012440" y="3361690"/>
                    </a:lnTo>
                    <a:lnTo>
                      <a:pt x="0" y="0"/>
                    </a:lnTo>
                    <a:lnTo>
                      <a:pt x="3306763" y="3361690"/>
                    </a:lnTo>
                    <a:close/>
                  </a:path>
                </a:pathLst>
              </a:custGeom>
              <a:solidFill>
                <a:srgbClr val="FF8000"/>
              </a:solidFill>
              <a:ln w="3175" cap="flat">
                <a:noFill/>
                <a:prstDash val="solid"/>
                <a:miter/>
              </a:ln>
            </p:spPr>
            <p:txBody>
              <a:bodyPr rtlCol="0" anchor="ctr"/>
              <a:lstStyle/>
              <a:p>
                <a:endParaRPr lang="en-US"/>
              </a:p>
            </p:txBody>
          </p:sp>
          <p:sp>
            <p:nvSpPr>
              <p:cNvPr id="557" name="Freeform: Shape 556">
                <a:extLst>
                  <a:ext uri="{FF2B5EF4-FFF2-40B4-BE49-F238E27FC236}">
                    <a16:creationId xmlns:a16="http://schemas.microsoft.com/office/drawing/2014/main" id="{D6773414-47F2-DABD-61D5-E6ED06DD05D9}"/>
                  </a:ext>
                </a:extLst>
              </p:cNvPr>
              <p:cNvSpPr/>
              <p:nvPr/>
            </p:nvSpPr>
            <p:spPr>
              <a:xfrm>
                <a:off x="7310119" y="0"/>
                <a:ext cx="989965" cy="3496309"/>
              </a:xfrm>
              <a:custGeom>
                <a:avLst/>
                <a:gdLst>
                  <a:gd name="connsiteX0" fmla="*/ 0 w 989965"/>
                  <a:gd name="connsiteY0" fmla="*/ 0 h 3496309"/>
                  <a:gd name="connsiteX1" fmla="*/ 989965 w 989965"/>
                  <a:gd name="connsiteY1" fmla="*/ 3496310 h 3496309"/>
                  <a:gd name="connsiteX2" fmla="*/ 464186 w 989965"/>
                  <a:gd name="connsiteY2" fmla="*/ 0 h 3496309"/>
                  <a:gd name="connsiteX3" fmla="*/ 0 w 989965"/>
                  <a:gd name="connsiteY3" fmla="*/ 0 h 3496309"/>
                </a:gdLst>
                <a:ahLst/>
                <a:cxnLst>
                  <a:cxn ang="0">
                    <a:pos x="connsiteX0" y="connsiteY0"/>
                  </a:cxn>
                  <a:cxn ang="0">
                    <a:pos x="connsiteX1" y="connsiteY1"/>
                  </a:cxn>
                  <a:cxn ang="0">
                    <a:pos x="connsiteX2" y="connsiteY2"/>
                  </a:cxn>
                  <a:cxn ang="0">
                    <a:pos x="connsiteX3" y="connsiteY3"/>
                  </a:cxn>
                </a:cxnLst>
                <a:rect l="l" t="t" r="r" b="b"/>
                <a:pathLst>
                  <a:path w="989965" h="3496309">
                    <a:moveTo>
                      <a:pt x="0" y="0"/>
                    </a:moveTo>
                    <a:lnTo>
                      <a:pt x="989965" y="3496310"/>
                    </a:lnTo>
                    <a:lnTo>
                      <a:pt x="464186" y="0"/>
                    </a:lnTo>
                    <a:lnTo>
                      <a:pt x="0" y="0"/>
                    </a:lnTo>
                    <a:close/>
                  </a:path>
                </a:pathLst>
              </a:custGeom>
              <a:solidFill>
                <a:srgbClr val="69CA00"/>
              </a:solidFill>
              <a:ln w="3175" cap="flat">
                <a:noFill/>
                <a:prstDash val="solid"/>
                <a:miter/>
              </a:ln>
            </p:spPr>
            <p:txBody>
              <a:bodyPr rtlCol="0" anchor="ctr"/>
              <a:lstStyle/>
              <a:p>
                <a:endParaRPr lang="en-US"/>
              </a:p>
            </p:txBody>
          </p:sp>
          <p:grpSp>
            <p:nvGrpSpPr>
              <p:cNvPr id="558" name="Graphic 613">
                <a:extLst>
                  <a:ext uri="{FF2B5EF4-FFF2-40B4-BE49-F238E27FC236}">
                    <a16:creationId xmlns:a16="http://schemas.microsoft.com/office/drawing/2014/main" id="{376AE789-A4A9-C82A-FF1B-28206395134E}"/>
                  </a:ext>
                </a:extLst>
              </p:cNvPr>
              <p:cNvGrpSpPr/>
              <p:nvPr/>
            </p:nvGrpSpPr>
            <p:grpSpPr>
              <a:xfrm>
                <a:off x="6473825" y="0"/>
                <a:ext cx="1826259" cy="3496309"/>
                <a:chOff x="6473825" y="0"/>
                <a:chExt cx="1826259" cy="3496309"/>
              </a:xfrm>
            </p:grpSpPr>
            <p:sp>
              <p:nvSpPr>
                <p:cNvPr id="586" name="Freeform: Shape 585">
                  <a:extLst>
                    <a:ext uri="{FF2B5EF4-FFF2-40B4-BE49-F238E27FC236}">
                      <a16:creationId xmlns:a16="http://schemas.microsoft.com/office/drawing/2014/main" id="{EEBD9E5A-599F-B6EC-311B-4DEA4B23AE73}"/>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69CA00"/>
                </a:solidFill>
                <a:ln w="3175" cap="flat">
                  <a:noFill/>
                  <a:prstDash val="solid"/>
                  <a:miter/>
                </a:ln>
              </p:spPr>
              <p:txBody>
                <a:bodyPr rtlCol="0" anchor="ctr"/>
                <a:lstStyle/>
                <a:p>
                  <a:endParaRPr lang="en-US"/>
                </a:p>
              </p:txBody>
            </p:sp>
            <p:sp>
              <p:nvSpPr>
                <p:cNvPr id="587" name="Freeform: Shape 586">
                  <a:extLst>
                    <a:ext uri="{FF2B5EF4-FFF2-40B4-BE49-F238E27FC236}">
                      <a16:creationId xmlns:a16="http://schemas.microsoft.com/office/drawing/2014/main" id="{9DF72B13-3207-BE92-6FD0-D41D43CE8F2E}"/>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21B221">
                    <a:alpha val="60000"/>
                  </a:srgbClr>
                </a:solidFill>
                <a:ln w="3175" cap="flat">
                  <a:noFill/>
                  <a:prstDash val="solid"/>
                  <a:miter/>
                </a:ln>
              </p:spPr>
              <p:txBody>
                <a:bodyPr rtlCol="0" anchor="ctr"/>
                <a:lstStyle/>
                <a:p>
                  <a:endParaRPr lang="en-US"/>
                </a:p>
              </p:txBody>
            </p:sp>
          </p:grpSp>
          <p:grpSp>
            <p:nvGrpSpPr>
              <p:cNvPr id="559" name="Graphic 613">
                <a:extLst>
                  <a:ext uri="{FF2B5EF4-FFF2-40B4-BE49-F238E27FC236}">
                    <a16:creationId xmlns:a16="http://schemas.microsoft.com/office/drawing/2014/main" id="{AEE842FF-5A1B-65D2-6276-E4D41C58D86B}"/>
                  </a:ext>
                </a:extLst>
              </p:cNvPr>
              <p:cNvGrpSpPr/>
              <p:nvPr/>
            </p:nvGrpSpPr>
            <p:grpSpPr>
              <a:xfrm>
                <a:off x="6654165" y="0"/>
                <a:ext cx="1645919" cy="3496309"/>
                <a:chOff x="6654165" y="0"/>
                <a:chExt cx="1645919" cy="3496309"/>
              </a:xfrm>
            </p:grpSpPr>
            <p:sp>
              <p:nvSpPr>
                <p:cNvPr id="584" name="Freeform: Shape 583">
                  <a:extLst>
                    <a:ext uri="{FF2B5EF4-FFF2-40B4-BE49-F238E27FC236}">
                      <a16:creationId xmlns:a16="http://schemas.microsoft.com/office/drawing/2014/main" id="{13CE096A-0EA6-6C28-8D39-B6A423BFA9D7}"/>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solidFill>
                  <a:srgbClr val="80D226"/>
                </a:solidFill>
                <a:ln w="3175" cap="flat">
                  <a:noFill/>
                  <a:prstDash val="solid"/>
                  <a:miter/>
                </a:ln>
              </p:spPr>
              <p:txBody>
                <a:bodyPr rtlCol="0" anchor="ctr"/>
                <a:lstStyle/>
                <a:p>
                  <a:endParaRPr lang="en-US"/>
                </a:p>
              </p:txBody>
            </p:sp>
            <p:sp>
              <p:nvSpPr>
                <p:cNvPr id="585" name="Freeform: Shape 584">
                  <a:extLst>
                    <a:ext uri="{FF2B5EF4-FFF2-40B4-BE49-F238E27FC236}">
                      <a16:creationId xmlns:a16="http://schemas.microsoft.com/office/drawing/2014/main" id="{4BC33E0A-1A5C-540C-15B9-9808AA0C6F4D}"/>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gradFill>
                  <a:gsLst>
                    <a:gs pos="10000">
                      <a:srgbClr val="C6EB00"/>
                    </a:gs>
                    <a:gs pos="41000">
                      <a:srgbClr val="C6EB00"/>
                    </a:gs>
                    <a:gs pos="67000">
                      <a:srgbClr val="00A700">
                        <a:alpha val="49804"/>
                      </a:srgbClr>
                    </a:gs>
                    <a:gs pos="83000">
                      <a:schemeClr val="accent6"/>
                    </a:gs>
                  </a:gsLst>
                  <a:lin ang="20460000" scaled="0"/>
                </a:gradFill>
                <a:ln w="3175" cap="flat">
                  <a:noFill/>
                  <a:prstDash val="solid"/>
                  <a:miter/>
                </a:ln>
              </p:spPr>
              <p:txBody>
                <a:bodyPr rtlCol="0" anchor="ctr"/>
                <a:lstStyle/>
                <a:p>
                  <a:endParaRPr lang="en-US"/>
                </a:p>
              </p:txBody>
            </p:sp>
          </p:grpSp>
          <p:grpSp>
            <p:nvGrpSpPr>
              <p:cNvPr id="560" name="Graphic 613">
                <a:extLst>
                  <a:ext uri="{FF2B5EF4-FFF2-40B4-BE49-F238E27FC236}">
                    <a16:creationId xmlns:a16="http://schemas.microsoft.com/office/drawing/2014/main" id="{F188C402-C54C-A8C2-D898-0B11DBA3C367}"/>
                  </a:ext>
                </a:extLst>
              </p:cNvPr>
              <p:cNvGrpSpPr/>
              <p:nvPr/>
            </p:nvGrpSpPr>
            <p:grpSpPr>
              <a:xfrm>
                <a:off x="7774305" y="0"/>
                <a:ext cx="960437" cy="3496309"/>
                <a:chOff x="7774305" y="0"/>
                <a:chExt cx="960437" cy="3496309"/>
              </a:xfrm>
            </p:grpSpPr>
            <p:sp>
              <p:nvSpPr>
                <p:cNvPr id="582" name="Freeform: Shape 581">
                  <a:extLst>
                    <a:ext uri="{FF2B5EF4-FFF2-40B4-BE49-F238E27FC236}">
                      <a16:creationId xmlns:a16="http://schemas.microsoft.com/office/drawing/2014/main" id="{2737D7C4-310C-16B8-DD2D-18B6A9958E83}"/>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solidFill>
                  <a:srgbClr val="69CA00"/>
                </a:solidFill>
                <a:ln w="3175" cap="flat">
                  <a:noFill/>
                  <a:prstDash val="solid"/>
                  <a:miter/>
                </a:ln>
              </p:spPr>
              <p:txBody>
                <a:bodyPr rtlCol="0" anchor="ctr"/>
                <a:lstStyle/>
                <a:p>
                  <a:endParaRPr lang="en-US"/>
                </a:p>
              </p:txBody>
            </p:sp>
            <p:sp>
              <p:nvSpPr>
                <p:cNvPr id="583" name="Freeform: Shape 582">
                  <a:extLst>
                    <a:ext uri="{FF2B5EF4-FFF2-40B4-BE49-F238E27FC236}">
                      <a16:creationId xmlns:a16="http://schemas.microsoft.com/office/drawing/2014/main" id="{43D83EF8-E53E-A4FE-1E44-486DFD3CDAFD}"/>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gradFill>
                  <a:gsLst>
                    <a:gs pos="22000">
                      <a:srgbClr val="C6EB00">
                        <a:alpha val="89804"/>
                      </a:srgbClr>
                    </a:gs>
                    <a:gs pos="35000">
                      <a:srgbClr val="C6EB00">
                        <a:alpha val="69804"/>
                      </a:srgbClr>
                    </a:gs>
                    <a:gs pos="60000">
                      <a:srgbClr val="C6EB00">
                        <a:alpha val="29804"/>
                      </a:srgbClr>
                    </a:gs>
                    <a:gs pos="90000">
                      <a:srgbClr val="C6EB00">
                        <a:alpha val="0"/>
                      </a:srgbClr>
                    </a:gs>
                  </a:gsLst>
                  <a:lin ang="0" scaled="0"/>
                </a:gradFill>
                <a:ln w="3175" cap="flat">
                  <a:noFill/>
                  <a:prstDash val="solid"/>
                  <a:miter/>
                </a:ln>
              </p:spPr>
              <p:txBody>
                <a:bodyPr rtlCol="0" anchor="ctr"/>
                <a:lstStyle/>
                <a:p>
                  <a:endParaRPr lang="en-US"/>
                </a:p>
              </p:txBody>
            </p:sp>
          </p:grpSp>
          <p:sp>
            <p:nvSpPr>
              <p:cNvPr id="561" name="Freeform: Shape 560">
                <a:extLst>
                  <a:ext uri="{FF2B5EF4-FFF2-40B4-BE49-F238E27FC236}">
                    <a16:creationId xmlns:a16="http://schemas.microsoft.com/office/drawing/2014/main" id="{7B5068F8-DEDD-1F3E-6761-C7A2D37011DC}"/>
                  </a:ext>
                </a:extLst>
              </p:cNvPr>
              <p:cNvSpPr/>
              <p:nvPr/>
            </p:nvSpPr>
            <p:spPr>
              <a:xfrm>
                <a:off x="8300084" y="0"/>
                <a:ext cx="2220595" cy="3496309"/>
              </a:xfrm>
              <a:custGeom>
                <a:avLst/>
                <a:gdLst>
                  <a:gd name="connsiteX0" fmla="*/ 2220596 w 2220595"/>
                  <a:gd name="connsiteY0" fmla="*/ 0 h 3496309"/>
                  <a:gd name="connsiteX1" fmla="*/ 0 w 2220595"/>
                  <a:gd name="connsiteY1" fmla="*/ 3496310 h 3496309"/>
                  <a:gd name="connsiteX2" fmla="*/ 1883093 w 2220595"/>
                  <a:gd name="connsiteY2" fmla="*/ 0 h 3496309"/>
                  <a:gd name="connsiteX3" fmla="*/ 2220596 w 2220595"/>
                  <a:gd name="connsiteY3" fmla="*/ 0 h 3496309"/>
                </a:gdLst>
                <a:ahLst/>
                <a:cxnLst>
                  <a:cxn ang="0">
                    <a:pos x="connsiteX0" y="connsiteY0"/>
                  </a:cxn>
                  <a:cxn ang="0">
                    <a:pos x="connsiteX1" y="connsiteY1"/>
                  </a:cxn>
                  <a:cxn ang="0">
                    <a:pos x="connsiteX2" y="connsiteY2"/>
                  </a:cxn>
                  <a:cxn ang="0">
                    <a:pos x="connsiteX3" y="connsiteY3"/>
                  </a:cxn>
                </a:cxnLst>
                <a:rect l="l" t="t" r="r" b="b"/>
                <a:pathLst>
                  <a:path w="2220595" h="3496309">
                    <a:moveTo>
                      <a:pt x="2220596" y="0"/>
                    </a:moveTo>
                    <a:lnTo>
                      <a:pt x="0" y="3496310"/>
                    </a:lnTo>
                    <a:lnTo>
                      <a:pt x="1883093" y="0"/>
                    </a:lnTo>
                    <a:lnTo>
                      <a:pt x="2220596" y="0"/>
                    </a:lnTo>
                    <a:close/>
                  </a:path>
                </a:pathLst>
              </a:custGeom>
              <a:solidFill>
                <a:srgbClr val="3ECAFB"/>
              </a:solidFill>
              <a:ln w="3175" cap="flat">
                <a:noFill/>
                <a:prstDash val="solid"/>
                <a:miter/>
              </a:ln>
            </p:spPr>
            <p:txBody>
              <a:bodyPr rtlCol="0" anchor="ctr"/>
              <a:lstStyle/>
              <a:p>
                <a:endParaRPr lang="en-US"/>
              </a:p>
            </p:txBody>
          </p:sp>
          <p:sp>
            <p:nvSpPr>
              <p:cNvPr id="562" name="Freeform: Shape 561">
                <a:extLst>
                  <a:ext uri="{FF2B5EF4-FFF2-40B4-BE49-F238E27FC236}">
                    <a16:creationId xmlns:a16="http://schemas.microsoft.com/office/drawing/2014/main" id="{D61AA6BA-4AF6-1388-6BDD-24007C34E660}"/>
                  </a:ext>
                </a:extLst>
              </p:cNvPr>
              <p:cNvSpPr/>
              <p:nvPr/>
            </p:nvSpPr>
            <p:spPr>
              <a:xfrm>
                <a:off x="8300084" y="0"/>
                <a:ext cx="1398587" cy="3496309"/>
              </a:xfrm>
              <a:custGeom>
                <a:avLst/>
                <a:gdLst>
                  <a:gd name="connsiteX0" fmla="*/ 1046163 w 1398587"/>
                  <a:gd name="connsiteY0" fmla="*/ 0 h 3496309"/>
                  <a:gd name="connsiteX1" fmla="*/ 0 w 1398587"/>
                  <a:gd name="connsiteY1" fmla="*/ 3496310 h 3496309"/>
                  <a:gd name="connsiteX2" fmla="*/ 1398588 w 1398587"/>
                  <a:gd name="connsiteY2" fmla="*/ 0 h 3496309"/>
                  <a:gd name="connsiteX3" fmla="*/ 1046163 w 1398587"/>
                  <a:gd name="connsiteY3" fmla="*/ 0 h 3496309"/>
                </a:gdLst>
                <a:ahLst/>
                <a:cxnLst>
                  <a:cxn ang="0">
                    <a:pos x="connsiteX0" y="connsiteY0"/>
                  </a:cxn>
                  <a:cxn ang="0">
                    <a:pos x="connsiteX1" y="connsiteY1"/>
                  </a:cxn>
                  <a:cxn ang="0">
                    <a:pos x="connsiteX2" y="connsiteY2"/>
                  </a:cxn>
                  <a:cxn ang="0">
                    <a:pos x="connsiteX3" y="connsiteY3"/>
                  </a:cxn>
                </a:cxnLst>
                <a:rect l="l" t="t" r="r" b="b"/>
                <a:pathLst>
                  <a:path w="1398587" h="3496309">
                    <a:moveTo>
                      <a:pt x="1046163" y="0"/>
                    </a:moveTo>
                    <a:lnTo>
                      <a:pt x="0" y="3496310"/>
                    </a:lnTo>
                    <a:lnTo>
                      <a:pt x="1398588" y="0"/>
                    </a:lnTo>
                    <a:lnTo>
                      <a:pt x="1046163" y="0"/>
                    </a:lnTo>
                    <a:close/>
                  </a:path>
                </a:pathLst>
              </a:custGeom>
              <a:solidFill>
                <a:srgbClr val="3ECAFB"/>
              </a:solidFill>
              <a:ln w="3175" cap="flat">
                <a:noFill/>
                <a:prstDash val="solid"/>
                <a:miter/>
              </a:ln>
            </p:spPr>
            <p:txBody>
              <a:bodyPr rtlCol="0" anchor="ctr"/>
              <a:lstStyle/>
              <a:p>
                <a:endParaRPr lang="en-US"/>
              </a:p>
            </p:txBody>
          </p:sp>
          <p:sp>
            <p:nvSpPr>
              <p:cNvPr id="563" name="Freeform: Shape 562">
                <a:extLst>
                  <a:ext uri="{FF2B5EF4-FFF2-40B4-BE49-F238E27FC236}">
                    <a16:creationId xmlns:a16="http://schemas.microsoft.com/office/drawing/2014/main" id="{86CBF267-D079-8CF7-381F-5B2DF7E426B2}"/>
                  </a:ext>
                </a:extLst>
              </p:cNvPr>
              <p:cNvSpPr/>
              <p:nvPr/>
            </p:nvSpPr>
            <p:spPr>
              <a:xfrm>
                <a:off x="8300084" y="0"/>
                <a:ext cx="1046162" cy="3496309"/>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solidFill>
                <a:srgbClr val="3ECAFB"/>
              </a:solidFill>
              <a:ln w="3175" cap="flat">
                <a:noFill/>
                <a:prstDash val="solid"/>
                <a:miter/>
              </a:ln>
            </p:spPr>
            <p:txBody>
              <a:bodyPr rtlCol="0" anchor="ctr"/>
              <a:lstStyle/>
              <a:p>
                <a:endParaRPr lang="en-US"/>
              </a:p>
            </p:txBody>
          </p:sp>
          <p:sp>
            <p:nvSpPr>
              <p:cNvPr id="564" name="Freeform: Shape 563">
                <a:extLst>
                  <a:ext uri="{FF2B5EF4-FFF2-40B4-BE49-F238E27FC236}">
                    <a16:creationId xmlns:a16="http://schemas.microsoft.com/office/drawing/2014/main" id="{33867109-A07A-77BE-8263-A9EDCC2AC995}"/>
                  </a:ext>
                </a:extLst>
              </p:cNvPr>
              <p:cNvSpPr/>
              <p:nvPr/>
            </p:nvSpPr>
            <p:spPr>
              <a:xfrm>
                <a:off x="8300084" y="0"/>
                <a:ext cx="1046162" cy="3496309"/>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gradFill>
                <a:gsLst>
                  <a:gs pos="36000">
                    <a:srgbClr val="C6EB00"/>
                  </a:gs>
                  <a:gs pos="43000">
                    <a:srgbClr val="9EE545">
                      <a:alpha val="69804"/>
                    </a:srgbClr>
                  </a:gs>
                  <a:gs pos="100000">
                    <a:schemeClr val="accent1"/>
                  </a:gs>
                  <a:gs pos="53000">
                    <a:srgbClr val="4EDAD3">
                      <a:alpha val="0"/>
                    </a:srgbClr>
                  </a:gs>
                </a:gsLst>
                <a:lin ang="780000" scaled="0"/>
              </a:gradFill>
              <a:ln w="3175" cap="flat">
                <a:noFill/>
                <a:prstDash val="solid"/>
                <a:miter/>
              </a:ln>
            </p:spPr>
            <p:txBody>
              <a:bodyPr rtlCol="0" anchor="ctr"/>
              <a:lstStyle/>
              <a:p>
                <a:endParaRPr lang="en-US"/>
              </a:p>
            </p:txBody>
          </p:sp>
          <p:sp>
            <p:nvSpPr>
              <p:cNvPr id="565" name="Freeform: Shape 564">
                <a:extLst>
                  <a:ext uri="{FF2B5EF4-FFF2-40B4-BE49-F238E27FC236}">
                    <a16:creationId xmlns:a16="http://schemas.microsoft.com/office/drawing/2014/main" id="{913924CB-A31F-3DAF-FBF0-6297B2026BF3}"/>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0EAFE0"/>
              </a:solidFill>
              <a:ln w="3175" cap="flat">
                <a:noFill/>
                <a:prstDash val="solid"/>
                <a:miter/>
              </a:ln>
            </p:spPr>
            <p:txBody>
              <a:bodyPr rtlCol="0" anchor="ctr"/>
              <a:lstStyle/>
              <a:p>
                <a:endParaRPr lang="en-US"/>
              </a:p>
            </p:txBody>
          </p:sp>
          <p:sp>
            <p:nvSpPr>
              <p:cNvPr id="566" name="Freeform: Shape 565">
                <a:extLst>
                  <a:ext uri="{FF2B5EF4-FFF2-40B4-BE49-F238E27FC236}">
                    <a16:creationId xmlns:a16="http://schemas.microsoft.com/office/drawing/2014/main" id="{08DE9BCB-26FF-D132-E6FE-A2B0C55C6DFE}"/>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1F7AE3">
                  <a:alpha val="60000"/>
                </a:srgbClr>
              </a:solidFill>
              <a:ln w="3175" cap="flat">
                <a:noFill/>
                <a:prstDash val="solid"/>
                <a:miter/>
              </a:ln>
            </p:spPr>
            <p:txBody>
              <a:bodyPr rtlCol="0" anchor="ctr"/>
              <a:lstStyle/>
              <a:p>
                <a:endParaRPr lang="en-US"/>
              </a:p>
            </p:txBody>
          </p:sp>
          <p:sp>
            <p:nvSpPr>
              <p:cNvPr id="567" name="Freeform: Shape 566">
                <a:extLst>
                  <a:ext uri="{FF2B5EF4-FFF2-40B4-BE49-F238E27FC236}">
                    <a16:creationId xmlns:a16="http://schemas.microsoft.com/office/drawing/2014/main" id="{DA557349-E83A-AE87-617D-15870485DEF0}"/>
                  </a:ext>
                </a:extLst>
              </p:cNvPr>
              <p:cNvSpPr/>
              <p:nvPr/>
            </p:nvSpPr>
            <p:spPr>
              <a:xfrm>
                <a:off x="8300084" y="0"/>
                <a:ext cx="1883092" cy="3496309"/>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noFill/>
              <a:ln w="3175" cap="flat">
                <a:noFill/>
                <a:prstDash val="solid"/>
                <a:miter/>
              </a:ln>
            </p:spPr>
            <p:txBody>
              <a:bodyPr rtlCol="0" anchor="ctr"/>
              <a:lstStyle/>
              <a:p>
                <a:endParaRPr lang="en-US"/>
              </a:p>
            </p:txBody>
          </p:sp>
          <p:sp>
            <p:nvSpPr>
              <p:cNvPr id="568" name="Freeform: Shape 567">
                <a:extLst>
                  <a:ext uri="{FF2B5EF4-FFF2-40B4-BE49-F238E27FC236}">
                    <a16:creationId xmlns:a16="http://schemas.microsoft.com/office/drawing/2014/main" id="{7588C8A7-A8D4-4C3C-09CF-B33E8114E142}"/>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0EAFE0"/>
              </a:solidFill>
              <a:ln w="3175" cap="flat">
                <a:noFill/>
                <a:prstDash val="solid"/>
                <a:miter/>
              </a:ln>
            </p:spPr>
            <p:txBody>
              <a:bodyPr rtlCol="0" anchor="ctr"/>
              <a:lstStyle/>
              <a:p>
                <a:endParaRPr lang="en-US"/>
              </a:p>
            </p:txBody>
          </p:sp>
          <p:sp>
            <p:nvSpPr>
              <p:cNvPr id="569" name="Freeform: Shape 568">
                <a:extLst>
                  <a:ext uri="{FF2B5EF4-FFF2-40B4-BE49-F238E27FC236}">
                    <a16:creationId xmlns:a16="http://schemas.microsoft.com/office/drawing/2014/main" id="{29C46CB8-3174-E785-A530-66805B72FD11}"/>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3ECAFB"/>
              </a:solidFill>
              <a:ln w="3175" cap="flat">
                <a:noFill/>
                <a:prstDash val="solid"/>
                <a:miter/>
              </a:ln>
            </p:spPr>
            <p:txBody>
              <a:bodyPr rtlCol="0" anchor="ctr"/>
              <a:lstStyle/>
              <a:p>
                <a:endParaRPr lang="en-US"/>
              </a:p>
            </p:txBody>
          </p:sp>
          <p:sp>
            <p:nvSpPr>
              <p:cNvPr id="570" name="Freeform: Shape 569">
                <a:extLst>
                  <a:ext uri="{FF2B5EF4-FFF2-40B4-BE49-F238E27FC236}">
                    <a16:creationId xmlns:a16="http://schemas.microsoft.com/office/drawing/2014/main" id="{312C16AC-9215-F844-0FB7-6DB28D3A6308}"/>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gradFill>
                <a:gsLst>
                  <a:gs pos="0">
                    <a:srgbClr val="3ECAFB">
                      <a:alpha val="0"/>
                    </a:srgbClr>
                  </a:gs>
                  <a:gs pos="40000">
                    <a:srgbClr val="3CC7FA">
                      <a:alpha val="52000"/>
                    </a:srgbClr>
                  </a:gs>
                  <a:gs pos="54000">
                    <a:srgbClr val="0068DF"/>
                  </a:gs>
                </a:gsLst>
                <a:lin ang="2400000" scaled="0"/>
              </a:gradFill>
              <a:ln w="3175" cap="flat">
                <a:noFill/>
                <a:prstDash val="solid"/>
                <a:miter/>
              </a:ln>
            </p:spPr>
            <p:txBody>
              <a:bodyPr rtlCol="0" anchor="ctr"/>
              <a:lstStyle/>
              <a:p>
                <a:endParaRPr lang="en-US"/>
              </a:p>
            </p:txBody>
          </p:sp>
          <p:sp>
            <p:nvSpPr>
              <p:cNvPr id="571" name="Freeform: Shape 570">
                <a:extLst>
                  <a:ext uri="{FF2B5EF4-FFF2-40B4-BE49-F238E27FC236}">
                    <a16:creationId xmlns:a16="http://schemas.microsoft.com/office/drawing/2014/main" id="{727F0B40-57ED-F61E-025E-CA220D24904E}"/>
                  </a:ext>
                </a:extLst>
              </p:cNvPr>
              <p:cNvSpPr/>
              <p:nvPr/>
            </p:nvSpPr>
            <p:spPr>
              <a:xfrm>
                <a:off x="8300084" y="0"/>
                <a:ext cx="3284855" cy="3496309"/>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noFill/>
              <a:ln w="3175" cap="flat">
                <a:noFill/>
                <a:prstDash val="solid"/>
                <a:miter/>
              </a:ln>
            </p:spPr>
            <p:txBody>
              <a:bodyPr rtlCol="0" anchor="ctr"/>
              <a:lstStyle/>
              <a:p>
                <a:endParaRPr lang="en-US"/>
              </a:p>
            </p:txBody>
          </p:sp>
          <p:grpSp>
            <p:nvGrpSpPr>
              <p:cNvPr id="572" name="Graphic 613">
                <a:extLst>
                  <a:ext uri="{FF2B5EF4-FFF2-40B4-BE49-F238E27FC236}">
                    <a16:creationId xmlns:a16="http://schemas.microsoft.com/office/drawing/2014/main" id="{AAC0A093-AC47-9AA2-282E-D4EDB4145CC7}"/>
                  </a:ext>
                </a:extLst>
              </p:cNvPr>
              <p:cNvGrpSpPr/>
              <p:nvPr/>
            </p:nvGrpSpPr>
            <p:grpSpPr>
              <a:xfrm>
                <a:off x="8300084" y="0"/>
                <a:ext cx="3891915" cy="3496309"/>
                <a:chOff x="8300084" y="0"/>
                <a:chExt cx="3891915" cy="3496309"/>
              </a:xfrm>
            </p:grpSpPr>
            <p:sp>
              <p:nvSpPr>
                <p:cNvPr id="580" name="Freeform: Shape 579">
                  <a:extLst>
                    <a:ext uri="{FF2B5EF4-FFF2-40B4-BE49-F238E27FC236}">
                      <a16:creationId xmlns:a16="http://schemas.microsoft.com/office/drawing/2014/main" id="{C7960140-9961-AE28-A4C0-5BCE303CFE73}"/>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solidFill>
                  <a:srgbClr val="0EAFE0"/>
                </a:solidFill>
                <a:ln w="3175" cap="flat">
                  <a:noFill/>
                  <a:prstDash val="solid"/>
                  <a:miter/>
                </a:ln>
              </p:spPr>
              <p:txBody>
                <a:bodyPr rtlCol="0" anchor="ctr"/>
                <a:lstStyle/>
                <a:p>
                  <a:endParaRPr lang="en-US"/>
                </a:p>
              </p:txBody>
            </p:sp>
            <p:sp>
              <p:nvSpPr>
                <p:cNvPr id="581" name="Freeform: Shape 580">
                  <a:extLst>
                    <a:ext uri="{FF2B5EF4-FFF2-40B4-BE49-F238E27FC236}">
                      <a16:creationId xmlns:a16="http://schemas.microsoft.com/office/drawing/2014/main" id="{CB7EE95B-82F4-5438-4F8E-5CCAB1B0ED77}"/>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gradFill>
                  <a:gsLst>
                    <a:gs pos="46000">
                      <a:srgbClr val="0068DF"/>
                    </a:gs>
                    <a:gs pos="100000">
                      <a:srgbClr val="39C7F8"/>
                    </a:gs>
                    <a:gs pos="53000">
                      <a:srgbClr val="3ECAFB">
                        <a:alpha val="89804"/>
                      </a:srgbClr>
                    </a:gs>
                  </a:gsLst>
                  <a:lin ang="2760000" scaled="0"/>
                </a:gradFill>
                <a:ln w="3175" cap="flat">
                  <a:noFill/>
                  <a:prstDash val="solid"/>
                  <a:miter/>
                </a:ln>
              </p:spPr>
              <p:txBody>
                <a:bodyPr rtlCol="0" anchor="ctr"/>
                <a:lstStyle/>
                <a:p>
                  <a:endParaRPr lang="en-US"/>
                </a:p>
              </p:txBody>
            </p:sp>
          </p:grpSp>
          <p:grpSp>
            <p:nvGrpSpPr>
              <p:cNvPr id="573" name="Graphic 613">
                <a:extLst>
                  <a:ext uri="{FF2B5EF4-FFF2-40B4-BE49-F238E27FC236}">
                    <a16:creationId xmlns:a16="http://schemas.microsoft.com/office/drawing/2014/main" id="{DB9493C0-9509-654C-3FED-CC28DD2F6DAE}"/>
                  </a:ext>
                </a:extLst>
              </p:cNvPr>
              <p:cNvGrpSpPr/>
              <p:nvPr/>
            </p:nvGrpSpPr>
            <p:grpSpPr>
              <a:xfrm>
                <a:off x="8300084" y="683894"/>
                <a:ext cx="3930650" cy="2812414"/>
                <a:chOff x="8300084" y="683894"/>
                <a:chExt cx="3930650" cy="2812414"/>
              </a:xfrm>
            </p:grpSpPr>
            <p:sp>
              <p:nvSpPr>
                <p:cNvPr id="578" name="Freeform: Shape 577">
                  <a:extLst>
                    <a:ext uri="{FF2B5EF4-FFF2-40B4-BE49-F238E27FC236}">
                      <a16:creationId xmlns:a16="http://schemas.microsoft.com/office/drawing/2014/main" id="{4D301E49-C924-436F-4D11-E6EDF4A99E63}"/>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solidFill>
                  <a:srgbClr val="0EAFE0"/>
                </a:solidFill>
                <a:ln w="3175" cap="flat">
                  <a:noFill/>
                  <a:prstDash val="solid"/>
                  <a:miter/>
                </a:ln>
              </p:spPr>
              <p:txBody>
                <a:bodyPr rtlCol="0" anchor="ctr"/>
                <a:lstStyle/>
                <a:p>
                  <a:endParaRPr lang="en-US"/>
                </a:p>
              </p:txBody>
            </p:sp>
            <p:sp>
              <p:nvSpPr>
                <p:cNvPr id="579" name="Freeform: Shape 578">
                  <a:extLst>
                    <a:ext uri="{FF2B5EF4-FFF2-40B4-BE49-F238E27FC236}">
                      <a16:creationId xmlns:a16="http://schemas.microsoft.com/office/drawing/2014/main" id="{300F5E3D-4670-8DBB-BC89-9E4B1BFFE7B4}"/>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gradFill>
                  <a:gsLst>
                    <a:gs pos="47000">
                      <a:srgbClr val="0068DF">
                        <a:alpha val="89804"/>
                      </a:srgbClr>
                    </a:gs>
                    <a:gs pos="34000">
                      <a:srgbClr val="0068DF">
                        <a:alpha val="89804"/>
                      </a:srgbClr>
                    </a:gs>
                    <a:gs pos="58000">
                      <a:srgbClr val="0EAFE0"/>
                    </a:gs>
                  </a:gsLst>
                  <a:lin ang="3600000" scaled="0"/>
                </a:gradFill>
                <a:ln w="3175" cap="flat">
                  <a:noFill/>
                  <a:prstDash val="solid"/>
                  <a:miter/>
                </a:ln>
              </p:spPr>
              <p:txBody>
                <a:bodyPr rtlCol="0" anchor="ctr"/>
                <a:lstStyle/>
                <a:p>
                  <a:endParaRPr lang="en-US"/>
                </a:p>
              </p:txBody>
            </p:sp>
          </p:grpSp>
          <p:grpSp>
            <p:nvGrpSpPr>
              <p:cNvPr id="574" name="Graphic 613">
                <a:extLst>
                  <a:ext uri="{FF2B5EF4-FFF2-40B4-BE49-F238E27FC236}">
                    <a16:creationId xmlns:a16="http://schemas.microsoft.com/office/drawing/2014/main" id="{66B9EF31-F4DA-0968-A2C0-4DA2F48D72F6}"/>
                  </a:ext>
                </a:extLst>
              </p:cNvPr>
              <p:cNvGrpSpPr/>
              <p:nvPr/>
            </p:nvGrpSpPr>
            <p:grpSpPr>
              <a:xfrm>
                <a:off x="8300084" y="1817052"/>
                <a:ext cx="3930650" cy="1679257"/>
                <a:chOff x="8300084" y="1817052"/>
                <a:chExt cx="3930650" cy="1679257"/>
              </a:xfrm>
            </p:grpSpPr>
            <p:sp>
              <p:nvSpPr>
                <p:cNvPr id="576" name="Freeform: Shape 575">
                  <a:extLst>
                    <a:ext uri="{FF2B5EF4-FFF2-40B4-BE49-F238E27FC236}">
                      <a16:creationId xmlns:a16="http://schemas.microsoft.com/office/drawing/2014/main" id="{75CB0E3C-E019-2D4E-C972-AAF5484CA661}"/>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0EAFE0"/>
                </a:solidFill>
                <a:ln w="3175" cap="flat">
                  <a:noFill/>
                  <a:prstDash val="solid"/>
                  <a:miter/>
                </a:ln>
              </p:spPr>
              <p:txBody>
                <a:bodyPr rtlCol="0" anchor="ctr"/>
                <a:lstStyle/>
                <a:p>
                  <a:endParaRPr lang="en-US"/>
                </a:p>
              </p:txBody>
            </p:sp>
            <p:sp>
              <p:nvSpPr>
                <p:cNvPr id="577" name="Freeform: Shape 576">
                  <a:extLst>
                    <a:ext uri="{FF2B5EF4-FFF2-40B4-BE49-F238E27FC236}">
                      <a16:creationId xmlns:a16="http://schemas.microsoft.com/office/drawing/2014/main" id="{07065F56-579E-7E54-D8D1-0F2A8FD85266}"/>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26BCED"/>
                </a:solidFill>
                <a:ln w="3175" cap="flat">
                  <a:noFill/>
                  <a:prstDash val="solid"/>
                  <a:miter/>
                </a:ln>
              </p:spPr>
              <p:txBody>
                <a:bodyPr rtlCol="0" anchor="ctr"/>
                <a:lstStyle/>
                <a:p>
                  <a:endParaRPr lang="en-US"/>
                </a:p>
              </p:txBody>
            </p:sp>
          </p:grpSp>
          <p:sp>
            <p:nvSpPr>
              <p:cNvPr id="575" name="Rectangle 574">
                <a:extLst>
                  <a:ext uri="{FF2B5EF4-FFF2-40B4-BE49-F238E27FC236}">
                    <a16:creationId xmlns:a16="http://schemas.microsoft.com/office/drawing/2014/main" id="{F59E1798-679A-ACCE-B23E-3DA9B1034F53}"/>
                  </a:ext>
                </a:extLst>
              </p:cNvPr>
              <p:cNvSpPr/>
              <p:nvPr userDrawn="1"/>
            </p:nvSpPr>
            <p:spPr>
              <a:xfrm>
                <a:off x="12200310" y="0"/>
                <a:ext cx="92408" cy="6858000"/>
              </a:xfrm>
              <a:prstGeom prst="rect">
                <a:avLst/>
              </a:prstGeom>
              <a:solidFill>
                <a:srgbClr val="E9EDF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spTree>
    <p:extLst>
      <p:ext uri="{BB962C8B-B14F-4D97-AF65-F5344CB8AC3E}">
        <p14:creationId xmlns:p14="http://schemas.microsoft.com/office/powerpoint/2010/main" val="1408066561"/>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NXP + logo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22FC6D-3A99-72A8-37DD-B039741D4864}"/>
              </a:ext>
            </a:extLst>
          </p:cNvPr>
          <p:cNvSpPr/>
          <p:nvPr userDrawn="1"/>
        </p:nvSpPr>
        <p:spPr>
          <a:xfrm>
            <a:off x="0" y="0"/>
            <a:ext cx="12192000" cy="6858000"/>
          </a:xfrm>
          <a:prstGeom prst="rect">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2" name="Rectangle: Rounded Corners 11">
            <a:hlinkClick r:id="rId2"/>
            <a:extLst>
              <a:ext uri="{FF2B5EF4-FFF2-40B4-BE49-F238E27FC236}">
                <a16:creationId xmlns:a16="http://schemas.microsoft.com/office/drawing/2014/main" id="{75A8E5E3-17F6-9917-83F2-08D1544F023A}"/>
              </a:ext>
            </a:extLst>
          </p:cNvPr>
          <p:cNvSpPr/>
          <p:nvPr userDrawn="1"/>
        </p:nvSpPr>
        <p:spPr>
          <a:xfrm>
            <a:off x="1342652" y="5761384"/>
            <a:ext cx="1509927" cy="305544"/>
          </a:xfrm>
          <a:prstGeom prst="roundRect">
            <a:avLst>
              <a:gd name="adj" fmla="val 50000"/>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a:solidFill>
                  <a:schemeClr val="tx1">
                    <a:lumMod val="75000"/>
                    <a:lumOff val="25000"/>
                  </a:schemeClr>
                </a:solidFill>
                <a:latin typeface="Poppins SemiBold" panose="00000700000000000000" pitchFamily="2" charset="0"/>
                <a:cs typeface="Poppins SemiBold" panose="00000700000000000000" pitchFamily="2" charset="0"/>
              </a:rPr>
              <a:t>nxp.com</a:t>
            </a:r>
          </a:p>
        </p:txBody>
      </p:sp>
      <p:sp>
        <p:nvSpPr>
          <p:cNvPr id="3" name="Text Placeholder 5">
            <a:extLst>
              <a:ext uri="{FF2B5EF4-FFF2-40B4-BE49-F238E27FC236}">
                <a16:creationId xmlns:a16="http://schemas.microsoft.com/office/drawing/2014/main" id="{CC26F959-7025-876F-2A7E-2AB97F839FF3}"/>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tx1">
                    <a:lumMod val="75000"/>
                    <a:lumOff val="25000"/>
                  </a:schemeClr>
                </a:solidFill>
                <a:latin typeface="Poppins SemiBold" pitchFamily="2" charset="77"/>
                <a:cs typeface="Poppins SemiBold" pitchFamily="2" charset="77"/>
              </a:rPr>
              <a:t>|  Public  |  </a:t>
            </a:r>
            <a:r>
              <a:rPr lang="en-US" sz="800" b="0" i="0">
                <a:solidFill>
                  <a:schemeClr val="tx1">
                    <a:lumMod val="75000"/>
                    <a:lumOff val="25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tx1">
                    <a:lumMod val="75000"/>
                    <a:lumOff val="25000"/>
                  </a:schemeClr>
                </a:solidFill>
                <a:latin typeface="Poppins" panose="00000500000000000000" pitchFamily="2" charset="0"/>
                <a:cs typeface="Poppins" panose="00000500000000000000" pitchFamily="2" charset="0"/>
              </a:rPr>
            </a:br>
            <a:r>
              <a:rPr lang="en-US" sz="800" b="0" i="0">
                <a:solidFill>
                  <a:schemeClr val="tx1">
                    <a:lumMod val="75000"/>
                    <a:lumOff val="25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grpSp>
        <p:nvGrpSpPr>
          <p:cNvPr id="6" name="Group 5">
            <a:extLst>
              <a:ext uri="{FF2B5EF4-FFF2-40B4-BE49-F238E27FC236}">
                <a16:creationId xmlns:a16="http://schemas.microsoft.com/office/drawing/2014/main" id="{E5FAFE7F-AEF0-56AE-7B4A-483342818015}"/>
              </a:ext>
            </a:extLst>
          </p:cNvPr>
          <p:cNvGrpSpPr/>
          <p:nvPr userDrawn="1"/>
        </p:nvGrpSpPr>
        <p:grpSpPr>
          <a:xfrm>
            <a:off x="1329004" y="2629430"/>
            <a:ext cx="2894619" cy="979228"/>
            <a:chOff x="532238" y="532263"/>
            <a:chExt cx="1522954" cy="515204"/>
          </a:xfrm>
        </p:grpSpPr>
        <p:sp>
          <p:nvSpPr>
            <p:cNvPr id="7" name="Freeform: Shape 6">
              <a:extLst>
                <a:ext uri="{FF2B5EF4-FFF2-40B4-BE49-F238E27FC236}">
                  <a16:creationId xmlns:a16="http://schemas.microsoft.com/office/drawing/2014/main" id="{AD955D61-89AD-68BF-11BE-DC3C64CA2E04}"/>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9" name="Freeform: Shape 8">
              <a:extLst>
                <a:ext uri="{FF2B5EF4-FFF2-40B4-BE49-F238E27FC236}">
                  <a16:creationId xmlns:a16="http://schemas.microsoft.com/office/drawing/2014/main" id="{D3D381AC-9A91-27C3-372C-83904DA3EC10}"/>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1" name="Freeform: Shape 10">
              <a:extLst>
                <a:ext uri="{FF2B5EF4-FFF2-40B4-BE49-F238E27FC236}">
                  <a16:creationId xmlns:a16="http://schemas.microsoft.com/office/drawing/2014/main" id="{C86545B6-1A77-CD99-D604-0CBE2C8A50BC}"/>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sp>
        <p:nvSpPr>
          <p:cNvPr id="61" name="Freeform: Shape 60">
            <a:extLst>
              <a:ext uri="{FF2B5EF4-FFF2-40B4-BE49-F238E27FC236}">
                <a16:creationId xmlns:a16="http://schemas.microsoft.com/office/drawing/2014/main" id="{78B3459A-8CA0-8653-BC63-848030D1104E}"/>
              </a:ext>
            </a:extLst>
          </p:cNvPr>
          <p:cNvSpPr/>
          <p:nvPr/>
        </p:nvSpPr>
        <p:spPr>
          <a:xfrm>
            <a:off x="3657600" y="0"/>
            <a:ext cx="3175" cy="3175"/>
          </a:xfrm>
          <a:custGeom>
            <a:avLst/>
            <a:gdLst/>
            <a:ahLst/>
            <a:cxnLst/>
            <a:rect l="l" t="t" r="r" b="b"/>
            <a:pathLst>
              <a:path w="3175" h="3175"/>
            </a:pathLst>
          </a:custGeom>
          <a:solidFill>
            <a:srgbClr val="FF9A00"/>
          </a:solidFill>
          <a:ln w="2223"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8ECAB471-DD36-B765-A319-2A51EA7E5DCC}"/>
              </a:ext>
            </a:extLst>
          </p:cNvPr>
          <p:cNvSpPr/>
          <p:nvPr/>
        </p:nvSpPr>
        <p:spPr>
          <a:xfrm>
            <a:off x="3657600" y="0"/>
            <a:ext cx="3175" cy="3175"/>
          </a:xfrm>
          <a:custGeom>
            <a:avLst/>
            <a:gdLst/>
            <a:ahLst/>
            <a:cxnLst/>
            <a:rect l="l" t="t" r="r" b="b"/>
            <a:pathLst>
              <a:path w="3175" h="3175"/>
            </a:pathLst>
          </a:custGeom>
          <a:solidFill>
            <a:srgbClr val="FF7400"/>
          </a:solidFill>
          <a:ln w="2223"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3A3C7847-072F-8F06-63B7-E92BC4E886C9}"/>
              </a:ext>
            </a:extLst>
          </p:cNvPr>
          <p:cNvSpPr/>
          <p:nvPr/>
        </p:nvSpPr>
        <p:spPr>
          <a:xfrm>
            <a:off x="3657600" y="0"/>
            <a:ext cx="3175" cy="3175"/>
          </a:xfrm>
          <a:custGeom>
            <a:avLst/>
            <a:gdLst/>
            <a:ahLst/>
            <a:cxnLst/>
            <a:rect l="l" t="t" r="r" b="b"/>
            <a:pathLst>
              <a:path w="3175" h="3175"/>
            </a:pathLst>
          </a:custGeom>
          <a:solidFill>
            <a:srgbClr val="FFDD1F"/>
          </a:solidFill>
          <a:ln w="2223"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3ED91732-4AFF-250B-862A-E31EF85BD96F}"/>
              </a:ext>
            </a:extLst>
          </p:cNvPr>
          <p:cNvSpPr/>
          <p:nvPr/>
        </p:nvSpPr>
        <p:spPr>
          <a:xfrm>
            <a:off x="3657600" y="0"/>
            <a:ext cx="3175" cy="3175"/>
          </a:xfrm>
          <a:custGeom>
            <a:avLst/>
            <a:gdLst/>
            <a:ahLst/>
            <a:cxnLst/>
            <a:rect l="l" t="t" r="r" b="b"/>
            <a:pathLst>
              <a:path w="3175" h="3175"/>
            </a:pathLst>
          </a:custGeom>
          <a:solidFill>
            <a:srgbClr val="FFDD1F"/>
          </a:solidFill>
          <a:ln w="2223"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6D825D5B-241C-B463-31A9-CC50DAF439D8}"/>
              </a:ext>
            </a:extLst>
          </p:cNvPr>
          <p:cNvSpPr/>
          <p:nvPr/>
        </p:nvSpPr>
        <p:spPr>
          <a:xfrm>
            <a:off x="3657600" y="0"/>
            <a:ext cx="3175" cy="3175"/>
          </a:xfrm>
          <a:custGeom>
            <a:avLst/>
            <a:gdLst/>
            <a:ahLst/>
            <a:cxnLst/>
            <a:rect l="l" t="t" r="r" b="b"/>
            <a:pathLst>
              <a:path w="3175" h="3175"/>
            </a:pathLst>
          </a:custGeom>
          <a:solidFill>
            <a:srgbClr val="FFF1E5"/>
          </a:solidFill>
          <a:ln w="2223"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6F660E30-65C4-DD19-2F3D-D00BFB54CB6A}"/>
              </a:ext>
            </a:extLst>
          </p:cNvPr>
          <p:cNvSpPr/>
          <p:nvPr/>
        </p:nvSpPr>
        <p:spPr>
          <a:xfrm>
            <a:off x="3657600" y="0"/>
            <a:ext cx="3175" cy="3175"/>
          </a:xfrm>
          <a:custGeom>
            <a:avLst/>
            <a:gdLst/>
            <a:ahLst/>
            <a:cxnLst/>
            <a:rect l="l" t="t" r="r" b="b"/>
            <a:pathLst>
              <a:path w="3175" h="3175"/>
            </a:pathLst>
          </a:custGeom>
          <a:solidFill>
            <a:srgbClr val="FFF1E5"/>
          </a:solidFill>
          <a:ln w="2223"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9355F97-AAF9-11E2-5334-7FAF3A4D3D7E}"/>
              </a:ext>
            </a:extLst>
          </p:cNvPr>
          <p:cNvSpPr/>
          <p:nvPr/>
        </p:nvSpPr>
        <p:spPr>
          <a:xfrm>
            <a:off x="3657600" y="0"/>
            <a:ext cx="3175" cy="3175"/>
          </a:xfrm>
          <a:custGeom>
            <a:avLst/>
            <a:gdLst/>
            <a:ahLst/>
            <a:cxnLst/>
            <a:rect l="l" t="t" r="r" b="b"/>
            <a:pathLst>
              <a:path w="3175" h="3175"/>
            </a:pathLst>
          </a:custGeom>
          <a:solidFill>
            <a:srgbClr val="FF7F14"/>
          </a:solidFill>
          <a:ln w="2223"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958EFF5-7C87-9E2A-94A8-2A03D995FCA9}"/>
              </a:ext>
            </a:extLst>
          </p:cNvPr>
          <p:cNvSpPr/>
          <p:nvPr/>
        </p:nvSpPr>
        <p:spPr>
          <a:xfrm>
            <a:off x="3657600" y="0"/>
            <a:ext cx="3175" cy="3175"/>
          </a:xfrm>
          <a:custGeom>
            <a:avLst/>
            <a:gdLst/>
            <a:ahLst/>
            <a:cxnLst/>
            <a:rect l="l" t="t" r="r" b="b"/>
            <a:pathLst>
              <a:path w="3175" h="3175"/>
            </a:pathLst>
          </a:custGeom>
          <a:solidFill>
            <a:srgbClr val="FF9A00"/>
          </a:solidFill>
          <a:ln w="2223"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E2109D5B-1C51-CEB5-2275-324D2106108D}"/>
              </a:ext>
            </a:extLst>
          </p:cNvPr>
          <p:cNvSpPr/>
          <p:nvPr/>
        </p:nvSpPr>
        <p:spPr>
          <a:xfrm>
            <a:off x="3657600" y="0"/>
            <a:ext cx="3175" cy="3175"/>
          </a:xfrm>
          <a:custGeom>
            <a:avLst/>
            <a:gdLst/>
            <a:ahLst/>
            <a:cxnLst/>
            <a:rect l="l" t="t" r="r" b="b"/>
            <a:pathLst>
              <a:path w="3175" h="3175"/>
            </a:pathLst>
          </a:custGeom>
          <a:solidFill>
            <a:srgbClr val="4EDAD3"/>
          </a:solidFill>
          <a:ln w="2223"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32B38B4A-3114-34EF-100B-EB8B9AEE05EA}"/>
              </a:ext>
            </a:extLst>
          </p:cNvPr>
          <p:cNvSpPr/>
          <p:nvPr/>
        </p:nvSpPr>
        <p:spPr>
          <a:xfrm>
            <a:off x="3657600" y="0"/>
            <a:ext cx="3175" cy="3175"/>
          </a:xfrm>
          <a:custGeom>
            <a:avLst/>
            <a:gdLst/>
            <a:ahLst/>
            <a:cxnLst/>
            <a:rect l="l" t="t" r="r" b="b"/>
            <a:pathLst>
              <a:path w="3175" h="3175"/>
            </a:pathLst>
          </a:custGeom>
          <a:solidFill>
            <a:srgbClr val="65D5EF"/>
          </a:solidFill>
          <a:ln w="2223"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1F9B240B-2ACB-6AAA-2472-DB6DA68F0D89}"/>
              </a:ext>
            </a:extLst>
          </p:cNvPr>
          <p:cNvSpPr/>
          <p:nvPr/>
        </p:nvSpPr>
        <p:spPr>
          <a:xfrm>
            <a:off x="3657600" y="0"/>
            <a:ext cx="3175" cy="3175"/>
          </a:xfrm>
          <a:custGeom>
            <a:avLst/>
            <a:gdLst/>
            <a:ahLst/>
            <a:cxnLst/>
            <a:rect l="l" t="t" r="r" b="b"/>
            <a:pathLst>
              <a:path w="3175" h="3175"/>
            </a:pathLst>
          </a:custGeom>
          <a:solidFill>
            <a:srgbClr val="0068DF"/>
          </a:solidFill>
          <a:ln w="2223"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E92B4398-67A6-3F67-E3DA-B9E51F86091E}"/>
              </a:ext>
            </a:extLst>
          </p:cNvPr>
          <p:cNvSpPr/>
          <p:nvPr/>
        </p:nvSpPr>
        <p:spPr>
          <a:xfrm>
            <a:off x="3657600" y="0"/>
            <a:ext cx="3175" cy="3175"/>
          </a:xfrm>
          <a:custGeom>
            <a:avLst/>
            <a:gdLst/>
            <a:ahLst/>
            <a:cxnLst/>
            <a:rect l="l" t="t" r="r" b="b"/>
            <a:pathLst>
              <a:path w="3175" h="3175"/>
            </a:pathLst>
          </a:custGeom>
          <a:solidFill>
            <a:srgbClr val="65D5EF"/>
          </a:solidFill>
          <a:ln w="2223"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C79EAD67-10C9-603E-1EBD-D000686C1744}"/>
              </a:ext>
            </a:extLst>
          </p:cNvPr>
          <p:cNvSpPr/>
          <p:nvPr/>
        </p:nvSpPr>
        <p:spPr>
          <a:xfrm>
            <a:off x="3657600" y="0"/>
            <a:ext cx="3175" cy="3175"/>
          </a:xfrm>
          <a:custGeom>
            <a:avLst/>
            <a:gdLst/>
            <a:ahLst/>
            <a:cxnLst/>
            <a:rect l="l" t="t" r="r" b="b"/>
            <a:pathLst>
              <a:path w="3175" h="3175"/>
            </a:pathLst>
          </a:custGeom>
          <a:solidFill>
            <a:srgbClr val="3ECAFB">
              <a:alpha val="50000"/>
            </a:srgbClr>
          </a:solidFill>
          <a:ln w="2223"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C339BAC4-0B00-E89A-EC79-25E15A67A83D}"/>
              </a:ext>
            </a:extLst>
          </p:cNvPr>
          <p:cNvSpPr/>
          <p:nvPr/>
        </p:nvSpPr>
        <p:spPr>
          <a:xfrm>
            <a:off x="3657600" y="0"/>
            <a:ext cx="3175" cy="3175"/>
          </a:xfrm>
          <a:custGeom>
            <a:avLst/>
            <a:gdLst/>
            <a:ahLst/>
            <a:cxnLst/>
            <a:rect l="l" t="t" r="r" b="b"/>
            <a:pathLst>
              <a:path w="3175" h="3175"/>
            </a:pathLst>
          </a:custGeom>
          <a:solidFill>
            <a:srgbClr val="0068DF"/>
          </a:solidFill>
          <a:ln w="2223" cap="flat">
            <a:noFill/>
            <a:prstDash val="solid"/>
            <a:miter/>
          </a:ln>
        </p:spPr>
        <p:txBody>
          <a:bodyPr rtlCol="0" anchor="ctr"/>
          <a:lstStyle/>
          <a:p>
            <a:endParaRPr lang="en-US"/>
          </a:p>
        </p:txBody>
      </p:sp>
      <p:grpSp>
        <p:nvGrpSpPr>
          <p:cNvPr id="112" name="Group 111">
            <a:extLst>
              <a:ext uri="{FF2B5EF4-FFF2-40B4-BE49-F238E27FC236}">
                <a16:creationId xmlns:a16="http://schemas.microsoft.com/office/drawing/2014/main" id="{BC792D86-477E-5276-145A-CE3B4CA38385}"/>
              </a:ext>
            </a:extLst>
          </p:cNvPr>
          <p:cNvGrpSpPr/>
          <p:nvPr userDrawn="1"/>
        </p:nvGrpSpPr>
        <p:grpSpPr>
          <a:xfrm>
            <a:off x="3881118" y="0"/>
            <a:ext cx="8315959" cy="6857999"/>
            <a:chOff x="4609967" y="0"/>
            <a:chExt cx="8315959" cy="6857999"/>
          </a:xfrm>
        </p:grpSpPr>
        <p:sp>
          <p:nvSpPr>
            <p:cNvPr id="113" name="Freeform: Shape 112">
              <a:extLst>
                <a:ext uri="{FF2B5EF4-FFF2-40B4-BE49-F238E27FC236}">
                  <a16:creationId xmlns:a16="http://schemas.microsoft.com/office/drawing/2014/main" id="{536DD5F0-C72A-F3BE-8C6B-AFB60BAD558D}"/>
                </a:ext>
              </a:extLst>
            </p:cNvPr>
            <p:cNvSpPr/>
            <p:nvPr/>
          </p:nvSpPr>
          <p:spPr>
            <a:xfrm>
              <a:off x="4609967" y="0"/>
              <a:ext cx="5878512" cy="3493452"/>
            </a:xfrm>
            <a:custGeom>
              <a:avLst/>
              <a:gdLst>
                <a:gd name="connsiteX0" fmla="*/ 5878513 w 5878512"/>
                <a:gd name="connsiteY0" fmla="*/ 3493453 h 3493452"/>
                <a:gd name="connsiteX1" fmla="*/ 5857557 w 5878512"/>
                <a:gd name="connsiteY1" fmla="*/ 0 h 3493452"/>
                <a:gd name="connsiteX2" fmla="*/ 2393315 w 5878512"/>
                <a:gd name="connsiteY2" fmla="*/ 0 h 3493452"/>
                <a:gd name="connsiteX3" fmla="*/ 0 w 5878512"/>
                <a:gd name="connsiteY3" fmla="*/ 0 h 3493452"/>
                <a:gd name="connsiteX4" fmla="*/ 5878513 w 5878512"/>
                <a:gd name="connsiteY4" fmla="*/ 3493453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5878513" y="3493453"/>
                  </a:moveTo>
                  <a:lnTo>
                    <a:pt x="5857557" y="0"/>
                  </a:lnTo>
                  <a:lnTo>
                    <a:pt x="2393315" y="0"/>
                  </a:lnTo>
                  <a:lnTo>
                    <a:pt x="0" y="0"/>
                  </a:lnTo>
                  <a:lnTo>
                    <a:pt x="5878513" y="3493453"/>
                  </a:lnTo>
                  <a:close/>
                </a:path>
              </a:pathLst>
            </a:custGeom>
            <a:solidFill>
              <a:srgbClr val="69CA00"/>
            </a:solidFill>
            <a:ln w="2223"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DC9571F9-A6AA-F72C-84A9-F5F77C277DCD}"/>
                </a:ext>
              </a:extLst>
            </p:cNvPr>
            <p:cNvSpPr/>
            <p:nvPr/>
          </p:nvSpPr>
          <p:spPr>
            <a:xfrm>
              <a:off x="4609967" y="0"/>
              <a:ext cx="5878512" cy="3493452"/>
            </a:xfrm>
            <a:custGeom>
              <a:avLst/>
              <a:gdLst>
                <a:gd name="connsiteX0" fmla="*/ 0 w 5878512"/>
                <a:gd name="connsiteY0" fmla="*/ 0 h 3493452"/>
                <a:gd name="connsiteX1" fmla="*/ 5878513 w 5878512"/>
                <a:gd name="connsiteY1" fmla="*/ 3493453 h 3493452"/>
                <a:gd name="connsiteX2" fmla="*/ 2393315 w 5878512"/>
                <a:gd name="connsiteY2" fmla="*/ 0 h 3493452"/>
                <a:gd name="connsiteX3" fmla="*/ 2393315 w 5878512"/>
                <a:gd name="connsiteY3" fmla="*/ 0 h 3493452"/>
                <a:gd name="connsiteX4" fmla="*/ 0 w 5878512"/>
                <a:gd name="connsiteY4" fmla="*/ 0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0" y="0"/>
                  </a:moveTo>
                  <a:lnTo>
                    <a:pt x="5878513" y="3493453"/>
                  </a:lnTo>
                  <a:lnTo>
                    <a:pt x="2393315" y="0"/>
                  </a:lnTo>
                  <a:lnTo>
                    <a:pt x="2393315" y="0"/>
                  </a:lnTo>
                  <a:lnTo>
                    <a:pt x="0" y="0"/>
                  </a:lnTo>
                  <a:close/>
                </a:path>
              </a:pathLst>
            </a:custGeom>
            <a:gradFill>
              <a:gsLst>
                <a:gs pos="2521">
                  <a:schemeClr val="accent6"/>
                </a:gs>
                <a:gs pos="49000">
                  <a:schemeClr val="accent3"/>
                </a:gs>
                <a:gs pos="63000">
                  <a:srgbClr val="C6EB00"/>
                </a:gs>
                <a:gs pos="94000">
                  <a:srgbClr val="C6EB00"/>
                </a:gs>
              </a:gsLst>
              <a:lin ang="18480000" scaled="0"/>
            </a:gradFill>
            <a:ln w="2223"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CCCC7286-8BDB-26DD-B782-CA454A627D91}"/>
                </a:ext>
              </a:extLst>
            </p:cNvPr>
            <p:cNvSpPr/>
            <p:nvPr/>
          </p:nvSpPr>
          <p:spPr>
            <a:xfrm>
              <a:off x="7003281" y="0"/>
              <a:ext cx="3485197" cy="3493452"/>
            </a:xfrm>
            <a:custGeom>
              <a:avLst/>
              <a:gdLst>
                <a:gd name="connsiteX0" fmla="*/ 0 w 3485197"/>
                <a:gd name="connsiteY0" fmla="*/ 0 h 3493452"/>
                <a:gd name="connsiteX1" fmla="*/ 3485198 w 3485197"/>
                <a:gd name="connsiteY1" fmla="*/ 3493453 h 3493452"/>
                <a:gd name="connsiteX2" fmla="*/ 287973 w 3485197"/>
                <a:gd name="connsiteY2" fmla="*/ 0 h 3493452"/>
                <a:gd name="connsiteX3" fmla="*/ 0 w 3485197"/>
                <a:gd name="connsiteY3" fmla="*/ 0 h 3493452"/>
              </a:gdLst>
              <a:ahLst/>
              <a:cxnLst>
                <a:cxn ang="0">
                  <a:pos x="connsiteX0" y="connsiteY0"/>
                </a:cxn>
                <a:cxn ang="0">
                  <a:pos x="connsiteX1" y="connsiteY1"/>
                </a:cxn>
                <a:cxn ang="0">
                  <a:pos x="connsiteX2" y="connsiteY2"/>
                </a:cxn>
                <a:cxn ang="0">
                  <a:pos x="connsiteX3" y="connsiteY3"/>
                </a:cxn>
              </a:cxnLst>
              <a:rect l="l" t="t" r="r" b="b"/>
              <a:pathLst>
                <a:path w="3485197" h="3493452">
                  <a:moveTo>
                    <a:pt x="0" y="0"/>
                  </a:moveTo>
                  <a:lnTo>
                    <a:pt x="3485198" y="3493453"/>
                  </a:lnTo>
                  <a:lnTo>
                    <a:pt x="287973" y="0"/>
                  </a:lnTo>
                  <a:lnTo>
                    <a:pt x="0" y="0"/>
                  </a:lnTo>
                  <a:close/>
                </a:path>
              </a:pathLst>
            </a:custGeom>
            <a:solidFill>
              <a:srgbClr val="7EB972">
                <a:alpha val="40000"/>
              </a:srgbClr>
            </a:solidFill>
            <a:ln w="2223"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BC96A91D-2A15-E82B-B83F-9F71ECBC5D59}"/>
                </a:ext>
              </a:extLst>
            </p:cNvPr>
            <p:cNvSpPr/>
            <p:nvPr/>
          </p:nvSpPr>
          <p:spPr>
            <a:xfrm>
              <a:off x="7291254" y="0"/>
              <a:ext cx="3197225" cy="3493452"/>
            </a:xfrm>
            <a:custGeom>
              <a:avLst/>
              <a:gdLst>
                <a:gd name="connsiteX0" fmla="*/ 628650 w 3197225"/>
                <a:gd name="connsiteY0" fmla="*/ 0 h 3493452"/>
                <a:gd name="connsiteX1" fmla="*/ 3197225 w 3197225"/>
                <a:gd name="connsiteY1" fmla="*/ 3493453 h 3493452"/>
                <a:gd name="connsiteX2" fmla="*/ 0 w 3197225"/>
                <a:gd name="connsiteY2" fmla="*/ 0 h 3493452"/>
                <a:gd name="connsiteX3" fmla="*/ 628650 w 3197225"/>
                <a:gd name="connsiteY3" fmla="*/ 0 h 3493452"/>
              </a:gdLst>
              <a:ahLst/>
              <a:cxnLst>
                <a:cxn ang="0">
                  <a:pos x="connsiteX0" y="connsiteY0"/>
                </a:cxn>
                <a:cxn ang="0">
                  <a:pos x="connsiteX1" y="connsiteY1"/>
                </a:cxn>
                <a:cxn ang="0">
                  <a:pos x="connsiteX2" y="connsiteY2"/>
                </a:cxn>
                <a:cxn ang="0">
                  <a:pos x="connsiteX3" y="connsiteY3"/>
                </a:cxn>
              </a:cxnLst>
              <a:rect l="l" t="t" r="r" b="b"/>
              <a:pathLst>
                <a:path w="3197225" h="3493452">
                  <a:moveTo>
                    <a:pt x="628650" y="0"/>
                  </a:moveTo>
                  <a:lnTo>
                    <a:pt x="3197225" y="3493453"/>
                  </a:lnTo>
                  <a:lnTo>
                    <a:pt x="0" y="0"/>
                  </a:lnTo>
                  <a:lnTo>
                    <a:pt x="628650" y="0"/>
                  </a:lnTo>
                  <a:close/>
                </a:path>
              </a:pathLst>
            </a:custGeom>
            <a:gradFill>
              <a:gsLst>
                <a:gs pos="46000">
                  <a:schemeClr val="accent3"/>
                </a:gs>
                <a:gs pos="64000">
                  <a:srgbClr val="C6EB00"/>
                </a:gs>
              </a:gsLst>
              <a:lin ang="18810059" scaled="1"/>
            </a:gradFill>
            <a:ln w="2223"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17BDE33A-7F5F-E171-2859-4A2944ADEB84}"/>
                </a:ext>
              </a:extLst>
            </p:cNvPr>
            <p:cNvSpPr/>
            <p:nvPr/>
          </p:nvSpPr>
          <p:spPr>
            <a:xfrm>
              <a:off x="7919904" y="0"/>
              <a:ext cx="2568575" cy="3493452"/>
            </a:xfrm>
            <a:custGeom>
              <a:avLst/>
              <a:gdLst>
                <a:gd name="connsiteX0" fmla="*/ 0 w 2568575"/>
                <a:gd name="connsiteY0" fmla="*/ 0 h 3493452"/>
                <a:gd name="connsiteX1" fmla="*/ 2568575 w 2568575"/>
                <a:gd name="connsiteY1" fmla="*/ 3493453 h 3493452"/>
                <a:gd name="connsiteX2" fmla="*/ 173672 w 2568575"/>
                <a:gd name="connsiteY2" fmla="*/ 0 h 3493452"/>
                <a:gd name="connsiteX3" fmla="*/ 0 w 2568575"/>
                <a:gd name="connsiteY3" fmla="*/ 0 h 3493452"/>
              </a:gdLst>
              <a:ahLst/>
              <a:cxnLst>
                <a:cxn ang="0">
                  <a:pos x="connsiteX0" y="connsiteY0"/>
                </a:cxn>
                <a:cxn ang="0">
                  <a:pos x="connsiteX1" y="connsiteY1"/>
                </a:cxn>
                <a:cxn ang="0">
                  <a:pos x="connsiteX2" y="connsiteY2"/>
                </a:cxn>
                <a:cxn ang="0">
                  <a:pos x="connsiteX3" y="connsiteY3"/>
                </a:cxn>
              </a:cxnLst>
              <a:rect l="l" t="t" r="r" b="b"/>
              <a:pathLst>
                <a:path w="2568575" h="3493452">
                  <a:moveTo>
                    <a:pt x="0" y="0"/>
                  </a:moveTo>
                  <a:lnTo>
                    <a:pt x="2568575" y="3493453"/>
                  </a:lnTo>
                  <a:lnTo>
                    <a:pt x="173672" y="0"/>
                  </a:lnTo>
                  <a:lnTo>
                    <a:pt x="0" y="0"/>
                  </a:lnTo>
                  <a:close/>
                </a:path>
              </a:pathLst>
            </a:custGeom>
            <a:solidFill>
              <a:srgbClr val="FFFFFF">
                <a:alpha val="20000"/>
              </a:srgbClr>
            </a:solidFill>
            <a:ln w="2223"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A4A99F4E-02ED-DC0A-C352-32D0A8001760}"/>
                </a:ext>
              </a:extLst>
            </p:cNvPr>
            <p:cNvSpPr/>
            <p:nvPr/>
          </p:nvSpPr>
          <p:spPr>
            <a:xfrm>
              <a:off x="8093577" y="0"/>
              <a:ext cx="2394902" cy="3493452"/>
            </a:xfrm>
            <a:custGeom>
              <a:avLst/>
              <a:gdLst>
                <a:gd name="connsiteX0" fmla="*/ 0 w 2394902"/>
                <a:gd name="connsiteY0" fmla="*/ 0 h 3493452"/>
                <a:gd name="connsiteX1" fmla="*/ 2394903 w 2394902"/>
                <a:gd name="connsiteY1" fmla="*/ 3493453 h 3493452"/>
                <a:gd name="connsiteX2" fmla="*/ 0 w 2394902"/>
                <a:gd name="connsiteY2" fmla="*/ 0 h 3493452"/>
                <a:gd name="connsiteX3" fmla="*/ 0 w 2394902"/>
                <a:gd name="connsiteY3" fmla="*/ 0 h 3493452"/>
              </a:gdLst>
              <a:ahLst/>
              <a:cxnLst>
                <a:cxn ang="0">
                  <a:pos x="connsiteX0" y="connsiteY0"/>
                </a:cxn>
                <a:cxn ang="0">
                  <a:pos x="connsiteX1" y="connsiteY1"/>
                </a:cxn>
                <a:cxn ang="0">
                  <a:pos x="connsiteX2" y="connsiteY2"/>
                </a:cxn>
                <a:cxn ang="0">
                  <a:pos x="connsiteX3" y="connsiteY3"/>
                </a:cxn>
              </a:cxnLst>
              <a:rect l="l" t="t" r="r" b="b"/>
              <a:pathLst>
                <a:path w="2394902" h="3493452">
                  <a:moveTo>
                    <a:pt x="0" y="0"/>
                  </a:moveTo>
                  <a:lnTo>
                    <a:pt x="2394903" y="3493453"/>
                  </a:lnTo>
                  <a:lnTo>
                    <a:pt x="0" y="0"/>
                  </a:lnTo>
                  <a:lnTo>
                    <a:pt x="0" y="0"/>
                  </a:lnTo>
                  <a:close/>
                </a:path>
              </a:pathLst>
            </a:custGeom>
            <a:solidFill>
              <a:srgbClr val="69CA00"/>
            </a:solidFill>
            <a:ln w="2223"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E9C80E6E-26E4-17DB-0F9D-829E26937A7E}"/>
                </a:ext>
              </a:extLst>
            </p:cNvPr>
            <p:cNvSpPr/>
            <p:nvPr/>
          </p:nvSpPr>
          <p:spPr>
            <a:xfrm>
              <a:off x="8267884" y="0"/>
              <a:ext cx="2220595" cy="3493452"/>
            </a:xfrm>
            <a:custGeom>
              <a:avLst/>
              <a:gdLst>
                <a:gd name="connsiteX0" fmla="*/ 0 w 2220595"/>
                <a:gd name="connsiteY0" fmla="*/ 0 h 3493452"/>
                <a:gd name="connsiteX1" fmla="*/ 2220596 w 2220595"/>
                <a:gd name="connsiteY1" fmla="*/ 3493453 h 3493452"/>
                <a:gd name="connsiteX2" fmla="*/ 187643 w 2220595"/>
                <a:gd name="connsiteY2" fmla="*/ 0 h 3493452"/>
                <a:gd name="connsiteX3" fmla="*/ 0 w 2220595"/>
                <a:gd name="connsiteY3" fmla="*/ 0 h 3493452"/>
              </a:gdLst>
              <a:ahLst/>
              <a:cxnLst>
                <a:cxn ang="0">
                  <a:pos x="connsiteX0" y="connsiteY0"/>
                </a:cxn>
                <a:cxn ang="0">
                  <a:pos x="connsiteX1" y="connsiteY1"/>
                </a:cxn>
                <a:cxn ang="0">
                  <a:pos x="connsiteX2" y="connsiteY2"/>
                </a:cxn>
                <a:cxn ang="0">
                  <a:pos x="connsiteX3" y="connsiteY3"/>
                </a:cxn>
              </a:cxnLst>
              <a:rect l="l" t="t" r="r" b="b"/>
              <a:pathLst>
                <a:path w="2220595" h="3493452">
                  <a:moveTo>
                    <a:pt x="0" y="0"/>
                  </a:moveTo>
                  <a:lnTo>
                    <a:pt x="2220596" y="3493453"/>
                  </a:lnTo>
                  <a:lnTo>
                    <a:pt x="187643" y="0"/>
                  </a:lnTo>
                  <a:lnTo>
                    <a:pt x="0" y="0"/>
                  </a:lnTo>
                  <a:close/>
                </a:path>
              </a:pathLst>
            </a:custGeom>
            <a:solidFill>
              <a:srgbClr val="21B221">
                <a:alpha val="60000"/>
              </a:srgbClr>
            </a:solidFill>
            <a:ln w="2223"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5FCE6926-0F18-1A91-E89F-FC6A2A258C35}"/>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solidFill>
              <a:srgbClr val="80D226"/>
            </a:solidFill>
            <a:ln w="2223"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59D48824-9DA0-B59C-3334-5C4EAE7F75E0}"/>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gradFill>
              <a:gsLst>
                <a:gs pos="38000">
                  <a:srgbClr val="C6EB00"/>
                </a:gs>
                <a:gs pos="52000">
                  <a:schemeClr val="accent3"/>
                </a:gs>
                <a:gs pos="74000">
                  <a:srgbClr val="00A700"/>
                </a:gs>
              </a:gsLst>
              <a:lin ang="20220000" scaled="0"/>
            </a:gradFill>
            <a:ln w="2223"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5D03C791-9A9B-877C-6C7D-323E516A7616}"/>
                </a:ext>
              </a:extLst>
            </p:cNvPr>
            <p:cNvSpPr/>
            <p:nvPr/>
          </p:nvSpPr>
          <p:spPr>
            <a:xfrm>
              <a:off x="9119419" y="0"/>
              <a:ext cx="1369059" cy="3493452"/>
            </a:xfrm>
            <a:custGeom>
              <a:avLst/>
              <a:gdLst>
                <a:gd name="connsiteX0" fmla="*/ 0 w 1369059"/>
                <a:gd name="connsiteY0" fmla="*/ 0 h 3493452"/>
                <a:gd name="connsiteX1" fmla="*/ 1369060 w 1369059"/>
                <a:gd name="connsiteY1" fmla="*/ 3493453 h 3493452"/>
                <a:gd name="connsiteX2" fmla="*/ 452755 w 1369059"/>
                <a:gd name="connsiteY2" fmla="*/ 0 h 3493452"/>
                <a:gd name="connsiteX3" fmla="*/ 0 w 1369059"/>
                <a:gd name="connsiteY3" fmla="*/ 0 h 3493452"/>
              </a:gdLst>
              <a:ahLst/>
              <a:cxnLst>
                <a:cxn ang="0">
                  <a:pos x="connsiteX0" y="connsiteY0"/>
                </a:cxn>
                <a:cxn ang="0">
                  <a:pos x="connsiteX1" y="connsiteY1"/>
                </a:cxn>
                <a:cxn ang="0">
                  <a:pos x="connsiteX2" y="connsiteY2"/>
                </a:cxn>
                <a:cxn ang="0">
                  <a:pos x="connsiteX3" y="connsiteY3"/>
                </a:cxn>
              </a:cxnLst>
              <a:rect l="l" t="t" r="r" b="b"/>
              <a:pathLst>
                <a:path w="1369059" h="3493452">
                  <a:moveTo>
                    <a:pt x="0" y="0"/>
                  </a:moveTo>
                  <a:lnTo>
                    <a:pt x="1369060" y="3493453"/>
                  </a:lnTo>
                  <a:lnTo>
                    <a:pt x="452755" y="0"/>
                  </a:lnTo>
                  <a:lnTo>
                    <a:pt x="0" y="0"/>
                  </a:lnTo>
                  <a:close/>
                </a:path>
              </a:pathLst>
            </a:custGeom>
            <a:solidFill>
              <a:srgbClr val="69CA00"/>
            </a:solidFill>
            <a:ln w="2223"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8EEF5257-0622-A30B-DDEF-9C166A25E883}"/>
                </a:ext>
              </a:extLst>
            </p:cNvPr>
            <p:cNvSpPr/>
            <p:nvPr/>
          </p:nvSpPr>
          <p:spPr>
            <a:xfrm>
              <a:off x="9572174" y="0"/>
              <a:ext cx="916305" cy="3493452"/>
            </a:xfrm>
            <a:custGeom>
              <a:avLst/>
              <a:gdLst>
                <a:gd name="connsiteX0" fmla="*/ 895350 w 916305"/>
                <a:gd name="connsiteY0" fmla="*/ 0 h 3493452"/>
                <a:gd name="connsiteX1" fmla="*/ 916305 w 916305"/>
                <a:gd name="connsiteY1" fmla="*/ 3493453 h 3493452"/>
                <a:gd name="connsiteX2" fmla="*/ 0 w 916305"/>
                <a:gd name="connsiteY2" fmla="*/ 0 h 3493452"/>
                <a:gd name="connsiteX3" fmla="*/ 89535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895350" y="0"/>
                  </a:moveTo>
                  <a:lnTo>
                    <a:pt x="916305" y="3493453"/>
                  </a:lnTo>
                  <a:lnTo>
                    <a:pt x="0" y="0"/>
                  </a:lnTo>
                  <a:lnTo>
                    <a:pt x="895350" y="0"/>
                  </a:lnTo>
                  <a:close/>
                </a:path>
              </a:pathLst>
            </a:custGeom>
            <a:gradFill>
              <a:gsLst>
                <a:gs pos="20000">
                  <a:srgbClr val="C6EB00"/>
                </a:gs>
                <a:gs pos="20000">
                  <a:srgbClr val="C6EB00">
                    <a:alpha val="89804"/>
                  </a:srgbClr>
                </a:gs>
                <a:gs pos="40000">
                  <a:srgbClr val="C6EB00">
                    <a:alpha val="69804"/>
                  </a:srgbClr>
                </a:gs>
                <a:gs pos="70000">
                  <a:srgbClr val="C6EB00">
                    <a:alpha val="29804"/>
                  </a:srgbClr>
                </a:gs>
                <a:gs pos="90000">
                  <a:srgbClr val="C6EB00">
                    <a:alpha val="0"/>
                  </a:srgbClr>
                </a:gs>
              </a:gsLst>
              <a:lin ang="21210000" scaled="1"/>
            </a:gradFill>
            <a:ln w="2223"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FE935E3E-7A03-937C-4835-B1294719DF52}"/>
                </a:ext>
              </a:extLst>
            </p:cNvPr>
            <p:cNvSpPr/>
            <p:nvPr/>
          </p:nvSpPr>
          <p:spPr>
            <a:xfrm>
              <a:off x="10488479" y="0"/>
              <a:ext cx="2343784" cy="3493452"/>
            </a:xfrm>
            <a:custGeom>
              <a:avLst/>
              <a:gdLst>
                <a:gd name="connsiteX0" fmla="*/ 0 w 2343784"/>
                <a:gd name="connsiteY0" fmla="*/ 3493453 h 3493452"/>
                <a:gd name="connsiteX1" fmla="*/ 521335 w 2343784"/>
                <a:gd name="connsiteY1" fmla="*/ 0 h 3493452"/>
                <a:gd name="connsiteX2" fmla="*/ 2343785 w 2343784"/>
                <a:gd name="connsiteY2" fmla="*/ 0 h 3493452"/>
              </a:gdLst>
              <a:ahLst/>
              <a:cxnLst>
                <a:cxn ang="0">
                  <a:pos x="connsiteX0" y="connsiteY0"/>
                </a:cxn>
                <a:cxn ang="0">
                  <a:pos x="connsiteX1" y="connsiteY1"/>
                </a:cxn>
                <a:cxn ang="0">
                  <a:pos x="connsiteX2" y="connsiteY2"/>
                </a:cxn>
              </a:cxnLst>
              <a:rect l="l" t="t" r="r" b="b"/>
              <a:pathLst>
                <a:path w="2343784" h="3493452">
                  <a:moveTo>
                    <a:pt x="0" y="3493453"/>
                  </a:moveTo>
                  <a:lnTo>
                    <a:pt x="521335" y="0"/>
                  </a:lnTo>
                  <a:lnTo>
                    <a:pt x="2343785" y="0"/>
                  </a:lnTo>
                </a:path>
              </a:pathLst>
            </a:custGeom>
            <a:solidFill>
              <a:srgbClr val="0EAFE0"/>
            </a:solidFill>
            <a:ln w="2223"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49F41B27-2B02-47A8-E3EA-FCD496ADFC6B}"/>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solidFill>
              <a:srgbClr val="3ECAFB"/>
            </a:solidFill>
            <a:ln w="2223"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5F55EB0D-C383-C3B5-34A8-96714E899719}"/>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gradFill>
              <a:gsLst>
                <a:gs pos="24000">
                  <a:srgbClr val="3ECAFB">
                    <a:alpha val="0"/>
                  </a:srgbClr>
                </a:gs>
                <a:gs pos="47000">
                  <a:srgbClr val="188EEA"/>
                </a:gs>
                <a:gs pos="57000">
                  <a:srgbClr val="0068DF"/>
                </a:gs>
              </a:gsLst>
              <a:lin ang="1980000" scaled="0"/>
            </a:gradFill>
            <a:ln w="2223"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E6FA0420-4F28-A03C-4C3B-B7AC80C41F02}"/>
                </a:ext>
              </a:extLst>
            </p:cNvPr>
            <p:cNvSpPr/>
            <p:nvPr/>
          </p:nvSpPr>
          <p:spPr>
            <a:xfrm>
              <a:off x="10488479" y="0"/>
              <a:ext cx="1231265" cy="3493452"/>
            </a:xfrm>
            <a:custGeom>
              <a:avLst/>
              <a:gdLst>
                <a:gd name="connsiteX0" fmla="*/ 824547 w 1231265"/>
                <a:gd name="connsiteY0" fmla="*/ 0 h 3493452"/>
                <a:gd name="connsiteX1" fmla="*/ 0 w 1231265"/>
                <a:gd name="connsiteY1" fmla="*/ 3493453 h 3493452"/>
                <a:gd name="connsiteX2" fmla="*/ 1231265 w 1231265"/>
                <a:gd name="connsiteY2" fmla="*/ 0 h 3493452"/>
                <a:gd name="connsiteX3" fmla="*/ 824547 w 1231265"/>
                <a:gd name="connsiteY3" fmla="*/ 0 h 3493452"/>
              </a:gdLst>
              <a:ahLst/>
              <a:cxnLst>
                <a:cxn ang="0">
                  <a:pos x="connsiteX0" y="connsiteY0"/>
                </a:cxn>
                <a:cxn ang="0">
                  <a:pos x="connsiteX1" y="connsiteY1"/>
                </a:cxn>
                <a:cxn ang="0">
                  <a:pos x="connsiteX2" y="connsiteY2"/>
                </a:cxn>
                <a:cxn ang="0">
                  <a:pos x="connsiteX3" y="connsiteY3"/>
                </a:cxn>
              </a:cxnLst>
              <a:rect l="l" t="t" r="r" b="b"/>
              <a:pathLst>
                <a:path w="1231265" h="3493452">
                  <a:moveTo>
                    <a:pt x="824547" y="0"/>
                  </a:moveTo>
                  <a:lnTo>
                    <a:pt x="0" y="3493453"/>
                  </a:lnTo>
                  <a:lnTo>
                    <a:pt x="1231265" y="0"/>
                  </a:lnTo>
                  <a:lnTo>
                    <a:pt x="824547" y="0"/>
                  </a:lnTo>
                  <a:close/>
                </a:path>
              </a:pathLst>
            </a:custGeom>
            <a:solidFill>
              <a:srgbClr val="1F7AE3">
                <a:alpha val="60000"/>
              </a:srgbClr>
            </a:solidFill>
            <a:ln w="2223"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2EB33CA9-2A58-2DF6-9DE1-14BFD9D06BBF}"/>
                </a:ext>
              </a:extLst>
            </p:cNvPr>
            <p:cNvSpPr/>
            <p:nvPr/>
          </p:nvSpPr>
          <p:spPr>
            <a:xfrm>
              <a:off x="10467524" y="0"/>
              <a:ext cx="542290" cy="3493452"/>
            </a:xfrm>
            <a:custGeom>
              <a:avLst/>
              <a:gdLst>
                <a:gd name="connsiteX0" fmla="*/ 542290 w 542290"/>
                <a:gd name="connsiteY0" fmla="*/ 0 h 3493452"/>
                <a:gd name="connsiteX1" fmla="*/ 20955 w 542290"/>
                <a:gd name="connsiteY1" fmla="*/ 3493453 h 3493452"/>
                <a:gd name="connsiteX2" fmla="*/ 0 w 542290"/>
                <a:gd name="connsiteY2" fmla="*/ 0 h 3493452"/>
                <a:gd name="connsiteX3" fmla="*/ 54229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542290" y="0"/>
                  </a:moveTo>
                  <a:lnTo>
                    <a:pt x="20955" y="3493453"/>
                  </a:lnTo>
                  <a:lnTo>
                    <a:pt x="0" y="0"/>
                  </a:lnTo>
                  <a:lnTo>
                    <a:pt x="542290" y="0"/>
                  </a:lnTo>
                  <a:close/>
                </a:path>
              </a:pathLst>
            </a:custGeom>
            <a:solidFill>
              <a:srgbClr val="3ECAFB"/>
            </a:solidFill>
            <a:ln w="2223"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7DE86A2F-B70A-B395-A7DD-114FD7E2BE72}"/>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gradFill>
              <a:gsLst>
                <a:gs pos="0">
                  <a:srgbClr val="0076DB"/>
                </a:gs>
                <a:gs pos="50000">
                  <a:srgbClr val="2A9FED"/>
                </a:gs>
                <a:gs pos="100000">
                  <a:srgbClr val="54C8FF"/>
                </a:gs>
              </a:gsLst>
              <a:lin ang="20920988" scaled="1"/>
            </a:gradFill>
            <a:ln w="2223"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801BC16E-170D-8AAA-829D-40C1A1103560}"/>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noFill/>
            <a:ln w="2223"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C5AC35A-A136-E2AA-B6B6-C60AC938C068}"/>
                </a:ext>
              </a:extLst>
            </p:cNvPr>
            <p:cNvSpPr/>
            <p:nvPr/>
          </p:nvSpPr>
          <p:spPr>
            <a:xfrm>
              <a:off x="9572174" y="0"/>
              <a:ext cx="916305" cy="3493452"/>
            </a:xfrm>
            <a:custGeom>
              <a:avLst/>
              <a:gdLst>
                <a:gd name="connsiteX0" fmla="*/ 0 w 916305"/>
                <a:gd name="connsiteY0" fmla="*/ 0 h 3493452"/>
                <a:gd name="connsiteX1" fmla="*/ 916305 w 916305"/>
                <a:gd name="connsiteY1" fmla="*/ 3493453 h 3493452"/>
                <a:gd name="connsiteX2" fmla="*/ 895350 w 916305"/>
                <a:gd name="connsiteY2" fmla="*/ 0 h 3493452"/>
                <a:gd name="connsiteX3" fmla="*/ 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0" y="0"/>
                  </a:moveTo>
                  <a:lnTo>
                    <a:pt x="916305" y="3493453"/>
                  </a:lnTo>
                  <a:lnTo>
                    <a:pt x="895350" y="0"/>
                  </a:lnTo>
                  <a:lnTo>
                    <a:pt x="0" y="0"/>
                  </a:lnTo>
                  <a:close/>
                </a:path>
              </a:pathLst>
            </a:custGeom>
            <a:gradFill>
              <a:gsLst>
                <a:gs pos="36000">
                  <a:srgbClr val="C6EB00"/>
                </a:gs>
                <a:gs pos="54000">
                  <a:srgbClr val="B7D742"/>
                </a:gs>
                <a:gs pos="80000">
                  <a:srgbClr val="5DCAD3"/>
                </a:gs>
                <a:gs pos="100000">
                  <a:srgbClr val="49C8F5"/>
                </a:gs>
              </a:gsLst>
              <a:lin ang="20940000" scaled="0"/>
            </a:gradFill>
            <a:ln w="2223"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3B217707-250A-66D7-D5E6-B099752C419D}"/>
                </a:ext>
              </a:extLst>
            </p:cNvPr>
            <p:cNvSpPr/>
            <p:nvPr/>
          </p:nvSpPr>
          <p:spPr>
            <a:xfrm>
              <a:off x="10488479" y="0"/>
              <a:ext cx="824547" cy="3493452"/>
            </a:xfrm>
            <a:custGeom>
              <a:avLst/>
              <a:gdLst>
                <a:gd name="connsiteX0" fmla="*/ 521335 w 824547"/>
                <a:gd name="connsiteY0" fmla="*/ 0 h 3493452"/>
                <a:gd name="connsiteX1" fmla="*/ 0 w 824547"/>
                <a:gd name="connsiteY1" fmla="*/ 3493453 h 3493452"/>
                <a:gd name="connsiteX2" fmla="*/ 824547 w 824547"/>
                <a:gd name="connsiteY2" fmla="*/ 0 h 3493452"/>
                <a:gd name="connsiteX3" fmla="*/ 521335 w 824547"/>
                <a:gd name="connsiteY3" fmla="*/ 0 h 3493452"/>
              </a:gdLst>
              <a:ahLst/>
              <a:cxnLst>
                <a:cxn ang="0">
                  <a:pos x="connsiteX0" y="connsiteY0"/>
                </a:cxn>
                <a:cxn ang="0">
                  <a:pos x="connsiteX1" y="connsiteY1"/>
                </a:cxn>
                <a:cxn ang="0">
                  <a:pos x="connsiteX2" y="connsiteY2"/>
                </a:cxn>
                <a:cxn ang="0">
                  <a:pos x="connsiteX3" y="connsiteY3"/>
                </a:cxn>
              </a:cxnLst>
              <a:rect l="l" t="t" r="r" b="b"/>
              <a:pathLst>
                <a:path w="824547" h="3493452">
                  <a:moveTo>
                    <a:pt x="521335" y="0"/>
                  </a:moveTo>
                  <a:lnTo>
                    <a:pt x="0" y="3493453"/>
                  </a:lnTo>
                  <a:lnTo>
                    <a:pt x="824547" y="0"/>
                  </a:lnTo>
                  <a:lnTo>
                    <a:pt x="521335" y="0"/>
                  </a:lnTo>
                  <a:close/>
                </a:path>
              </a:pathLst>
            </a:custGeom>
            <a:solidFill>
              <a:srgbClr val="3ECAFB"/>
            </a:solidFill>
            <a:ln w="2223"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6C26E78C-6512-18B1-5E0C-935422C011B4}"/>
                </a:ext>
              </a:extLst>
            </p:cNvPr>
            <p:cNvSpPr/>
            <p:nvPr/>
          </p:nvSpPr>
          <p:spPr>
            <a:xfrm>
              <a:off x="10488479" y="0"/>
              <a:ext cx="1507490" cy="3493452"/>
            </a:xfrm>
            <a:custGeom>
              <a:avLst/>
              <a:gdLst>
                <a:gd name="connsiteX0" fmla="*/ 1231265 w 1507490"/>
                <a:gd name="connsiteY0" fmla="*/ 0 h 3493452"/>
                <a:gd name="connsiteX1" fmla="*/ 0 w 1507490"/>
                <a:gd name="connsiteY1" fmla="*/ 3493453 h 3493452"/>
                <a:gd name="connsiteX2" fmla="*/ 1507490 w 1507490"/>
                <a:gd name="connsiteY2" fmla="*/ 0 h 3493452"/>
                <a:gd name="connsiteX3" fmla="*/ 1231265 w 1507490"/>
                <a:gd name="connsiteY3" fmla="*/ 0 h 3493452"/>
              </a:gdLst>
              <a:ahLst/>
              <a:cxnLst>
                <a:cxn ang="0">
                  <a:pos x="connsiteX0" y="connsiteY0"/>
                </a:cxn>
                <a:cxn ang="0">
                  <a:pos x="connsiteX1" y="connsiteY1"/>
                </a:cxn>
                <a:cxn ang="0">
                  <a:pos x="connsiteX2" y="connsiteY2"/>
                </a:cxn>
                <a:cxn ang="0">
                  <a:pos x="connsiteX3" y="connsiteY3"/>
                </a:cxn>
              </a:cxnLst>
              <a:rect l="l" t="t" r="r" b="b"/>
              <a:pathLst>
                <a:path w="1507490" h="3493452">
                  <a:moveTo>
                    <a:pt x="1231265" y="0"/>
                  </a:moveTo>
                  <a:lnTo>
                    <a:pt x="0" y="3493453"/>
                  </a:lnTo>
                  <a:lnTo>
                    <a:pt x="1507490" y="0"/>
                  </a:lnTo>
                  <a:lnTo>
                    <a:pt x="1231265" y="0"/>
                  </a:lnTo>
                  <a:close/>
                </a:path>
              </a:pathLst>
            </a:custGeom>
            <a:solidFill>
              <a:srgbClr val="3ECAFB"/>
            </a:solidFill>
            <a:ln w="2223" cap="flat">
              <a:noFill/>
              <a:prstDash val="solid"/>
              <a:miter/>
            </a:ln>
          </p:spPr>
          <p:txBody>
            <a:bodyPr rtlCol="0" anchor="ctr"/>
            <a:lstStyle/>
            <a:p>
              <a:endParaRPr lang="en-US"/>
            </a:p>
          </p:txBody>
        </p:sp>
        <p:grpSp>
          <p:nvGrpSpPr>
            <p:cNvPr id="134" name="Graphic 57">
              <a:extLst>
                <a:ext uri="{FF2B5EF4-FFF2-40B4-BE49-F238E27FC236}">
                  <a16:creationId xmlns:a16="http://schemas.microsoft.com/office/drawing/2014/main" id="{BE5C6FCC-EE7A-91D3-DDC8-05F243C32AE5}"/>
                </a:ext>
              </a:extLst>
            </p:cNvPr>
            <p:cNvGrpSpPr/>
            <p:nvPr/>
          </p:nvGrpSpPr>
          <p:grpSpPr>
            <a:xfrm>
              <a:off x="9375642" y="3493452"/>
              <a:ext cx="3550284" cy="3364547"/>
              <a:chOff x="12299315" y="3493452"/>
              <a:chExt cx="3550284" cy="3364547"/>
            </a:xfrm>
          </p:grpSpPr>
          <p:sp>
            <p:nvSpPr>
              <p:cNvPr id="135" name="Freeform: Shape 134">
                <a:extLst>
                  <a:ext uri="{FF2B5EF4-FFF2-40B4-BE49-F238E27FC236}">
                    <a16:creationId xmlns:a16="http://schemas.microsoft.com/office/drawing/2014/main" id="{ABD84F2F-6AE7-A640-9EBA-0915BC4CA0D0}"/>
                  </a:ext>
                </a:extLst>
              </p:cNvPr>
              <p:cNvSpPr/>
              <p:nvPr/>
            </p:nvSpPr>
            <p:spPr>
              <a:xfrm>
                <a:off x="12299315" y="3493452"/>
                <a:ext cx="3550284" cy="3364547"/>
              </a:xfrm>
              <a:custGeom>
                <a:avLst/>
                <a:gdLst>
                  <a:gd name="connsiteX0" fmla="*/ 1112838 w 3550284"/>
                  <a:gd name="connsiteY0" fmla="*/ 0 h 3364547"/>
                  <a:gd name="connsiteX1" fmla="*/ 3550285 w 3550284"/>
                  <a:gd name="connsiteY1" fmla="*/ 879475 h 3364547"/>
                  <a:gd name="connsiteX2" fmla="*/ 3550285 w 3550284"/>
                  <a:gd name="connsiteY2" fmla="*/ 3364547 h 3364547"/>
                  <a:gd name="connsiteX3" fmla="*/ 0 w 3550284"/>
                  <a:gd name="connsiteY3" fmla="*/ 3364547 h 3364547"/>
                  <a:gd name="connsiteX4" fmla="*/ 1112838 w 3550284"/>
                  <a:gd name="connsiteY4" fmla="*/ 0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0284" h="3364547">
                    <a:moveTo>
                      <a:pt x="1112838" y="0"/>
                    </a:moveTo>
                    <a:lnTo>
                      <a:pt x="3550285" y="879475"/>
                    </a:lnTo>
                    <a:lnTo>
                      <a:pt x="3550285" y="3364547"/>
                    </a:lnTo>
                    <a:lnTo>
                      <a:pt x="0" y="3364547"/>
                    </a:lnTo>
                    <a:lnTo>
                      <a:pt x="1112838" y="0"/>
                    </a:lnTo>
                    <a:close/>
                  </a:path>
                </a:pathLst>
              </a:custGeom>
              <a:solidFill>
                <a:srgbClr val="FF9A00"/>
              </a:solidFill>
              <a:ln w="2223"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8B11804-DF4E-0342-4589-BA391BEF82FD}"/>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solidFill>
                <a:srgbClr val="FFD800"/>
              </a:solidFill>
              <a:ln w="2223"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D815B004-2378-C71A-661F-759ADBF8D407}"/>
                  </a:ext>
                </a:extLst>
              </p:cNvPr>
              <p:cNvSpPr/>
              <p:nvPr/>
            </p:nvSpPr>
            <p:spPr>
              <a:xfrm>
                <a:off x="13242607" y="3493452"/>
                <a:ext cx="1357312" cy="3364547"/>
              </a:xfrm>
              <a:custGeom>
                <a:avLst/>
                <a:gdLst>
                  <a:gd name="connsiteX0" fmla="*/ 0 w 1357312"/>
                  <a:gd name="connsiteY0" fmla="*/ 3364547 h 3364547"/>
                  <a:gd name="connsiteX1" fmla="*/ 169545 w 1357312"/>
                  <a:gd name="connsiteY1" fmla="*/ 0 h 3364547"/>
                  <a:gd name="connsiteX2" fmla="*/ 1357313 w 1357312"/>
                  <a:gd name="connsiteY2" fmla="*/ 3364547 h 3364547"/>
                  <a:gd name="connsiteX3" fmla="*/ 0 w 1357312"/>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357312" h="3364547">
                    <a:moveTo>
                      <a:pt x="0" y="3364547"/>
                    </a:moveTo>
                    <a:lnTo>
                      <a:pt x="169545" y="0"/>
                    </a:lnTo>
                    <a:lnTo>
                      <a:pt x="1357313" y="3364547"/>
                    </a:lnTo>
                    <a:lnTo>
                      <a:pt x="0" y="3364547"/>
                    </a:lnTo>
                    <a:close/>
                  </a:path>
                </a:pathLst>
              </a:custGeom>
              <a:gradFill>
                <a:gsLst>
                  <a:gs pos="20000">
                    <a:srgbClr val="FF7400"/>
                  </a:gs>
                  <a:gs pos="20000">
                    <a:srgbClr val="FF7F15">
                      <a:alpha val="89804"/>
                    </a:srgbClr>
                  </a:gs>
                  <a:gs pos="40000">
                    <a:srgbClr val="FF9E4D">
                      <a:alpha val="69804"/>
                    </a:srgbClr>
                  </a:gs>
                  <a:gs pos="70000">
                    <a:srgbClr val="FFCFA6">
                      <a:alpha val="29804"/>
                    </a:srgbClr>
                  </a:gs>
                  <a:gs pos="90000">
                    <a:srgbClr val="FFFFFF">
                      <a:alpha val="0"/>
                    </a:srgbClr>
                  </a:gs>
                </a:gsLst>
                <a:lin ang="21066000" scaled="1"/>
              </a:gradFill>
              <a:ln w="2223"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80AB79BD-EAFB-1773-5787-AB9BE5EF2B2E}"/>
                  </a:ext>
                </a:extLst>
              </p:cNvPr>
              <p:cNvSpPr/>
              <p:nvPr/>
            </p:nvSpPr>
            <p:spPr>
              <a:xfrm>
                <a:off x="13412152" y="3493452"/>
                <a:ext cx="834707" cy="3364547"/>
              </a:xfrm>
              <a:custGeom>
                <a:avLst/>
                <a:gdLst>
                  <a:gd name="connsiteX0" fmla="*/ 834707 w 834707"/>
                  <a:gd name="connsiteY0" fmla="*/ 3364547 h 3364547"/>
                  <a:gd name="connsiteX1" fmla="*/ 0 w 834707"/>
                  <a:gd name="connsiteY1" fmla="*/ 0 h 3364547"/>
                  <a:gd name="connsiteX2" fmla="*/ 641032 w 834707"/>
                  <a:gd name="connsiteY2" fmla="*/ 3364547 h 3364547"/>
                  <a:gd name="connsiteX3" fmla="*/ 834707 w 83470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834707" h="3364547">
                    <a:moveTo>
                      <a:pt x="834707" y="3364547"/>
                    </a:moveTo>
                    <a:lnTo>
                      <a:pt x="0" y="0"/>
                    </a:lnTo>
                    <a:lnTo>
                      <a:pt x="641032" y="3364547"/>
                    </a:lnTo>
                    <a:lnTo>
                      <a:pt x="834707" y="3364547"/>
                    </a:lnTo>
                    <a:close/>
                  </a:path>
                </a:pathLst>
              </a:custGeom>
              <a:solidFill>
                <a:srgbClr val="FFD800">
                  <a:alpha val="40000"/>
                </a:srgbClr>
              </a:solidFill>
              <a:ln w="2223"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0C5C3A33-DF95-541C-DE48-B04D94E41D95}"/>
                  </a:ext>
                </a:extLst>
              </p:cNvPr>
              <p:cNvSpPr/>
              <p:nvPr/>
            </p:nvSpPr>
            <p:spPr>
              <a:xfrm>
                <a:off x="13412152" y="3493452"/>
                <a:ext cx="1816417" cy="3364547"/>
              </a:xfrm>
              <a:custGeom>
                <a:avLst/>
                <a:gdLst>
                  <a:gd name="connsiteX0" fmla="*/ 1816417 w 1816417"/>
                  <a:gd name="connsiteY0" fmla="*/ 3364547 h 3364547"/>
                  <a:gd name="connsiteX1" fmla="*/ 0 w 1816417"/>
                  <a:gd name="connsiteY1" fmla="*/ 0 h 3364547"/>
                  <a:gd name="connsiteX2" fmla="*/ 1187767 w 1816417"/>
                  <a:gd name="connsiteY2" fmla="*/ 3364547 h 3364547"/>
                  <a:gd name="connsiteX3" fmla="*/ 1816417 w 181641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816417" h="3364547">
                    <a:moveTo>
                      <a:pt x="1816417" y="3364547"/>
                    </a:moveTo>
                    <a:lnTo>
                      <a:pt x="0" y="0"/>
                    </a:lnTo>
                    <a:lnTo>
                      <a:pt x="1187767" y="3364547"/>
                    </a:lnTo>
                    <a:lnTo>
                      <a:pt x="1816417" y="3364547"/>
                    </a:lnTo>
                    <a:close/>
                  </a:path>
                </a:pathLst>
              </a:custGeom>
              <a:solidFill>
                <a:srgbClr val="FFDA1B"/>
              </a:solidFill>
              <a:ln w="2223"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54B4B118-AE38-9F88-5F91-24B6F78AC099}"/>
                  </a:ext>
                </a:extLst>
              </p:cNvPr>
              <p:cNvSpPr/>
              <p:nvPr/>
            </p:nvSpPr>
            <p:spPr>
              <a:xfrm>
                <a:off x="13412152" y="3493452"/>
                <a:ext cx="2437447" cy="3364547"/>
              </a:xfrm>
              <a:custGeom>
                <a:avLst/>
                <a:gdLst>
                  <a:gd name="connsiteX0" fmla="*/ 1816417 w 2437447"/>
                  <a:gd name="connsiteY0" fmla="*/ 3364547 h 3364547"/>
                  <a:gd name="connsiteX1" fmla="*/ 0 w 2437447"/>
                  <a:gd name="connsiteY1" fmla="*/ 0 h 3364547"/>
                  <a:gd name="connsiteX2" fmla="*/ 2437447 w 2437447"/>
                  <a:gd name="connsiteY2" fmla="*/ 2812732 h 3364547"/>
                  <a:gd name="connsiteX3" fmla="*/ 2437447 w 2437447"/>
                  <a:gd name="connsiteY3" fmla="*/ 3364547 h 3364547"/>
                  <a:gd name="connsiteX4" fmla="*/ 1816417 w 2437447"/>
                  <a:gd name="connsiteY4" fmla="*/ 3364547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7447" h="3364547">
                    <a:moveTo>
                      <a:pt x="1816417" y="3364547"/>
                    </a:moveTo>
                    <a:lnTo>
                      <a:pt x="0" y="0"/>
                    </a:lnTo>
                    <a:lnTo>
                      <a:pt x="2437447" y="2812732"/>
                    </a:lnTo>
                    <a:lnTo>
                      <a:pt x="2437447" y="3364547"/>
                    </a:lnTo>
                    <a:lnTo>
                      <a:pt x="1816417" y="3364547"/>
                    </a:lnTo>
                    <a:close/>
                  </a:path>
                </a:pathLst>
              </a:custGeom>
              <a:gradFill>
                <a:gsLst>
                  <a:gs pos="44000">
                    <a:srgbClr val="FF9A00"/>
                  </a:gs>
                  <a:gs pos="57000">
                    <a:srgbClr val="FF7400">
                      <a:alpha val="89804"/>
                    </a:srgbClr>
                  </a:gs>
                </a:gsLst>
                <a:lin ang="19560000" scaled="0"/>
              </a:gradFill>
              <a:ln w="2223"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57411A26-EF57-DC6B-5CD5-80A1F468089C}"/>
                  </a:ext>
                </a:extLst>
              </p:cNvPr>
              <p:cNvSpPr/>
              <p:nvPr/>
            </p:nvSpPr>
            <p:spPr>
              <a:xfrm>
                <a:off x="13412152" y="3493452"/>
                <a:ext cx="2437447" cy="2812732"/>
              </a:xfrm>
              <a:custGeom>
                <a:avLst/>
                <a:gdLst>
                  <a:gd name="connsiteX0" fmla="*/ 2437447 w 2437447"/>
                  <a:gd name="connsiteY0" fmla="*/ 1587182 h 2812732"/>
                  <a:gd name="connsiteX1" fmla="*/ 0 w 2437447"/>
                  <a:gd name="connsiteY1" fmla="*/ 0 h 2812732"/>
                  <a:gd name="connsiteX2" fmla="*/ 2437447 w 2437447"/>
                  <a:gd name="connsiteY2" fmla="*/ 2812732 h 2812732"/>
                  <a:gd name="connsiteX3" fmla="*/ 2437447 w 2437447"/>
                  <a:gd name="connsiteY3" fmla="*/ 1587182 h 2812732"/>
                </a:gdLst>
                <a:ahLst/>
                <a:cxnLst>
                  <a:cxn ang="0">
                    <a:pos x="connsiteX0" y="connsiteY0"/>
                  </a:cxn>
                  <a:cxn ang="0">
                    <a:pos x="connsiteX1" y="connsiteY1"/>
                  </a:cxn>
                  <a:cxn ang="0">
                    <a:pos x="connsiteX2" y="connsiteY2"/>
                  </a:cxn>
                  <a:cxn ang="0">
                    <a:pos x="connsiteX3" y="connsiteY3"/>
                  </a:cxn>
                </a:cxnLst>
                <a:rect l="l" t="t" r="r" b="b"/>
                <a:pathLst>
                  <a:path w="2437447" h="2812732">
                    <a:moveTo>
                      <a:pt x="2437447" y="1587182"/>
                    </a:moveTo>
                    <a:lnTo>
                      <a:pt x="0" y="0"/>
                    </a:lnTo>
                    <a:lnTo>
                      <a:pt x="2437447" y="2812732"/>
                    </a:lnTo>
                    <a:lnTo>
                      <a:pt x="2437447" y="1587182"/>
                    </a:lnTo>
                    <a:close/>
                  </a:path>
                </a:pathLst>
              </a:custGeom>
              <a:gradFill>
                <a:gsLst>
                  <a:gs pos="54000">
                    <a:srgbClr val="FF9A00"/>
                  </a:gs>
                  <a:gs pos="64000">
                    <a:srgbClr val="FF7E00"/>
                  </a:gs>
                </a:gsLst>
                <a:lin ang="18900000" scaled="0"/>
              </a:gradFill>
              <a:ln w="2223"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1DF34A3D-0EA6-1411-1985-196E395393A8}"/>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D1F"/>
              </a:solidFill>
              <a:ln w="2223"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F04F8CA5-579F-DE4C-50FD-AEEE4F2CC97D}"/>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A1B"/>
              </a:solidFill>
              <a:ln w="2223"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D7F15295-68C3-1577-090C-32AE392AD22E}"/>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gradFill>
                <a:gsLst>
                  <a:gs pos="0">
                    <a:srgbClr val="FF8700"/>
                  </a:gs>
                  <a:gs pos="16000">
                    <a:srgbClr val="FF7400">
                      <a:alpha val="0"/>
                    </a:srgbClr>
                  </a:gs>
                  <a:gs pos="32000">
                    <a:srgbClr val="FF7400">
                      <a:alpha val="49804"/>
                    </a:srgbClr>
                  </a:gs>
                  <a:gs pos="58000">
                    <a:srgbClr val="FF7400">
                      <a:alpha val="89804"/>
                    </a:srgbClr>
                  </a:gs>
                </a:gsLst>
                <a:lin ang="11580000" scaled="0"/>
              </a:gradFill>
              <a:ln w="222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96112433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NXP + logo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084577-DDF3-0832-E5ED-5FF10B2E3F6C}"/>
              </a:ext>
            </a:extLst>
          </p:cNvPr>
          <p:cNvSpPr/>
          <p:nvPr userDrawn="1"/>
        </p:nvSpPr>
        <p:spPr>
          <a:xfrm>
            <a:off x="0" y="0"/>
            <a:ext cx="12192000" cy="6858000"/>
          </a:xfrm>
          <a:prstGeom prst="rect">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2" name="Rectangle: Rounded Corners 11">
            <a:hlinkClick r:id="rId2"/>
            <a:extLst>
              <a:ext uri="{FF2B5EF4-FFF2-40B4-BE49-F238E27FC236}">
                <a16:creationId xmlns:a16="http://schemas.microsoft.com/office/drawing/2014/main" id="{75A8E5E3-17F6-9917-83F2-08D1544F023A}"/>
              </a:ext>
            </a:extLst>
          </p:cNvPr>
          <p:cNvSpPr/>
          <p:nvPr userDrawn="1"/>
        </p:nvSpPr>
        <p:spPr>
          <a:xfrm>
            <a:off x="1342652" y="5761384"/>
            <a:ext cx="1509927" cy="305544"/>
          </a:xfrm>
          <a:prstGeom prst="roundRect">
            <a:avLst>
              <a:gd name="adj" fmla="val 50000"/>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a:solidFill>
                  <a:schemeClr val="tx1">
                    <a:lumMod val="75000"/>
                    <a:lumOff val="25000"/>
                  </a:schemeClr>
                </a:solidFill>
                <a:latin typeface="Poppins SemiBold" panose="00000700000000000000" pitchFamily="2" charset="0"/>
                <a:cs typeface="Poppins SemiBold" panose="00000700000000000000" pitchFamily="2" charset="0"/>
              </a:rPr>
              <a:t>nxp.com</a:t>
            </a:r>
          </a:p>
        </p:txBody>
      </p:sp>
      <p:sp>
        <p:nvSpPr>
          <p:cNvPr id="3" name="Text Placeholder 5">
            <a:extLst>
              <a:ext uri="{FF2B5EF4-FFF2-40B4-BE49-F238E27FC236}">
                <a16:creationId xmlns:a16="http://schemas.microsoft.com/office/drawing/2014/main" id="{CC26F959-7025-876F-2A7E-2AB97F839FF3}"/>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tx1">
                    <a:lumMod val="75000"/>
                    <a:lumOff val="25000"/>
                  </a:schemeClr>
                </a:solidFill>
                <a:latin typeface="Poppins SemiBold" pitchFamily="2" charset="77"/>
                <a:cs typeface="Poppins SemiBold" pitchFamily="2" charset="77"/>
              </a:rPr>
              <a:t>|  Public  |  </a:t>
            </a:r>
            <a:r>
              <a:rPr lang="en-US" sz="800" b="0" i="0">
                <a:solidFill>
                  <a:schemeClr val="tx1">
                    <a:lumMod val="75000"/>
                    <a:lumOff val="25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tx1">
                    <a:lumMod val="75000"/>
                    <a:lumOff val="25000"/>
                  </a:schemeClr>
                </a:solidFill>
                <a:latin typeface="Poppins" panose="00000500000000000000" pitchFamily="2" charset="0"/>
                <a:cs typeface="Poppins" panose="00000500000000000000" pitchFamily="2" charset="0"/>
              </a:rPr>
            </a:br>
            <a:r>
              <a:rPr lang="en-US" sz="800" b="0" i="0">
                <a:solidFill>
                  <a:schemeClr val="tx1">
                    <a:lumMod val="75000"/>
                    <a:lumOff val="25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grpSp>
        <p:nvGrpSpPr>
          <p:cNvPr id="116" name="Group 115">
            <a:extLst>
              <a:ext uri="{FF2B5EF4-FFF2-40B4-BE49-F238E27FC236}">
                <a16:creationId xmlns:a16="http://schemas.microsoft.com/office/drawing/2014/main" id="{479993E6-A0C2-2282-9D83-AF057F94A080}"/>
              </a:ext>
            </a:extLst>
          </p:cNvPr>
          <p:cNvGrpSpPr/>
          <p:nvPr userDrawn="1"/>
        </p:nvGrpSpPr>
        <p:grpSpPr>
          <a:xfrm>
            <a:off x="3881118" y="0"/>
            <a:ext cx="8315959" cy="6857999"/>
            <a:chOff x="4609967" y="0"/>
            <a:chExt cx="8315959" cy="6857999"/>
          </a:xfrm>
        </p:grpSpPr>
        <p:sp>
          <p:nvSpPr>
            <p:cNvPr id="117" name="Freeform: Shape 116">
              <a:extLst>
                <a:ext uri="{FF2B5EF4-FFF2-40B4-BE49-F238E27FC236}">
                  <a16:creationId xmlns:a16="http://schemas.microsoft.com/office/drawing/2014/main" id="{C887985F-1D93-DAFC-74AB-CE8D59DA60B9}"/>
                </a:ext>
              </a:extLst>
            </p:cNvPr>
            <p:cNvSpPr/>
            <p:nvPr/>
          </p:nvSpPr>
          <p:spPr>
            <a:xfrm>
              <a:off x="4609967" y="0"/>
              <a:ext cx="5878512" cy="3493452"/>
            </a:xfrm>
            <a:custGeom>
              <a:avLst/>
              <a:gdLst>
                <a:gd name="connsiteX0" fmla="*/ 5878513 w 5878512"/>
                <a:gd name="connsiteY0" fmla="*/ 3493453 h 3493452"/>
                <a:gd name="connsiteX1" fmla="*/ 5857557 w 5878512"/>
                <a:gd name="connsiteY1" fmla="*/ 0 h 3493452"/>
                <a:gd name="connsiteX2" fmla="*/ 2393315 w 5878512"/>
                <a:gd name="connsiteY2" fmla="*/ 0 h 3493452"/>
                <a:gd name="connsiteX3" fmla="*/ 0 w 5878512"/>
                <a:gd name="connsiteY3" fmla="*/ 0 h 3493452"/>
                <a:gd name="connsiteX4" fmla="*/ 5878513 w 5878512"/>
                <a:gd name="connsiteY4" fmla="*/ 3493453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5878513" y="3493453"/>
                  </a:moveTo>
                  <a:lnTo>
                    <a:pt x="5857557" y="0"/>
                  </a:lnTo>
                  <a:lnTo>
                    <a:pt x="2393315" y="0"/>
                  </a:lnTo>
                  <a:lnTo>
                    <a:pt x="0" y="0"/>
                  </a:lnTo>
                  <a:lnTo>
                    <a:pt x="5878513" y="3493453"/>
                  </a:lnTo>
                  <a:close/>
                </a:path>
              </a:pathLst>
            </a:custGeom>
            <a:solidFill>
              <a:srgbClr val="69CA00"/>
            </a:solidFill>
            <a:ln w="2223"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E7814D08-EE86-E321-263E-AF405AD40066}"/>
                </a:ext>
              </a:extLst>
            </p:cNvPr>
            <p:cNvSpPr/>
            <p:nvPr/>
          </p:nvSpPr>
          <p:spPr>
            <a:xfrm>
              <a:off x="4609967" y="0"/>
              <a:ext cx="5878512" cy="3493452"/>
            </a:xfrm>
            <a:custGeom>
              <a:avLst/>
              <a:gdLst>
                <a:gd name="connsiteX0" fmla="*/ 0 w 5878512"/>
                <a:gd name="connsiteY0" fmla="*/ 0 h 3493452"/>
                <a:gd name="connsiteX1" fmla="*/ 5878513 w 5878512"/>
                <a:gd name="connsiteY1" fmla="*/ 3493453 h 3493452"/>
                <a:gd name="connsiteX2" fmla="*/ 2393315 w 5878512"/>
                <a:gd name="connsiteY2" fmla="*/ 0 h 3493452"/>
                <a:gd name="connsiteX3" fmla="*/ 2393315 w 5878512"/>
                <a:gd name="connsiteY3" fmla="*/ 0 h 3493452"/>
                <a:gd name="connsiteX4" fmla="*/ 0 w 5878512"/>
                <a:gd name="connsiteY4" fmla="*/ 0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0" y="0"/>
                  </a:moveTo>
                  <a:lnTo>
                    <a:pt x="5878513" y="3493453"/>
                  </a:lnTo>
                  <a:lnTo>
                    <a:pt x="2393315" y="0"/>
                  </a:lnTo>
                  <a:lnTo>
                    <a:pt x="2393315" y="0"/>
                  </a:lnTo>
                  <a:lnTo>
                    <a:pt x="0" y="0"/>
                  </a:lnTo>
                  <a:close/>
                </a:path>
              </a:pathLst>
            </a:custGeom>
            <a:gradFill>
              <a:gsLst>
                <a:gs pos="2521">
                  <a:schemeClr val="accent6"/>
                </a:gs>
                <a:gs pos="49000">
                  <a:schemeClr val="accent3"/>
                </a:gs>
                <a:gs pos="63000">
                  <a:srgbClr val="C6EB00"/>
                </a:gs>
                <a:gs pos="94000">
                  <a:srgbClr val="C6EB00"/>
                </a:gs>
              </a:gsLst>
              <a:lin ang="18480000" scaled="0"/>
            </a:gradFill>
            <a:ln w="2223"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93459D98-54E4-0EEE-94CB-2FCBEEF4A592}"/>
                </a:ext>
              </a:extLst>
            </p:cNvPr>
            <p:cNvSpPr/>
            <p:nvPr/>
          </p:nvSpPr>
          <p:spPr>
            <a:xfrm>
              <a:off x="7003281" y="0"/>
              <a:ext cx="3485197" cy="3493452"/>
            </a:xfrm>
            <a:custGeom>
              <a:avLst/>
              <a:gdLst>
                <a:gd name="connsiteX0" fmla="*/ 0 w 3485197"/>
                <a:gd name="connsiteY0" fmla="*/ 0 h 3493452"/>
                <a:gd name="connsiteX1" fmla="*/ 3485198 w 3485197"/>
                <a:gd name="connsiteY1" fmla="*/ 3493453 h 3493452"/>
                <a:gd name="connsiteX2" fmla="*/ 287973 w 3485197"/>
                <a:gd name="connsiteY2" fmla="*/ 0 h 3493452"/>
                <a:gd name="connsiteX3" fmla="*/ 0 w 3485197"/>
                <a:gd name="connsiteY3" fmla="*/ 0 h 3493452"/>
              </a:gdLst>
              <a:ahLst/>
              <a:cxnLst>
                <a:cxn ang="0">
                  <a:pos x="connsiteX0" y="connsiteY0"/>
                </a:cxn>
                <a:cxn ang="0">
                  <a:pos x="connsiteX1" y="connsiteY1"/>
                </a:cxn>
                <a:cxn ang="0">
                  <a:pos x="connsiteX2" y="connsiteY2"/>
                </a:cxn>
                <a:cxn ang="0">
                  <a:pos x="connsiteX3" y="connsiteY3"/>
                </a:cxn>
              </a:cxnLst>
              <a:rect l="l" t="t" r="r" b="b"/>
              <a:pathLst>
                <a:path w="3485197" h="3493452">
                  <a:moveTo>
                    <a:pt x="0" y="0"/>
                  </a:moveTo>
                  <a:lnTo>
                    <a:pt x="3485198" y="3493453"/>
                  </a:lnTo>
                  <a:lnTo>
                    <a:pt x="287973" y="0"/>
                  </a:lnTo>
                  <a:lnTo>
                    <a:pt x="0" y="0"/>
                  </a:lnTo>
                  <a:close/>
                </a:path>
              </a:pathLst>
            </a:custGeom>
            <a:solidFill>
              <a:srgbClr val="7EB972">
                <a:alpha val="40000"/>
              </a:srgbClr>
            </a:solidFill>
            <a:ln w="2223"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CFAEC36D-F404-90FE-3357-7C09FBE64DDD}"/>
                </a:ext>
              </a:extLst>
            </p:cNvPr>
            <p:cNvSpPr/>
            <p:nvPr/>
          </p:nvSpPr>
          <p:spPr>
            <a:xfrm>
              <a:off x="7291254" y="0"/>
              <a:ext cx="3197225" cy="3493452"/>
            </a:xfrm>
            <a:custGeom>
              <a:avLst/>
              <a:gdLst>
                <a:gd name="connsiteX0" fmla="*/ 628650 w 3197225"/>
                <a:gd name="connsiteY0" fmla="*/ 0 h 3493452"/>
                <a:gd name="connsiteX1" fmla="*/ 3197225 w 3197225"/>
                <a:gd name="connsiteY1" fmla="*/ 3493453 h 3493452"/>
                <a:gd name="connsiteX2" fmla="*/ 0 w 3197225"/>
                <a:gd name="connsiteY2" fmla="*/ 0 h 3493452"/>
                <a:gd name="connsiteX3" fmla="*/ 628650 w 3197225"/>
                <a:gd name="connsiteY3" fmla="*/ 0 h 3493452"/>
              </a:gdLst>
              <a:ahLst/>
              <a:cxnLst>
                <a:cxn ang="0">
                  <a:pos x="connsiteX0" y="connsiteY0"/>
                </a:cxn>
                <a:cxn ang="0">
                  <a:pos x="connsiteX1" y="connsiteY1"/>
                </a:cxn>
                <a:cxn ang="0">
                  <a:pos x="connsiteX2" y="connsiteY2"/>
                </a:cxn>
                <a:cxn ang="0">
                  <a:pos x="connsiteX3" y="connsiteY3"/>
                </a:cxn>
              </a:cxnLst>
              <a:rect l="l" t="t" r="r" b="b"/>
              <a:pathLst>
                <a:path w="3197225" h="3493452">
                  <a:moveTo>
                    <a:pt x="628650" y="0"/>
                  </a:moveTo>
                  <a:lnTo>
                    <a:pt x="3197225" y="3493453"/>
                  </a:lnTo>
                  <a:lnTo>
                    <a:pt x="0" y="0"/>
                  </a:lnTo>
                  <a:lnTo>
                    <a:pt x="628650" y="0"/>
                  </a:lnTo>
                  <a:close/>
                </a:path>
              </a:pathLst>
            </a:custGeom>
            <a:gradFill>
              <a:gsLst>
                <a:gs pos="46000">
                  <a:schemeClr val="accent3"/>
                </a:gs>
                <a:gs pos="64000">
                  <a:srgbClr val="C6EB00"/>
                </a:gs>
              </a:gsLst>
              <a:lin ang="18810059" scaled="1"/>
            </a:gradFill>
            <a:ln w="2223"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5CA7BF3E-52B1-61EC-32CD-26A550AB40D5}"/>
                </a:ext>
              </a:extLst>
            </p:cNvPr>
            <p:cNvSpPr/>
            <p:nvPr/>
          </p:nvSpPr>
          <p:spPr>
            <a:xfrm>
              <a:off x="7919904" y="0"/>
              <a:ext cx="2568575" cy="3493452"/>
            </a:xfrm>
            <a:custGeom>
              <a:avLst/>
              <a:gdLst>
                <a:gd name="connsiteX0" fmla="*/ 0 w 2568575"/>
                <a:gd name="connsiteY0" fmla="*/ 0 h 3493452"/>
                <a:gd name="connsiteX1" fmla="*/ 2568575 w 2568575"/>
                <a:gd name="connsiteY1" fmla="*/ 3493453 h 3493452"/>
                <a:gd name="connsiteX2" fmla="*/ 173672 w 2568575"/>
                <a:gd name="connsiteY2" fmla="*/ 0 h 3493452"/>
                <a:gd name="connsiteX3" fmla="*/ 0 w 2568575"/>
                <a:gd name="connsiteY3" fmla="*/ 0 h 3493452"/>
              </a:gdLst>
              <a:ahLst/>
              <a:cxnLst>
                <a:cxn ang="0">
                  <a:pos x="connsiteX0" y="connsiteY0"/>
                </a:cxn>
                <a:cxn ang="0">
                  <a:pos x="connsiteX1" y="connsiteY1"/>
                </a:cxn>
                <a:cxn ang="0">
                  <a:pos x="connsiteX2" y="connsiteY2"/>
                </a:cxn>
                <a:cxn ang="0">
                  <a:pos x="connsiteX3" y="connsiteY3"/>
                </a:cxn>
              </a:cxnLst>
              <a:rect l="l" t="t" r="r" b="b"/>
              <a:pathLst>
                <a:path w="2568575" h="3493452">
                  <a:moveTo>
                    <a:pt x="0" y="0"/>
                  </a:moveTo>
                  <a:lnTo>
                    <a:pt x="2568575" y="3493453"/>
                  </a:lnTo>
                  <a:lnTo>
                    <a:pt x="173672" y="0"/>
                  </a:lnTo>
                  <a:lnTo>
                    <a:pt x="0" y="0"/>
                  </a:lnTo>
                  <a:close/>
                </a:path>
              </a:pathLst>
            </a:custGeom>
            <a:solidFill>
              <a:srgbClr val="FFFFFF">
                <a:alpha val="20000"/>
              </a:srgbClr>
            </a:solidFill>
            <a:ln w="2223"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33B1E3E7-CE0D-4AAA-3FB6-B6726FB0CD12}"/>
                </a:ext>
              </a:extLst>
            </p:cNvPr>
            <p:cNvSpPr/>
            <p:nvPr/>
          </p:nvSpPr>
          <p:spPr>
            <a:xfrm>
              <a:off x="8093577" y="0"/>
              <a:ext cx="2394902" cy="3493452"/>
            </a:xfrm>
            <a:custGeom>
              <a:avLst/>
              <a:gdLst>
                <a:gd name="connsiteX0" fmla="*/ 0 w 2394902"/>
                <a:gd name="connsiteY0" fmla="*/ 0 h 3493452"/>
                <a:gd name="connsiteX1" fmla="*/ 2394903 w 2394902"/>
                <a:gd name="connsiteY1" fmla="*/ 3493453 h 3493452"/>
                <a:gd name="connsiteX2" fmla="*/ 0 w 2394902"/>
                <a:gd name="connsiteY2" fmla="*/ 0 h 3493452"/>
                <a:gd name="connsiteX3" fmla="*/ 0 w 2394902"/>
                <a:gd name="connsiteY3" fmla="*/ 0 h 3493452"/>
              </a:gdLst>
              <a:ahLst/>
              <a:cxnLst>
                <a:cxn ang="0">
                  <a:pos x="connsiteX0" y="connsiteY0"/>
                </a:cxn>
                <a:cxn ang="0">
                  <a:pos x="connsiteX1" y="connsiteY1"/>
                </a:cxn>
                <a:cxn ang="0">
                  <a:pos x="connsiteX2" y="connsiteY2"/>
                </a:cxn>
                <a:cxn ang="0">
                  <a:pos x="connsiteX3" y="connsiteY3"/>
                </a:cxn>
              </a:cxnLst>
              <a:rect l="l" t="t" r="r" b="b"/>
              <a:pathLst>
                <a:path w="2394902" h="3493452">
                  <a:moveTo>
                    <a:pt x="0" y="0"/>
                  </a:moveTo>
                  <a:lnTo>
                    <a:pt x="2394903" y="3493453"/>
                  </a:lnTo>
                  <a:lnTo>
                    <a:pt x="0" y="0"/>
                  </a:lnTo>
                  <a:lnTo>
                    <a:pt x="0" y="0"/>
                  </a:lnTo>
                  <a:close/>
                </a:path>
              </a:pathLst>
            </a:custGeom>
            <a:solidFill>
              <a:srgbClr val="69CA00"/>
            </a:solidFill>
            <a:ln w="2223"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A0F4E2FE-3961-5039-524A-C7BFBEF407E6}"/>
                </a:ext>
              </a:extLst>
            </p:cNvPr>
            <p:cNvSpPr/>
            <p:nvPr/>
          </p:nvSpPr>
          <p:spPr>
            <a:xfrm>
              <a:off x="8267884" y="0"/>
              <a:ext cx="2220595" cy="3493452"/>
            </a:xfrm>
            <a:custGeom>
              <a:avLst/>
              <a:gdLst>
                <a:gd name="connsiteX0" fmla="*/ 0 w 2220595"/>
                <a:gd name="connsiteY0" fmla="*/ 0 h 3493452"/>
                <a:gd name="connsiteX1" fmla="*/ 2220596 w 2220595"/>
                <a:gd name="connsiteY1" fmla="*/ 3493453 h 3493452"/>
                <a:gd name="connsiteX2" fmla="*/ 187643 w 2220595"/>
                <a:gd name="connsiteY2" fmla="*/ 0 h 3493452"/>
                <a:gd name="connsiteX3" fmla="*/ 0 w 2220595"/>
                <a:gd name="connsiteY3" fmla="*/ 0 h 3493452"/>
              </a:gdLst>
              <a:ahLst/>
              <a:cxnLst>
                <a:cxn ang="0">
                  <a:pos x="connsiteX0" y="connsiteY0"/>
                </a:cxn>
                <a:cxn ang="0">
                  <a:pos x="connsiteX1" y="connsiteY1"/>
                </a:cxn>
                <a:cxn ang="0">
                  <a:pos x="connsiteX2" y="connsiteY2"/>
                </a:cxn>
                <a:cxn ang="0">
                  <a:pos x="connsiteX3" y="connsiteY3"/>
                </a:cxn>
              </a:cxnLst>
              <a:rect l="l" t="t" r="r" b="b"/>
              <a:pathLst>
                <a:path w="2220595" h="3493452">
                  <a:moveTo>
                    <a:pt x="0" y="0"/>
                  </a:moveTo>
                  <a:lnTo>
                    <a:pt x="2220596" y="3493453"/>
                  </a:lnTo>
                  <a:lnTo>
                    <a:pt x="187643" y="0"/>
                  </a:lnTo>
                  <a:lnTo>
                    <a:pt x="0" y="0"/>
                  </a:lnTo>
                  <a:close/>
                </a:path>
              </a:pathLst>
            </a:custGeom>
            <a:solidFill>
              <a:srgbClr val="21B221">
                <a:alpha val="60000"/>
              </a:srgbClr>
            </a:solidFill>
            <a:ln w="2223"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8D89A4A1-BD86-2041-AD1E-85D8F0FA7545}"/>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solidFill>
              <a:srgbClr val="80D226"/>
            </a:solidFill>
            <a:ln w="2223"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746FA9E-2870-9A65-A5F0-0F8571A42208}"/>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gradFill>
              <a:gsLst>
                <a:gs pos="38000">
                  <a:srgbClr val="C6EB00"/>
                </a:gs>
                <a:gs pos="52000">
                  <a:schemeClr val="accent3"/>
                </a:gs>
                <a:gs pos="74000">
                  <a:srgbClr val="00A700"/>
                </a:gs>
              </a:gsLst>
              <a:lin ang="20220000" scaled="0"/>
            </a:gradFill>
            <a:ln w="2223"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98B01B5A-9CCD-0927-40F5-07AE1EB05810}"/>
                </a:ext>
              </a:extLst>
            </p:cNvPr>
            <p:cNvSpPr/>
            <p:nvPr/>
          </p:nvSpPr>
          <p:spPr>
            <a:xfrm>
              <a:off x="9119419" y="0"/>
              <a:ext cx="1369059" cy="3493452"/>
            </a:xfrm>
            <a:custGeom>
              <a:avLst/>
              <a:gdLst>
                <a:gd name="connsiteX0" fmla="*/ 0 w 1369059"/>
                <a:gd name="connsiteY0" fmla="*/ 0 h 3493452"/>
                <a:gd name="connsiteX1" fmla="*/ 1369060 w 1369059"/>
                <a:gd name="connsiteY1" fmla="*/ 3493453 h 3493452"/>
                <a:gd name="connsiteX2" fmla="*/ 452755 w 1369059"/>
                <a:gd name="connsiteY2" fmla="*/ 0 h 3493452"/>
                <a:gd name="connsiteX3" fmla="*/ 0 w 1369059"/>
                <a:gd name="connsiteY3" fmla="*/ 0 h 3493452"/>
              </a:gdLst>
              <a:ahLst/>
              <a:cxnLst>
                <a:cxn ang="0">
                  <a:pos x="connsiteX0" y="connsiteY0"/>
                </a:cxn>
                <a:cxn ang="0">
                  <a:pos x="connsiteX1" y="connsiteY1"/>
                </a:cxn>
                <a:cxn ang="0">
                  <a:pos x="connsiteX2" y="connsiteY2"/>
                </a:cxn>
                <a:cxn ang="0">
                  <a:pos x="connsiteX3" y="connsiteY3"/>
                </a:cxn>
              </a:cxnLst>
              <a:rect l="l" t="t" r="r" b="b"/>
              <a:pathLst>
                <a:path w="1369059" h="3493452">
                  <a:moveTo>
                    <a:pt x="0" y="0"/>
                  </a:moveTo>
                  <a:lnTo>
                    <a:pt x="1369060" y="3493453"/>
                  </a:lnTo>
                  <a:lnTo>
                    <a:pt x="452755" y="0"/>
                  </a:lnTo>
                  <a:lnTo>
                    <a:pt x="0" y="0"/>
                  </a:lnTo>
                  <a:close/>
                </a:path>
              </a:pathLst>
            </a:custGeom>
            <a:solidFill>
              <a:srgbClr val="69CA00"/>
            </a:solidFill>
            <a:ln w="2223"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84530221-7573-6728-6902-AE3BCFD1B788}"/>
                </a:ext>
              </a:extLst>
            </p:cNvPr>
            <p:cNvSpPr/>
            <p:nvPr/>
          </p:nvSpPr>
          <p:spPr>
            <a:xfrm>
              <a:off x="9572174" y="0"/>
              <a:ext cx="916305" cy="3493452"/>
            </a:xfrm>
            <a:custGeom>
              <a:avLst/>
              <a:gdLst>
                <a:gd name="connsiteX0" fmla="*/ 895350 w 916305"/>
                <a:gd name="connsiteY0" fmla="*/ 0 h 3493452"/>
                <a:gd name="connsiteX1" fmla="*/ 916305 w 916305"/>
                <a:gd name="connsiteY1" fmla="*/ 3493453 h 3493452"/>
                <a:gd name="connsiteX2" fmla="*/ 0 w 916305"/>
                <a:gd name="connsiteY2" fmla="*/ 0 h 3493452"/>
                <a:gd name="connsiteX3" fmla="*/ 89535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895350" y="0"/>
                  </a:moveTo>
                  <a:lnTo>
                    <a:pt x="916305" y="3493453"/>
                  </a:lnTo>
                  <a:lnTo>
                    <a:pt x="0" y="0"/>
                  </a:lnTo>
                  <a:lnTo>
                    <a:pt x="895350" y="0"/>
                  </a:lnTo>
                  <a:close/>
                </a:path>
              </a:pathLst>
            </a:custGeom>
            <a:gradFill>
              <a:gsLst>
                <a:gs pos="20000">
                  <a:srgbClr val="C6EB00"/>
                </a:gs>
                <a:gs pos="20000">
                  <a:srgbClr val="C6EB00">
                    <a:alpha val="89804"/>
                  </a:srgbClr>
                </a:gs>
                <a:gs pos="40000">
                  <a:srgbClr val="C6EB00">
                    <a:alpha val="69804"/>
                  </a:srgbClr>
                </a:gs>
                <a:gs pos="70000">
                  <a:srgbClr val="C6EB00">
                    <a:alpha val="29804"/>
                  </a:srgbClr>
                </a:gs>
                <a:gs pos="90000">
                  <a:srgbClr val="C6EB00">
                    <a:alpha val="0"/>
                  </a:srgbClr>
                </a:gs>
              </a:gsLst>
              <a:lin ang="21210000" scaled="1"/>
            </a:gradFill>
            <a:ln w="2223"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E305A30F-4210-E96A-694A-6E516693D43F}"/>
                </a:ext>
              </a:extLst>
            </p:cNvPr>
            <p:cNvSpPr/>
            <p:nvPr/>
          </p:nvSpPr>
          <p:spPr>
            <a:xfrm>
              <a:off x="10488479" y="0"/>
              <a:ext cx="2343784" cy="3493452"/>
            </a:xfrm>
            <a:custGeom>
              <a:avLst/>
              <a:gdLst>
                <a:gd name="connsiteX0" fmla="*/ 0 w 2343784"/>
                <a:gd name="connsiteY0" fmla="*/ 3493453 h 3493452"/>
                <a:gd name="connsiteX1" fmla="*/ 521335 w 2343784"/>
                <a:gd name="connsiteY1" fmla="*/ 0 h 3493452"/>
                <a:gd name="connsiteX2" fmla="*/ 2343785 w 2343784"/>
                <a:gd name="connsiteY2" fmla="*/ 0 h 3493452"/>
              </a:gdLst>
              <a:ahLst/>
              <a:cxnLst>
                <a:cxn ang="0">
                  <a:pos x="connsiteX0" y="connsiteY0"/>
                </a:cxn>
                <a:cxn ang="0">
                  <a:pos x="connsiteX1" y="connsiteY1"/>
                </a:cxn>
                <a:cxn ang="0">
                  <a:pos x="connsiteX2" y="connsiteY2"/>
                </a:cxn>
              </a:cxnLst>
              <a:rect l="l" t="t" r="r" b="b"/>
              <a:pathLst>
                <a:path w="2343784" h="3493452">
                  <a:moveTo>
                    <a:pt x="0" y="3493453"/>
                  </a:moveTo>
                  <a:lnTo>
                    <a:pt x="521335" y="0"/>
                  </a:lnTo>
                  <a:lnTo>
                    <a:pt x="2343785" y="0"/>
                  </a:lnTo>
                </a:path>
              </a:pathLst>
            </a:custGeom>
            <a:solidFill>
              <a:srgbClr val="0EAFE0"/>
            </a:solidFill>
            <a:ln w="2223"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ECFBB89E-BEBC-7CD6-1982-E69C64F41F32}"/>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solidFill>
              <a:srgbClr val="3ECAFB"/>
            </a:solidFill>
            <a:ln w="2223"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FC9CBB3D-10AB-900E-DDFF-874DC2105612}"/>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gradFill>
              <a:gsLst>
                <a:gs pos="24000">
                  <a:srgbClr val="3ECAFB">
                    <a:alpha val="0"/>
                  </a:srgbClr>
                </a:gs>
                <a:gs pos="47000">
                  <a:srgbClr val="188EEA"/>
                </a:gs>
                <a:gs pos="57000">
                  <a:srgbClr val="0068DF"/>
                </a:gs>
              </a:gsLst>
              <a:lin ang="1980000" scaled="0"/>
            </a:gradFill>
            <a:ln w="2223"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9526ADC2-0154-7098-07BA-C7D05E711BEB}"/>
                </a:ext>
              </a:extLst>
            </p:cNvPr>
            <p:cNvSpPr/>
            <p:nvPr/>
          </p:nvSpPr>
          <p:spPr>
            <a:xfrm>
              <a:off x="10488479" y="0"/>
              <a:ext cx="1231265" cy="3493452"/>
            </a:xfrm>
            <a:custGeom>
              <a:avLst/>
              <a:gdLst>
                <a:gd name="connsiteX0" fmla="*/ 824547 w 1231265"/>
                <a:gd name="connsiteY0" fmla="*/ 0 h 3493452"/>
                <a:gd name="connsiteX1" fmla="*/ 0 w 1231265"/>
                <a:gd name="connsiteY1" fmla="*/ 3493453 h 3493452"/>
                <a:gd name="connsiteX2" fmla="*/ 1231265 w 1231265"/>
                <a:gd name="connsiteY2" fmla="*/ 0 h 3493452"/>
                <a:gd name="connsiteX3" fmla="*/ 824547 w 1231265"/>
                <a:gd name="connsiteY3" fmla="*/ 0 h 3493452"/>
              </a:gdLst>
              <a:ahLst/>
              <a:cxnLst>
                <a:cxn ang="0">
                  <a:pos x="connsiteX0" y="connsiteY0"/>
                </a:cxn>
                <a:cxn ang="0">
                  <a:pos x="connsiteX1" y="connsiteY1"/>
                </a:cxn>
                <a:cxn ang="0">
                  <a:pos x="connsiteX2" y="connsiteY2"/>
                </a:cxn>
                <a:cxn ang="0">
                  <a:pos x="connsiteX3" y="connsiteY3"/>
                </a:cxn>
              </a:cxnLst>
              <a:rect l="l" t="t" r="r" b="b"/>
              <a:pathLst>
                <a:path w="1231265" h="3493452">
                  <a:moveTo>
                    <a:pt x="824547" y="0"/>
                  </a:moveTo>
                  <a:lnTo>
                    <a:pt x="0" y="3493453"/>
                  </a:lnTo>
                  <a:lnTo>
                    <a:pt x="1231265" y="0"/>
                  </a:lnTo>
                  <a:lnTo>
                    <a:pt x="824547" y="0"/>
                  </a:lnTo>
                  <a:close/>
                </a:path>
              </a:pathLst>
            </a:custGeom>
            <a:solidFill>
              <a:srgbClr val="1F7AE3">
                <a:alpha val="60000"/>
              </a:srgbClr>
            </a:solidFill>
            <a:ln w="2223"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B9AF1836-38F3-443A-FF5B-C263972B1EE7}"/>
                </a:ext>
              </a:extLst>
            </p:cNvPr>
            <p:cNvSpPr/>
            <p:nvPr/>
          </p:nvSpPr>
          <p:spPr>
            <a:xfrm>
              <a:off x="10467524" y="0"/>
              <a:ext cx="542290" cy="3493452"/>
            </a:xfrm>
            <a:custGeom>
              <a:avLst/>
              <a:gdLst>
                <a:gd name="connsiteX0" fmla="*/ 542290 w 542290"/>
                <a:gd name="connsiteY0" fmla="*/ 0 h 3493452"/>
                <a:gd name="connsiteX1" fmla="*/ 20955 w 542290"/>
                <a:gd name="connsiteY1" fmla="*/ 3493453 h 3493452"/>
                <a:gd name="connsiteX2" fmla="*/ 0 w 542290"/>
                <a:gd name="connsiteY2" fmla="*/ 0 h 3493452"/>
                <a:gd name="connsiteX3" fmla="*/ 54229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542290" y="0"/>
                  </a:moveTo>
                  <a:lnTo>
                    <a:pt x="20955" y="3493453"/>
                  </a:lnTo>
                  <a:lnTo>
                    <a:pt x="0" y="0"/>
                  </a:lnTo>
                  <a:lnTo>
                    <a:pt x="542290" y="0"/>
                  </a:lnTo>
                  <a:close/>
                </a:path>
              </a:pathLst>
            </a:custGeom>
            <a:solidFill>
              <a:srgbClr val="3ECAFB"/>
            </a:solidFill>
            <a:ln w="2223"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BD3A5C3A-736D-166F-F645-3728D9FA9DAA}"/>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gradFill>
              <a:gsLst>
                <a:gs pos="0">
                  <a:srgbClr val="0076DB"/>
                </a:gs>
                <a:gs pos="50000">
                  <a:srgbClr val="2A9FED"/>
                </a:gs>
                <a:gs pos="100000">
                  <a:srgbClr val="54C8FF"/>
                </a:gs>
              </a:gsLst>
              <a:lin ang="20920988" scaled="1"/>
            </a:gradFill>
            <a:ln w="2223"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832D2AC5-692E-3B83-F7EA-7B73246FBF79}"/>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noFill/>
            <a:ln w="2223"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78081749-69BF-173A-EB05-9EEF258EE2B0}"/>
                </a:ext>
              </a:extLst>
            </p:cNvPr>
            <p:cNvSpPr/>
            <p:nvPr/>
          </p:nvSpPr>
          <p:spPr>
            <a:xfrm>
              <a:off x="9572174" y="0"/>
              <a:ext cx="916305" cy="3493452"/>
            </a:xfrm>
            <a:custGeom>
              <a:avLst/>
              <a:gdLst>
                <a:gd name="connsiteX0" fmla="*/ 0 w 916305"/>
                <a:gd name="connsiteY0" fmla="*/ 0 h 3493452"/>
                <a:gd name="connsiteX1" fmla="*/ 916305 w 916305"/>
                <a:gd name="connsiteY1" fmla="*/ 3493453 h 3493452"/>
                <a:gd name="connsiteX2" fmla="*/ 895350 w 916305"/>
                <a:gd name="connsiteY2" fmla="*/ 0 h 3493452"/>
                <a:gd name="connsiteX3" fmla="*/ 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0" y="0"/>
                  </a:moveTo>
                  <a:lnTo>
                    <a:pt x="916305" y="3493453"/>
                  </a:lnTo>
                  <a:lnTo>
                    <a:pt x="895350" y="0"/>
                  </a:lnTo>
                  <a:lnTo>
                    <a:pt x="0" y="0"/>
                  </a:lnTo>
                  <a:close/>
                </a:path>
              </a:pathLst>
            </a:custGeom>
            <a:gradFill>
              <a:gsLst>
                <a:gs pos="36000">
                  <a:srgbClr val="C6EB00"/>
                </a:gs>
                <a:gs pos="54000">
                  <a:srgbClr val="B7D742"/>
                </a:gs>
                <a:gs pos="80000">
                  <a:srgbClr val="5DCAD3"/>
                </a:gs>
                <a:gs pos="100000">
                  <a:srgbClr val="49C8F5"/>
                </a:gs>
              </a:gsLst>
              <a:lin ang="20940000" scaled="0"/>
            </a:gradFill>
            <a:ln w="2223"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12098DD5-2AFE-2F89-353D-97173AC45973}"/>
                </a:ext>
              </a:extLst>
            </p:cNvPr>
            <p:cNvSpPr/>
            <p:nvPr/>
          </p:nvSpPr>
          <p:spPr>
            <a:xfrm>
              <a:off x="10488479" y="0"/>
              <a:ext cx="824547" cy="3493452"/>
            </a:xfrm>
            <a:custGeom>
              <a:avLst/>
              <a:gdLst>
                <a:gd name="connsiteX0" fmla="*/ 521335 w 824547"/>
                <a:gd name="connsiteY0" fmla="*/ 0 h 3493452"/>
                <a:gd name="connsiteX1" fmla="*/ 0 w 824547"/>
                <a:gd name="connsiteY1" fmla="*/ 3493453 h 3493452"/>
                <a:gd name="connsiteX2" fmla="*/ 824547 w 824547"/>
                <a:gd name="connsiteY2" fmla="*/ 0 h 3493452"/>
                <a:gd name="connsiteX3" fmla="*/ 521335 w 824547"/>
                <a:gd name="connsiteY3" fmla="*/ 0 h 3493452"/>
              </a:gdLst>
              <a:ahLst/>
              <a:cxnLst>
                <a:cxn ang="0">
                  <a:pos x="connsiteX0" y="connsiteY0"/>
                </a:cxn>
                <a:cxn ang="0">
                  <a:pos x="connsiteX1" y="connsiteY1"/>
                </a:cxn>
                <a:cxn ang="0">
                  <a:pos x="connsiteX2" y="connsiteY2"/>
                </a:cxn>
                <a:cxn ang="0">
                  <a:pos x="connsiteX3" y="connsiteY3"/>
                </a:cxn>
              </a:cxnLst>
              <a:rect l="l" t="t" r="r" b="b"/>
              <a:pathLst>
                <a:path w="824547" h="3493452">
                  <a:moveTo>
                    <a:pt x="521335" y="0"/>
                  </a:moveTo>
                  <a:lnTo>
                    <a:pt x="0" y="3493453"/>
                  </a:lnTo>
                  <a:lnTo>
                    <a:pt x="824547" y="0"/>
                  </a:lnTo>
                  <a:lnTo>
                    <a:pt x="521335" y="0"/>
                  </a:lnTo>
                  <a:close/>
                </a:path>
              </a:pathLst>
            </a:custGeom>
            <a:solidFill>
              <a:srgbClr val="3ECAFB"/>
            </a:solidFill>
            <a:ln w="2223"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A2CF7D6-9028-349C-9BDD-0D0AB6CA72C0}"/>
                </a:ext>
              </a:extLst>
            </p:cNvPr>
            <p:cNvSpPr/>
            <p:nvPr/>
          </p:nvSpPr>
          <p:spPr>
            <a:xfrm>
              <a:off x="10488479" y="0"/>
              <a:ext cx="1507490" cy="3493452"/>
            </a:xfrm>
            <a:custGeom>
              <a:avLst/>
              <a:gdLst>
                <a:gd name="connsiteX0" fmla="*/ 1231265 w 1507490"/>
                <a:gd name="connsiteY0" fmla="*/ 0 h 3493452"/>
                <a:gd name="connsiteX1" fmla="*/ 0 w 1507490"/>
                <a:gd name="connsiteY1" fmla="*/ 3493453 h 3493452"/>
                <a:gd name="connsiteX2" fmla="*/ 1507490 w 1507490"/>
                <a:gd name="connsiteY2" fmla="*/ 0 h 3493452"/>
                <a:gd name="connsiteX3" fmla="*/ 1231265 w 1507490"/>
                <a:gd name="connsiteY3" fmla="*/ 0 h 3493452"/>
              </a:gdLst>
              <a:ahLst/>
              <a:cxnLst>
                <a:cxn ang="0">
                  <a:pos x="connsiteX0" y="connsiteY0"/>
                </a:cxn>
                <a:cxn ang="0">
                  <a:pos x="connsiteX1" y="connsiteY1"/>
                </a:cxn>
                <a:cxn ang="0">
                  <a:pos x="connsiteX2" y="connsiteY2"/>
                </a:cxn>
                <a:cxn ang="0">
                  <a:pos x="connsiteX3" y="connsiteY3"/>
                </a:cxn>
              </a:cxnLst>
              <a:rect l="l" t="t" r="r" b="b"/>
              <a:pathLst>
                <a:path w="1507490" h="3493452">
                  <a:moveTo>
                    <a:pt x="1231265" y="0"/>
                  </a:moveTo>
                  <a:lnTo>
                    <a:pt x="0" y="3493453"/>
                  </a:lnTo>
                  <a:lnTo>
                    <a:pt x="1507490" y="0"/>
                  </a:lnTo>
                  <a:lnTo>
                    <a:pt x="1231265" y="0"/>
                  </a:lnTo>
                  <a:close/>
                </a:path>
              </a:pathLst>
            </a:custGeom>
            <a:solidFill>
              <a:srgbClr val="3ECAFB"/>
            </a:solidFill>
            <a:ln w="2223" cap="flat">
              <a:noFill/>
              <a:prstDash val="solid"/>
              <a:miter/>
            </a:ln>
          </p:spPr>
          <p:txBody>
            <a:bodyPr rtlCol="0" anchor="ctr"/>
            <a:lstStyle/>
            <a:p>
              <a:endParaRPr lang="en-US"/>
            </a:p>
          </p:txBody>
        </p:sp>
        <p:grpSp>
          <p:nvGrpSpPr>
            <p:cNvPr id="138" name="Graphic 57">
              <a:extLst>
                <a:ext uri="{FF2B5EF4-FFF2-40B4-BE49-F238E27FC236}">
                  <a16:creationId xmlns:a16="http://schemas.microsoft.com/office/drawing/2014/main" id="{C4FC5CAF-4688-232A-6992-3DBA4628B5E0}"/>
                </a:ext>
              </a:extLst>
            </p:cNvPr>
            <p:cNvGrpSpPr/>
            <p:nvPr/>
          </p:nvGrpSpPr>
          <p:grpSpPr>
            <a:xfrm>
              <a:off x="9375642" y="3493452"/>
              <a:ext cx="3550284" cy="3364547"/>
              <a:chOff x="12299315" y="3493452"/>
              <a:chExt cx="3550284" cy="3364547"/>
            </a:xfrm>
          </p:grpSpPr>
          <p:sp>
            <p:nvSpPr>
              <p:cNvPr id="139" name="Freeform: Shape 138">
                <a:extLst>
                  <a:ext uri="{FF2B5EF4-FFF2-40B4-BE49-F238E27FC236}">
                    <a16:creationId xmlns:a16="http://schemas.microsoft.com/office/drawing/2014/main" id="{E70998FF-F0A7-FC66-8E62-1A96657E7F98}"/>
                  </a:ext>
                </a:extLst>
              </p:cNvPr>
              <p:cNvSpPr/>
              <p:nvPr/>
            </p:nvSpPr>
            <p:spPr>
              <a:xfrm>
                <a:off x="12299315" y="3493452"/>
                <a:ext cx="3550284" cy="3364547"/>
              </a:xfrm>
              <a:custGeom>
                <a:avLst/>
                <a:gdLst>
                  <a:gd name="connsiteX0" fmla="*/ 1112838 w 3550284"/>
                  <a:gd name="connsiteY0" fmla="*/ 0 h 3364547"/>
                  <a:gd name="connsiteX1" fmla="*/ 3550285 w 3550284"/>
                  <a:gd name="connsiteY1" fmla="*/ 879475 h 3364547"/>
                  <a:gd name="connsiteX2" fmla="*/ 3550285 w 3550284"/>
                  <a:gd name="connsiteY2" fmla="*/ 3364547 h 3364547"/>
                  <a:gd name="connsiteX3" fmla="*/ 0 w 3550284"/>
                  <a:gd name="connsiteY3" fmla="*/ 3364547 h 3364547"/>
                  <a:gd name="connsiteX4" fmla="*/ 1112838 w 3550284"/>
                  <a:gd name="connsiteY4" fmla="*/ 0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0284" h="3364547">
                    <a:moveTo>
                      <a:pt x="1112838" y="0"/>
                    </a:moveTo>
                    <a:lnTo>
                      <a:pt x="3550285" y="879475"/>
                    </a:lnTo>
                    <a:lnTo>
                      <a:pt x="3550285" y="3364547"/>
                    </a:lnTo>
                    <a:lnTo>
                      <a:pt x="0" y="3364547"/>
                    </a:lnTo>
                    <a:lnTo>
                      <a:pt x="1112838" y="0"/>
                    </a:lnTo>
                    <a:close/>
                  </a:path>
                </a:pathLst>
              </a:custGeom>
              <a:solidFill>
                <a:srgbClr val="FF9A00"/>
              </a:solidFill>
              <a:ln w="2223"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F3BA8CEE-0385-A6F0-44A6-C607C3E975A5}"/>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solidFill>
                <a:srgbClr val="FFD800"/>
              </a:solidFill>
              <a:ln w="2223"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B30A002-E800-2FFC-B6EF-4F4F723C5090}"/>
                  </a:ext>
                </a:extLst>
              </p:cNvPr>
              <p:cNvSpPr/>
              <p:nvPr/>
            </p:nvSpPr>
            <p:spPr>
              <a:xfrm>
                <a:off x="13242607" y="3493452"/>
                <a:ext cx="1357312" cy="3364547"/>
              </a:xfrm>
              <a:custGeom>
                <a:avLst/>
                <a:gdLst>
                  <a:gd name="connsiteX0" fmla="*/ 0 w 1357312"/>
                  <a:gd name="connsiteY0" fmla="*/ 3364547 h 3364547"/>
                  <a:gd name="connsiteX1" fmla="*/ 169545 w 1357312"/>
                  <a:gd name="connsiteY1" fmla="*/ 0 h 3364547"/>
                  <a:gd name="connsiteX2" fmla="*/ 1357313 w 1357312"/>
                  <a:gd name="connsiteY2" fmla="*/ 3364547 h 3364547"/>
                  <a:gd name="connsiteX3" fmla="*/ 0 w 1357312"/>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357312" h="3364547">
                    <a:moveTo>
                      <a:pt x="0" y="3364547"/>
                    </a:moveTo>
                    <a:lnTo>
                      <a:pt x="169545" y="0"/>
                    </a:lnTo>
                    <a:lnTo>
                      <a:pt x="1357313" y="3364547"/>
                    </a:lnTo>
                    <a:lnTo>
                      <a:pt x="0" y="3364547"/>
                    </a:lnTo>
                    <a:close/>
                  </a:path>
                </a:pathLst>
              </a:custGeom>
              <a:gradFill>
                <a:gsLst>
                  <a:gs pos="20000">
                    <a:srgbClr val="FF7400"/>
                  </a:gs>
                  <a:gs pos="20000">
                    <a:srgbClr val="FF7F15">
                      <a:alpha val="89804"/>
                    </a:srgbClr>
                  </a:gs>
                  <a:gs pos="40000">
                    <a:srgbClr val="FF9E4D">
                      <a:alpha val="69804"/>
                    </a:srgbClr>
                  </a:gs>
                  <a:gs pos="70000">
                    <a:srgbClr val="FFCFA6">
                      <a:alpha val="29804"/>
                    </a:srgbClr>
                  </a:gs>
                  <a:gs pos="90000">
                    <a:srgbClr val="FFFFFF">
                      <a:alpha val="0"/>
                    </a:srgbClr>
                  </a:gs>
                </a:gsLst>
                <a:lin ang="21066000" scaled="1"/>
              </a:gradFill>
              <a:ln w="2223"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049FD7AD-6741-92FD-F2D4-ADDFCB1E8984}"/>
                  </a:ext>
                </a:extLst>
              </p:cNvPr>
              <p:cNvSpPr/>
              <p:nvPr/>
            </p:nvSpPr>
            <p:spPr>
              <a:xfrm>
                <a:off x="13412152" y="3493452"/>
                <a:ext cx="834707" cy="3364547"/>
              </a:xfrm>
              <a:custGeom>
                <a:avLst/>
                <a:gdLst>
                  <a:gd name="connsiteX0" fmla="*/ 834707 w 834707"/>
                  <a:gd name="connsiteY0" fmla="*/ 3364547 h 3364547"/>
                  <a:gd name="connsiteX1" fmla="*/ 0 w 834707"/>
                  <a:gd name="connsiteY1" fmla="*/ 0 h 3364547"/>
                  <a:gd name="connsiteX2" fmla="*/ 641032 w 834707"/>
                  <a:gd name="connsiteY2" fmla="*/ 3364547 h 3364547"/>
                  <a:gd name="connsiteX3" fmla="*/ 834707 w 83470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834707" h="3364547">
                    <a:moveTo>
                      <a:pt x="834707" y="3364547"/>
                    </a:moveTo>
                    <a:lnTo>
                      <a:pt x="0" y="0"/>
                    </a:lnTo>
                    <a:lnTo>
                      <a:pt x="641032" y="3364547"/>
                    </a:lnTo>
                    <a:lnTo>
                      <a:pt x="834707" y="3364547"/>
                    </a:lnTo>
                    <a:close/>
                  </a:path>
                </a:pathLst>
              </a:custGeom>
              <a:solidFill>
                <a:srgbClr val="FFD800">
                  <a:alpha val="40000"/>
                </a:srgbClr>
              </a:solidFill>
              <a:ln w="2223"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C3489775-C831-B62B-F3F1-FE81AEE78845}"/>
                  </a:ext>
                </a:extLst>
              </p:cNvPr>
              <p:cNvSpPr/>
              <p:nvPr/>
            </p:nvSpPr>
            <p:spPr>
              <a:xfrm>
                <a:off x="13412152" y="3493452"/>
                <a:ext cx="1816417" cy="3364547"/>
              </a:xfrm>
              <a:custGeom>
                <a:avLst/>
                <a:gdLst>
                  <a:gd name="connsiteX0" fmla="*/ 1816417 w 1816417"/>
                  <a:gd name="connsiteY0" fmla="*/ 3364547 h 3364547"/>
                  <a:gd name="connsiteX1" fmla="*/ 0 w 1816417"/>
                  <a:gd name="connsiteY1" fmla="*/ 0 h 3364547"/>
                  <a:gd name="connsiteX2" fmla="*/ 1187767 w 1816417"/>
                  <a:gd name="connsiteY2" fmla="*/ 3364547 h 3364547"/>
                  <a:gd name="connsiteX3" fmla="*/ 1816417 w 181641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816417" h="3364547">
                    <a:moveTo>
                      <a:pt x="1816417" y="3364547"/>
                    </a:moveTo>
                    <a:lnTo>
                      <a:pt x="0" y="0"/>
                    </a:lnTo>
                    <a:lnTo>
                      <a:pt x="1187767" y="3364547"/>
                    </a:lnTo>
                    <a:lnTo>
                      <a:pt x="1816417" y="3364547"/>
                    </a:lnTo>
                    <a:close/>
                  </a:path>
                </a:pathLst>
              </a:custGeom>
              <a:solidFill>
                <a:srgbClr val="FFDA1B"/>
              </a:solidFill>
              <a:ln w="2223"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FBE244A9-E1B3-7502-C592-65FD5B14AB4B}"/>
                  </a:ext>
                </a:extLst>
              </p:cNvPr>
              <p:cNvSpPr/>
              <p:nvPr/>
            </p:nvSpPr>
            <p:spPr>
              <a:xfrm>
                <a:off x="13412152" y="3493452"/>
                <a:ext cx="2437447" cy="3364547"/>
              </a:xfrm>
              <a:custGeom>
                <a:avLst/>
                <a:gdLst>
                  <a:gd name="connsiteX0" fmla="*/ 1816417 w 2437447"/>
                  <a:gd name="connsiteY0" fmla="*/ 3364547 h 3364547"/>
                  <a:gd name="connsiteX1" fmla="*/ 0 w 2437447"/>
                  <a:gd name="connsiteY1" fmla="*/ 0 h 3364547"/>
                  <a:gd name="connsiteX2" fmla="*/ 2437447 w 2437447"/>
                  <a:gd name="connsiteY2" fmla="*/ 2812732 h 3364547"/>
                  <a:gd name="connsiteX3" fmla="*/ 2437447 w 2437447"/>
                  <a:gd name="connsiteY3" fmla="*/ 3364547 h 3364547"/>
                  <a:gd name="connsiteX4" fmla="*/ 1816417 w 2437447"/>
                  <a:gd name="connsiteY4" fmla="*/ 3364547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7447" h="3364547">
                    <a:moveTo>
                      <a:pt x="1816417" y="3364547"/>
                    </a:moveTo>
                    <a:lnTo>
                      <a:pt x="0" y="0"/>
                    </a:lnTo>
                    <a:lnTo>
                      <a:pt x="2437447" y="2812732"/>
                    </a:lnTo>
                    <a:lnTo>
                      <a:pt x="2437447" y="3364547"/>
                    </a:lnTo>
                    <a:lnTo>
                      <a:pt x="1816417" y="3364547"/>
                    </a:lnTo>
                    <a:close/>
                  </a:path>
                </a:pathLst>
              </a:custGeom>
              <a:gradFill>
                <a:gsLst>
                  <a:gs pos="44000">
                    <a:srgbClr val="FF9A00"/>
                  </a:gs>
                  <a:gs pos="57000">
                    <a:srgbClr val="FF7400">
                      <a:alpha val="89804"/>
                    </a:srgbClr>
                  </a:gs>
                </a:gsLst>
                <a:lin ang="19560000" scaled="0"/>
              </a:gradFill>
              <a:ln w="2223"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C33B9AA1-6F8F-0117-7EF5-54D4ACDB7231}"/>
                  </a:ext>
                </a:extLst>
              </p:cNvPr>
              <p:cNvSpPr/>
              <p:nvPr/>
            </p:nvSpPr>
            <p:spPr>
              <a:xfrm>
                <a:off x="13412152" y="3493452"/>
                <a:ext cx="2437447" cy="2812732"/>
              </a:xfrm>
              <a:custGeom>
                <a:avLst/>
                <a:gdLst>
                  <a:gd name="connsiteX0" fmla="*/ 2437447 w 2437447"/>
                  <a:gd name="connsiteY0" fmla="*/ 1587182 h 2812732"/>
                  <a:gd name="connsiteX1" fmla="*/ 0 w 2437447"/>
                  <a:gd name="connsiteY1" fmla="*/ 0 h 2812732"/>
                  <a:gd name="connsiteX2" fmla="*/ 2437447 w 2437447"/>
                  <a:gd name="connsiteY2" fmla="*/ 2812732 h 2812732"/>
                  <a:gd name="connsiteX3" fmla="*/ 2437447 w 2437447"/>
                  <a:gd name="connsiteY3" fmla="*/ 1587182 h 2812732"/>
                </a:gdLst>
                <a:ahLst/>
                <a:cxnLst>
                  <a:cxn ang="0">
                    <a:pos x="connsiteX0" y="connsiteY0"/>
                  </a:cxn>
                  <a:cxn ang="0">
                    <a:pos x="connsiteX1" y="connsiteY1"/>
                  </a:cxn>
                  <a:cxn ang="0">
                    <a:pos x="connsiteX2" y="connsiteY2"/>
                  </a:cxn>
                  <a:cxn ang="0">
                    <a:pos x="connsiteX3" y="connsiteY3"/>
                  </a:cxn>
                </a:cxnLst>
                <a:rect l="l" t="t" r="r" b="b"/>
                <a:pathLst>
                  <a:path w="2437447" h="2812732">
                    <a:moveTo>
                      <a:pt x="2437447" y="1587182"/>
                    </a:moveTo>
                    <a:lnTo>
                      <a:pt x="0" y="0"/>
                    </a:lnTo>
                    <a:lnTo>
                      <a:pt x="2437447" y="2812732"/>
                    </a:lnTo>
                    <a:lnTo>
                      <a:pt x="2437447" y="1587182"/>
                    </a:lnTo>
                    <a:close/>
                  </a:path>
                </a:pathLst>
              </a:custGeom>
              <a:gradFill>
                <a:gsLst>
                  <a:gs pos="54000">
                    <a:srgbClr val="FF9A00"/>
                  </a:gs>
                  <a:gs pos="64000">
                    <a:srgbClr val="FF7E00"/>
                  </a:gs>
                </a:gsLst>
                <a:lin ang="18900000" scaled="0"/>
              </a:gradFill>
              <a:ln w="2223"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FC31BCF2-3799-BEFE-670D-06F6F4301A0A}"/>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D1F"/>
              </a:solidFill>
              <a:ln w="2223"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271EA46D-6F7E-63F7-02CD-693E71E0E5EC}"/>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A1B"/>
              </a:solidFill>
              <a:ln w="2223"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1BFF8C1-CC60-B92E-553D-C9F448B62B40}"/>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gradFill>
                <a:gsLst>
                  <a:gs pos="0">
                    <a:srgbClr val="FF8700"/>
                  </a:gs>
                  <a:gs pos="16000">
                    <a:srgbClr val="FF7400">
                      <a:alpha val="0"/>
                    </a:srgbClr>
                  </a:gs>
                  <a:gs pos="32000">
                    <a:srgbClr val="FF7400">
                      <a:alpha val="49804"/>
                    </a:srgbClr>
                  </a:gs>
                  <a:gs pos="58000">
                    <a:srgbClr val="FF7400">
                      <a:alpha val="89804"/>
                    </a:srgbClr>
                  </a:gs>
                </a:gsLst>
                <a:lin ang="11580000" scaled="0"/>
              </a:gradFill>
              <a:ln w="2223" cap="flat">
                <a:noFill/>
                <a:prstDash val="solid"/>
                <a:miter/>
              </a:ln>
            </p:spPr>
            <p:txBody>
              <a:bodyPr rtlCol="0" anchor="ctr"/>
              <a:lstStyle/>
              <a:p>
                <a:endParaRPr lang="en-US"/>
              </a:p>
            </p:txBody>
          </p:sp>
        </p:grpSp>
      </p:grpSp>
      <p:grpSp>
        <p:nvGrpSpPr>
          <p:cNvPr id="30" name="Group 29">
            <a:extLst>
              <a:ext uri="{FF2B5EF4-FFF2-40B4-BE49-F238E27FC236}">
                <a16:creationId xmlns:a16="http://schemas.microsoft.com/office/drawing/2014/main" id="{E324E62A-A266-449D-644F-E0FCFEE9BBBC}"/>
              </a:ext>
            </a:extLst>
          </p:cNvPr>
          <p:cNvGrpSpPr/>
          <p:nvPr userDrawn="1"/>
        </p:nvGrpSpPr>
        <p:grpSpPr>
          <a:xfrm>
            <a:off x="1329004" y="2629430"/>
            <a:ext cx="5566813" cy="1018700"/>
            <a:chOff x="1329004" y="2629430"/>
            <a:chExt cx="5566813" cy="1018700"/>
          </a:xfrm>
        </p:grpSpPr>
        <p:grpSp>
          <p:nvGrpSpPr>
            <p:cNvPr id="4" name="Graphic 1">
              <a:extLst>
                <a:ext uri="{FF2B5EF4-FFF2-40B4-BE49-F238E27FC236}">
                  <a16:creationId xmlns:a16="http://schemas.microsoft.com/office/drawing/2014/main" id="{7BD040A0-6EB2-4625-2A1C-25C6FC668768}"/>
                </a:ext>
              </a:extLst>
            </p:cNvPr>
            <p:cNvGrpSpPr/>
            <p:nvPr userDrawn="1"/>
          </p:nvGrpSpPr>
          <p:grpSpPr>
            <a:xfrm>
              <a:off x="4783656" y="2681524"/>
              <a:ext cx="2112161" cy="966606"/>
              <a:chOff x="4783656" y="2681524"/>
              <a:chExt cx="2112161" cy="966606"/>
            </a:xfrm>
          </p:grpSpPr>
          <p:sp>
            <p:nvSpPr>
              <p:cNvPr id="8" name="Freeform: Shape 7">
                <a:extLst>
                  <a:ext uri="{FF2B5EF4-FFF2-40B4-BE49-F238E27FC236}">
                    <a16:creationId xmlns:a16="http://schemas.microsoft.com/office/drawing/2014/main" id="{9F4C5BEF-4063-7196-2616-4FE90F82CD7D}"/>
                  </a:ext>
                </a:extLst>
              </p:cNvPr>
              <p:cNvSpPr/>
              <p:nvPr/>
            </p:nvSpPr>
            <p:spPr>
              <a:xfrm>
                <a:off x="4784665" y="2721924"/>
                <a:ext cx="249588" cy="328013"/>
              </a:xfrm>
              <a:custGeom>
                <a:avLst/>
                <a:gdLst>
                  <a:gd name="connsiteX0" fmla="*/ 231723 w 249588"/>
                  <a:gd name="connsiteY0" fmla="*/ 187492 h 328013"/>
                  <a:gd name="connsiteX1" fmla="*/ 249588 w 249588"/>
                  <a:gd name="connsiteY1" fmla="*/ 239179 h 328013"/>
                  <a:gd name="connsiteX2" fmla="*/ 236670 w 249588"/>
                  <a:gd name="connsiteY2" fmla="*/ 285467 h 328013"/>
                  <a:gd name="connsiteX3" fmla="*/ 199313 w 249588"/>
                  <a:gd name="connsiteY3" fmla="*/ 316727 h 328013"/>
                  <a:gd name="connsiteX4" fmla="*/ 141488 w 249588"/>
                  <a:gd name="connsiteY4" fmla="*/ 328014 h 328013"/>
                  <a:gd name="connsiteX5" fmla="*/ 0 w 249588"/>
                  <a:gd name="connsiteY5" fmla="*/ 328014 h 328013"/>
                  <a:gd name="connsiteX6" fmla="*/ 0 w 249588"/>
                  <a:gd name="connsiteY6" fmla="*/ 0 h 328013"/>
                  <a:gd name="connsiteX7" fmla="*/ 135402 w 249588"/>
                  <a:gd name="connsiteY7" fmla="*/ 0 h 328013"/>
                  <a:gd name="connsiteX8" fmla="*/ 193000 w 249588"/>
                  <a:gd name="connsiteY8" fmla="*/ 10799 h 328013"/>
                  <a:gd name="connsiteX9" fmla="*/ 229673 w 249588"/>
                  <a:gd name="connsiteY9" fmla="*/ 40888 h 328013"/>
                  <a:gd name="connsiteX10" fmla="*/ 242137 w 249588"/>
                  <a:gd name="connsiteY10" fmla="*/ 84573 h 328013"/>
                  <a:gd name="connsiteX11" fmla="*/ 226875 w 249588"/>
                  <a:gd name="connsiteY11" fmla="*/ 132520 h 328013"/>
                  <a:gd name="connsiteX12" fmla="*/ 186199 w 249588"/>
                  <a:gd name="connsiteY12" fmla="*/ 159778 h 328013"/>
                  <a:gd name="connsiteX13" fmla="*/ 231788 w 249588"/>
                  <a:gd name="connsiteY13" fmla="*/ 187492 h 328013"/>
                  <a:gd name="connsiteX14" fmla="*/ 65798 w 249588"/>
                  <a:gd name="connsiteY14" fmla="*/ 135317 h 328013"/>
                  <a:gd name="connsiteX15" fmla="*/ 125966 w 249588"/>
                  <a:gd name="connsiteY15" fmla="*/ 135317 h 328013"/>
                  <a:gd name="connsiteX16" fmla="*/ 162151 w 249588"/>
                  <a:gd name="connsiteY16" fmla="*/ 124745 h 328013"/>
                  <a:gd name="connsiteX17" fmla="*/ 174842 w 249588"/>
                  <a:gd name="connsiteY17" fmla="*/ 94429 h 328013"/>
                  <a:gd name="connsiteX18" fmla="*/ 162151 w 249588"/>
                  <a:gd name="connsiteY18" fmla="*/ 63885 h 328013"/>
                  <a:gd name="connsiteX19" fmla="*/ 125966 w 249588"/>
                  <a:gd name="connsiteY19" fmla="*/ 53086 h 328013"/>
                  <a:gd name="connsiteX20" fmla="*/ 65798 w 249588"/>
                  <a:gd name="connsiteY20" fmla="*/ 53086 h 328013"/>
                  <a:gd name="connsiteX21" fmla="*/ 65798 w 249588"/>
                  <a:gd name="connsiteY21" fmla="*/ 135317 h 328013"/>
                  <a:gd name="connsiteX22" fmla="*/ 169440 w 249588"/>
                  <a:gd name="connsiteY22" fmla="*/ 263153 h 328013"/>
                  <a:gd name="connsiteX23" fmla="*/ 182847 w 249588"/>
                  <a:gd name="connsiteY23" fmla="*/ 231210 h 328013"/>
                  <a:gd name="connsiteX24" fmla="*/ 168757 w 249588"/>
                  <a:gd name="connsiteY24" fmla="*/ 198064 h 328013"/>
                  <a:gd name="connsiteX25" fmla="*/ 130684 w 249588"/>
                  <a:gd name="connsiteY25" fmla="*/ 186094 h 328013"/>
                  <a:gd name="connsiteX26" fmla="*/ 65798 w 249588"/>
                  <a:gd name="connsiteY26" fmla="*/ 186094 h 328013"/>
                  <a:gd name="connsiteX27" fmla="*/ 65798 w 249588"/>
                  <a:gd name="connsiteY27" fmla="*/ 274440 h 328013"/>
                  <a:gd name="connsiteX28" fmla="*/ 132083 w 249588"/>
                  <a:gd name="connsiteY28" fmla="*/ 274440 h 328013"/>
                  <a:gd name="connsiteX29" fmla="*/ 169473 w 249588"/>
                  <a:gd name="connsiteY29" fmla="*/ 263153 h 32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9588" h="328013">
                    <a:moveTo>
                      <a:pt x="231723" y="187492"/>
                    </a:moveTo>
                    <a:cubicBezTo>
                      <a:pt x="243633" y="202520"/>
                      <a:pt x="249588" y="219760"/>
                      <a:pt x="249588" y="239179"/>
                    </a:cubicBezTo>
                    <a:cubicBezTo>
                      <a:pt x="249588" y="256712"/>
                      <a:pt x="245260" y="272163"/>
                      <a:pt x="236670" y="285467"/>
                    </a:cubicBezTo>
                    <a:cubicBezTo>
                      <a:pt x="228046" y="298771"/>
                      <a:pt x="215583" y="309213"/>
                      <a:pt x="199313" y="316727"/>
                    </a:cubicBezTo>
                    <a:cubicBezTo>
                      <a:pt x="183010" y="324241"/>
                      <a:pt x="163745" y="328014"/>
                      <a:pt x="141488" y="328014"/>
                    </a:cubicBezTo>
                    <a:lnTo>
                      <a:pt x="0" y="328014"/>
                    </a:lnTo>
                    <a:lnTo>
                      <a:pt x="0" y="0"/>
                    </a:lnTo>
                    <a:lnTo>
                      <a:pt x="135402" y="0"/>
                    </a:lnTo>
                    <a:cubicBezTo>
                      <a:pt x="157660" y="0"/>
                      <a:pt x="176859" y="3611"/>
                      <a:pt x="193000" y="10799"/>
                    </a:cubicBezTo>
                    <a:cubicBezTo>
                      <a:pt x="209140" y="18021"/>
                      <a:pt x="221376" y="28039"/>
                      <a:pt x="229673" y="40888"/>
                    </a:cubicBezTo>
                    <a:cubicBezTo>
                      <a:pt x="237971" y="53737"/>
                      <a:pt x="242137" y="68309"/>
                      <a:pt x="242137" y="84573"/>
                    </a:cubicBezTo>
                    <a:cubicBezTo>
                      <a:pt x="242137" y="103700"/>
                      <a:pt x="237027" y="119671"/>
                      <a:pt x="226875" y="132520"/>
                    </a:cubicBezTo>
                    <a:cubicBezTo>
                      <a:pt x="216689" y="145368"/>
                      <a:pt x="203120" y="154444"/>
                      <a:pt x="186199" y="159778"/>
                    </a:cubicBezTo>
                    <a:cubicBezTo>
                      <a:pt x="204682" y="163226"/>
                      <a:pt x="219878" y="172464"/>
                      <a:pt x="231788" y="187492"/>
                    </a:cubicBezTo>
                    <a:close/>
                    <a:moveTo>
                      <a:pt x="65798" y="135317"/>
                    </a:moveTo>
                    <a:lnTo>
                      <a:pt x="125966" y="135317"/>
                    </a:lnTo>
                    <a:cubicBezTo>
                      <a:pt x="141650" y="135317"/>
                      <a:pt x="153690" y="131804"/>
                      <a:pt x="162151" y="124745"/>
                    </a:cubicBezTo>
                    <a:cubicBezTo>
                      <a:pt x="170611" y="117687"/>
                      <a:pt x="174842" y="107603"/>
                      <a:pt x="174842" y="94429"/>
                    </a:cubicBezTo>
                    <a:cubicBezTo>
                      <a:pt x="174842" y="81255"/>
                      <a:pt x="170611" y="71107"/>
                      <a:pt x="162151" y="63885"/>
                    </a:cubicBezTo>
                    <a:cubicBezTo>
                      <a:pt x="153690" y="56697"/>
                      <a:pt x="141618" y="53086"/>
                      <a:pt x="125966" y="53086"/>
                    </a:cubicBezTo>
                    <a:lnTo>
                      <a:pt x="65798" y="53086"/>
                    </a:lnTo>
                    <a:lnTo>
                      <a:pt x="65798" y="135317"/>
                    </a:lnTo>
                    <a:close/>
                    <a:moveTo>
                      <a:pt x="169440" y="263153"/>
                    </a:moveTo>
                    <a:cubicBezTo>
                      <a:pt x="178356" y="255639"/>
                      <a:pt x="182847" y="245002"/>
                      <a:pt x="182847" y="231210"/>
                    </a:cubicBezTo>
                    <a:cubicBezTo>
                      <a:pt x="182847" y="217418"/>
                      <a:pt x="178161" y="206066"/>
                      <a:pt x="168757" y="198064"/>
                    </a:cubicBezTo>
                    <a:cubicBezTo>
                      <a:pt x="159352" y="190062"/>
                      <a:pt x="146661" y="186094"/>
                      <a:pt x="130684" y="186094"/>
                    </a:cubicBezTo>
                    <a:lnTo>
                      <a:pt x="65798" y="186094"/>
                    </a:lnTo>
                    <a:lnTo>
                      <a:pt x="65798" y="274440"/>
                    </a:lnTo>
                    <a:lnTo>
                      <a:pt x="132083" y="274440"/>
                    </a:lnTo>
                    <a:cubicBezTo>
                      <a:pt x="148061" y="274440"/>
                      <a:pt x="160524" y="270667"/>
                      <a:pt x="169473" y="263153"/>
                    </a:cubicBezTo>
                    <a:close/>
                  </a:path>
                </a:pathLst>
              </a:custGeom>
              <a:solidFill>
                <a:srgbClr val="4C4C4C"/>
              </a:solidFill>
              <a:ln w="0"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B287635C-1119-D843-3975-6F586F93251F}"/>
                  </a:ext>
                </a:extLst>
              </p:cNvPr>
              <p:cNvSpPr/>
              <p:nvPr/>
            </p:nvSpPr>
            <p:spPr>
              <a:xfrm>
                <a:off x="5091590" y="2785842"/>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70"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solidFill>
                <a:srgbClr val="4C4C4C"/>
              </a:solid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F5F9BF8-02F2-0E91-3ADB-6D6288C484E6}"/>
                  </a:ext>
                </a:extLst>
              </p:cNvPr>
              <p:cNvSpPr/>
              <p:nvPr/>
            </p:nvSpPr>
            <p:spPr>
              <a:xfrm>
                <a:off x="5279188" y="2681524"/>
                <a:ext cx="80831" cy="368381"/>
              </a:xfrm>
              <a:custGeom>
                <a:avLst/>
                <a:gdLst>
                  <a:gd name="connsiteX0" fmla="*/ 11520 w 80831"/>
                  <a:gd name="connsiteY0" fmla="*/ 66000 h 368381"/>
                  <a:gd name="connsiteX1" fmla="*/ 0 w 80831"/>
                  <a:gd name="connsiteY1" fmla="*/ 38513 h 368381"/>
                  <a:gd name="connsiteX2" fmla="*/ 11520 w 80831"/>
                  <a:gd name="connsiteY2" fmla="*/ 11027 h 368381"/>
                  <a:gd name="connsiteX3" fmla="*/ 40416 w 80831"/>
                  <a:gd name="connsiteY3" fmla="*/ 0 h 368381"/>
                  <a:gd name="connsiteX4" fmla="*/ 69312 w 80831"/>
                  <a:gd name="connsiteY4" fmla="*/ 11027 h 368381"/>
                  <a:gd name="connsiteX5" fmla="*/ 80831 w 80831"/>
                  <a:gd name="connsiteY5" fmla="*/ 38513 h 368381"/>
                  <a:gd name="connsiteX6" fmla="*/ 69312 w 80831"/>
                  <a:gd name="connsiteY6" fmla="*/ 66000 h 368381"/>
                  <a:gd name="connsiteX7" fmla="*/ 40416 w 80831"/>
                  <a:gd name="connsiteY7" fmla="*/ 77059 h 368381"/>
                  <a:gd name="connsiteX8" fmla="*/ 11520 w 80831"/>
                  <a:gd name="connsiteY8" fmla="*/ 66000 h 368381"/>
                  <a:gd name="connsiteX9" fmla="*/ 72859 w 80831"/>
                  <a:gd name="connsiteY9" fmla="*/ 108058 h 368381"/>
                  <a:gd name="connsiteX10" fmla="*/ 72859 w 80831"/>
                  <a:gd name="connsiteY10" fmla="*/ 368381 h 368381"/>
                  <a:gd name="connsiteX11" fmla="*/ 7029 w 80831"/>
                  <a:gd name="connsiteY11" fmla="*/ 368381 h 368381"/>
                  <a:gd name="connsiteX12" fmla="*/ 7029 w 80831"/>
                  <a:gd name="connsiteY12" fmla="*/ 108058 h 368381"/>
                  <a:gd name="connsiteX13" fmla="*/ 72859 w 80831"/>
                  <a:gd name="connsiteY13" fmla="*/ 108058 h 3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831" h="368381">
                    <a:moveTo>
                      <a:pt x="11520" y="66000"/>
                    </a:moveTo>
                    <a:cubicBezTo>
                      <a:pt x="3840" y="58648"/>
                      <a:pt x="0" y="49475"/>
                      <a:pt x="0" y="38513"/>
                    </a:cubicBezTo>
                    <a:cubicBezTo>
                      <a:pt x="0" y="27551"/>
                      <a:pt x="3840" y="18378"/>
                      <a:pt x="11520" y="11027"/>
                    </a:cubicBezTo>
                    <a:cubicBezTo>
                      <a:pt x="19199" y="3676"/>
                      <a:pt x="28831" y="0"/>
                      <a:pt x="40416" y="0"/>
                    </a:cubicBezTo>
                    <a:cubicBezTo>
                      <a:pt x="52000" y="0"/>
                      <a:pt x="61633" y="3676"/>
                      <a:pt x="69312" y="11027"/>
                    </a:cubicBezTo>
                    <a:cubicBezTo>
                      <a:pt x="76992" y="18378"/>
                      <a:pt x="80831" y="27551"/>
                      <a:pt x="80831" y="38513"/>
                    </a:cubicBezTo>
                    <a:cubicBezTo>
                      <a:pt x="80831" y="49475"/>
                      <a:pt x="76992" y="58648"/>
                      <a:pt x="69312" y="66000"/>
                    </a:cubicBezTo>
                    <a:cubicBezTo>
                      <a:pt x="61633" y="73351"/>
                      <a:pt x="52000" y="77059"/>
                      <a:pt x="40416" y="77059"/>
                    </a:cubicBezTo>
                    <a:cubicBezTo>
                      <a:pt x="28831" y="77059"/>
                      <a:pt x="19167" y="73384"/>
                      <a:pt x="11520" y="66000"/>
                    </a:cubicBezTo>
                    <a:close/>
                    <a:moveTo>
                      <a:pt x="72859" y="108058"/>
                    </a:moveTo>
                    <a:lnTo>
                      <a:pt x="72859" y="368381"/>
                    </a:lnTo>
                    <a:lnTo>
                      <a:pt x="7029" y="368381"/>
                    </a:lnTo>
                    <a:lnTo>
                      <a:pt x="7029" y="108058"/>
                    </a:lnTo>
                    <a:lnTo>
                      <a:pt x="72859" y="108058"/>
                    </a:lnTo>
                    <a:close/>
                  </a:path>
                </a:pathLst>
              </a:custGeom>
              <a:solidFill>
                <a:srgbClr val="4C4C4C"/>
              </a:solid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51A46CE-B761-F8DA-16E5-54CA2FA8F43B}"/>
                  </a:ext>
                </a:extLst>
              </p:cNvPr>
              <p:cNvSpPr/>
              <p:nvPr/>
            </p:nvSpPr>
            <p:spPr>
              <a:xfrm>
                <a:off x="5404698" y="2785354"/>
                <a:ext cx="271260" cy="392842"/>
              </a:xfrm>
              <a:custGeom>
                <a:avLst/>
                <a:gdLst>
                  <a:gd name="connsiteX0" fmla="*/ 170188 w 271260"/>
                  <a:gd name="connsiteY0" fmla="*/ 11515 h 392842"/>
                  <a:gd name="connsiteX1" fmla="*/ 204975 w 271260"/>
                  <a:gd name="connsiteY1" fmla="*/ 41343 h 392842"/>
                  <a:gd name="connsiteX2" fmla="*/ 204975 w 271260"/>
                  <a:gd name="connsiteY2" fmla="*/ 4229 h 392842"/>
                  <a:gd name="connsiteX3" fmla="*/ 271261 w 271260"/>
                  <a:gd name="connsiteY3" fmla="*/ 4229 h 392842"/>
                  <a:gd name="connsiteX4" fmla="*/ 271261 w 271260"/>
                  <a:gd name="connsiteY4" fmla="*/ 266438 h 392842"/>
                  <a:gd name="connsiteX5" fmla="*/ 256682 w 271260"/>
                  <a:gd name="connsiteY5" fmla="*/ 331039 h 392842"/>
                  <a:gd name="connsiteX6" fmla="*/ 212947 w 271260"/>
                  <a:gd name="connsiteY6" fmla="*/ 376156 h 392842"/>
                  <a:gd name="connsiteX7" fmla="*/ 142431 w 271260"/>
                  <a:gd name="connsiteY7" fmla="*/ 392842 h 392842"/>
                  <a:gd name="connsiteX8" fmla="*/ 51479 w 271260"/>
                  <a:gd name="connsiteY8" fmla="*/ 366983 h 392842"/>
                  <a:gd name="connsiteX9" fmla="*/ 11292 w 271260"/>
                  <a:gd name="connsiteY9" fmla="*/ 296494 h 392842"/>
                  <a:gd name="connsiteX10" fmla="*/ 76633 w 271260"/>
                  <a:gd name="connsiteY10" fmla="*/ 296494 h 392842"/>
                  <a:gd name="connsiteX11" fmla="*/ 98956 w 271260"/>
                  <a:gd name="connsiteY11" fmla="*/ 324924 h 392842"/>
                  <a:gd name="connsiteX12" fmla="*/ 140576 w 271260"/>
                  <a:gd name="connsiteY12" fmla="*/ 335495 h 392842"/>
                  <a:gd name="connsiteX13" fmla="*/ 187110 w 271260"/>
                  <a:gd name="connsiteY13" fmla="*/ 318353 h 392842"/>
                  <a:gd name="connsiteX14" fmla="*/ 204975 w 271260"/>
                  <a:gd name="connsiteY14" fmla="*/ 266438 h 392842"/>
                  <a:gd name="connsiteX15" fmla="*/ 204975 w 271260"/>
                  <a:gd name="connsiteY15" fmla="*/ 226038 h 392842"/>
                  <a:gd name="connsiteX16" fmla="*/ 169961 w 271260"/>
                  <a:gd name="connsiteY16" fmla="*/ 256582 h 392842"/>
                  <a:gd name="connsiteX17" fmla="*/ 118937 w 271260"/>
                  <a:gd name="connsiteY17" fmla="*/ 268813 h 392842"/>
                  <a:gd name="connsiteX18" fmla="*/ 58769 w 271260"/>
                  <a:gd name="connsiteY18" fmla="*/ 251898 h 392842"/>
                  <a:gd name="connsiteX19" fmla="*/ 15750 w 271260"/>
                  <a:gd name="connsiteY19" fmla="*/ 204212 h 392842"/>
                  <a:gd name="connsiteX20" fmla="*/ 0 w 271260"/>
                  <a:gd name="connsiteY20" fmla="*/ 133496 h 392842"/>
                  <a:gd name="connsiteX21" fmla="*/ 15750 w 271260"/>
                  <a:gd name="connsiteY21" fmla="*/ 63462 h 392842"/>
                  <a:gd name="connsiteX22" fmla="*/ 58541 w 271260"/>
                  <a:gd name="connsiteY22" fmla="*/ 16459 h 392842"/>
                  <a:gd name="connsiteX23" fmla="*/ 118937 w 271260"/>
                  <a:gd name="connsiteY23" fmla="*/ 0 h 392842"/>
                  <a:gd name="connsiteX24" fmla="*/ 170188 w 271260"/>
                  <a:gd name="connsiteY24" fmla="*/ 11515 h 392842"/>
                  <a:gd name="connsiteX25" fmla="*/ 195570 w 271260"/>
                  <a:gd name="connsiteY25" fmla="*/ 93291 h 392842"/>
                  <a:gd name="connsiteX26" fmla="*/ 170188 w 271260"/>
                  <a:gd name="connsiteY26" fmla="*/ 66975 h 392842"/>
                  <a:gd name="connsiteX27" fmla="*/ 135858 w 271260"/>
                  <a:gd name="connsiteY27" fmla="*/ 57803 h 392842"/>
                  <a:gd name="connsiteX28" fmla="*/ 102016 w 271260"/>
                  <a:gd name="connsiteY28" fmla="*/ 66715 h 392842"/>
                  <a:gd name="connsiteX29" fmla="*/ 76861 w 271260"/>
                  <a:gd name="connsiteY29" fmla="*/ 92803 h 392842"/>
                  <a:gd name="connsiteX30" fmla="*/ 67229 w 271260"/>
                  <a:gd name="connsiteY30" fmla="*/ 133463 h 392842"/>
                  <a:gd name="connsiteX31" fmla="*/ 76861 w 271260"/>
                  <a:gd name="connsiteY31" fmla="*/ 174579 h 392842"/>
                  <a:gd name="connsiteX32" fmla="*/ 102243 w 271260"/>
                  <a:gd name="connsiteY32" fmla="*/ 201609 h 392842"/>
                  <a:gd name="connsiteX33" fmla="*/ 135858 w 271260"/>
                  <a:gd name="connsiteY33" fmla="*/ 211010 h 392842"/>
                  <a:gd name="connsiteX34" fmla="*/ 170188 w 271260"/>
                  <a:gd name="connsiteY34" fmla="*/ 201837 h 392842"/>
                  <a:gd name="connsiteX35" fmla="*/ 195570 w 271260"/>
                  <a:gd name="connsiteY35" fmla="*/ 175522 h 392842"/>
                  <a:gd name="connsiteX36" fmla="*/ 204975 w 271260"/>
                  <a:gd name="connsiteY36" fmla="*/ 134406 h 392842"/>
                  <a:gd name="connsiteX37" fmla="*/ 195570 w 271260"/>
                  <a:gd name="connsiteY37" fmla="*/ 93291 h 392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1260" h="392842">
                    <a:moveTo>
                      <a:pt x="170188" y="11515"/>
                    </a:moveTo>
                    <a:cubicBezTo>
                      <a:pt x="184930" y="19192"/>
                      <a:pt x="196514" y="29145"/>
                      <a:pt x="204975" y="41343"/>
                    </a:cubicBezTo>
                    <a:lnTo>
                      <a:pt x="204975" y="4229"/>
                    </a:lnTo>
                    <a:lnTo>
                      <a:pt x="271261" y="4229"/>
                    </a:lnTo>
                    <a:lnTo>
                      <a:pt x="271261" y="266438"/>
                    </a:lnTo>
                    <a:cubicBezTo>
                      <a:pt x="271261" y="290574"/>
                      <a:pt x="266412" y="312108"/>
                      <a:pt x="256682" y="331039"/>
                    </a:cubicBezTo>
                    <a:cubicBezTo>
                      <a:pt x="246952" y="350003"/>
                      <a:pt x="232407" y="365031"/>
                      <a:pt x="212947" y="376156"/>
                    </a:cubicBezTo>
                    <a:cubicBezTo>
                      <a:pt x="193520" y="387280"/>
                      <a:pt x="169993" y="392842"/>
                      <a:pt x="142431" y="392842"/>
                    </a:cubicBezTo>
                    <a:cubicBezTo>
                      <a:pt x="105432" y="392842"/>
                      <a:pt x="75137" y="384222"/>
                      <a:pt x="51479" y="366983"/>
                    </a:cubicBezTo>
                    <a:cubicBezTo>
                      <a:pt x="27822" y="349743"/>
                      <a:pt x="14415" y="326257"/>
                      <a:pt x="11292" y="296494"/>
                    </a:cubicBezTo>
                    <a:lnTo>
                      <a:pt x="76633" y="296494"/>
                    </a:lnTo>
                    <a:cubicBezTo>
                      <a:pt x="80083" y="308399"/>
                      <a:pt x="87535" y="317865"/>
                      <a:pt x="98956" y="324924"/>
                    </a:cubicBezTo>
                    <a:cubicBezTo>
                      <a:pt x="110378" y="331982"/>
                      <a:pt x="124273" y="335495"/>
                      <a:pt x="140576" y="335495"/>
                    </a:cubicBezTo>
                    <a:cubicBezTo>
                      <a:pt x="159678" y="335495"/>
                      <a:pt x="175200" y="329770"/>
                      <a:pt x="187110" y="318353"/>
                    </a:cubicBezTo>
                    <a:cubicBezTo>
                      <a:pt x="199020" y="306903"/>
                      <a:pt x="204975" y="289598"/>
                      <a:pt x="204975" y="266438"/>
                    </a:cubicBezTo>
                    <a:lnTo>
                      <a:pt x="204975" y="226038"/>
                    </a:lnTo>
                    <a:cubicBezTo>
                      <a:pt x="196514" y="238269"/>
                      <a:pt x="184832" y="248450"/>
                      <a:pt x="169961" y="256582"/>
                    </a:cubicBezTo>
                    <a:cubicBezTo>
                      <a:pt x="155057" y="264714"/>
                      <a:pt x="138071" y="268813"/>
                      <a:pt x="118937" y="268813"/>
                    </a:cubicBezTo>
                    <a:cubicBezTo>
                      <a:pt x="97004" y="268813"/>
                      <a:pt x="76926" y="263185"/>
                      <a:pt x="58769" y="251898"/>
                    </a:cubicBezTo>
                    <a:cubicBezTo>
                      <a:pt x="40578" y="240611"/>
                      <a:pt x="26260" y="224737"/>
                      <a:pt x="15750" y="204212"/>
                    </a:cubicBezTo>
                    <a:cubicBezTo>
                      <a:pt x="5239" y="183686"/>
                      <a:pt x="0" y="160136"/>
                      <a:pt x="0" y="133496"/>
                    </a:cubicBezTo>
                    <a:cubicBezTo>
                      <a:pt x="0" y="106855"/>
                      <a:pt x="5239" y="83858"/>
                      <a:pt x="15750" y="63462"/>
                    </a:cubicBezTo>
                    <a:cubicBezTo>
                      <a:pt x="26260" y="43100"/>
                      <a:pt x="40513" y="27454"/>
                      <a:pt x="58541" y="16459"/>
                    </a:cubicBezTo>
                    <a:cubicBezTo>
                      <a:pt x="76568" y="5497"/>
                      <a:pt x="96679" y="0"/>
                      <a:pt x="118937" y="0"/>
                    </a:cubicBezTo>
                    <a:cubicBezTo>
                      <a:pt x="138363" y="0"/>
                      <a:pt x="155447" y="3838"/>
                      <a:pt x="170188" y="11515"/>
                    </a:cubicBezTo>
                    <a:close/>
                    <a:moveTo>
                      <a:pt x="195570" y="93291"/>
                    </a:moveTo>
                    <a:cubicBezTo>
                      <a:pt x="189290" y="81873"/>
                      <a:pt x="180829" y="73091"/>
                      <a:pt x="170188" y="66975"/>
                    </a:cubicBezTo>
                    <a:cubicBezTo>
                      <a:pt x="159515" y="60860"/>
                      <a:pt x="148093" y="57803"/>
                      <a:pt x="135858" y="57803"/>
                    </a:cubicBezTo>
                    <a:cubicBezTo>
                      <a:pt x="123623" y="57803"/>
                      <a:pt x="112363" y="60795"/>
                      <a:pt x="102016" y="66715"/>
                    </a:cubicBezTo>
                    <a:cubicBezTo>
                      <a:pt x="91667" y="72668"/>
                      <a:pt x="83272" y="81353"/>
                      <a:pt x="76861" y="92803"/>
                    </a:cubicBezTo>
                    <a:cubicBezTo>
                      <a:pt x="70418" y="104253"/>
                      <a:pt x="67229" y="117784"/>
                      <a:pt x="67229" y="133463"/>
                    </a:cubicBezTo>
                    <a:cubicBezTo>
                      <a:pt x="67229" y="149142"/>
                      <a:pt x="70451" y="162836"/>
                      <a:pt x="76861" y="174579"/>
                    </a:cubicBezTo>
                    <a:cubicBezTo>
                      <a:pt x="83272" y="186321"/>
                      <a:pt x="91732" y="195332"/>
                      <a:pt x="102243" y="201609"/>
                    </a:cubicBezTo>
                    <a:cubicBezTo>
                      <a:pt x="112754" y="207887"/>
                      <a:pt x="123948" y="211010"/>
                      <a:pt x="135858" y="211010"/>
                    </a:cubicBezTo>
                    <a:cubicBezTo>
                      <a:pt x="147768" y="211010"/>
                      <a:pt x="159515" y="207952"/>
                      <a:pt x="170188" y="201837"/>
                    </a:cubicBezTo>
                    <a:cubicBezTo>
                      <a:pt x="180829" y="195722"/>
                      <a:pt x="189290" y="186972"/>
                      <a:pt x="195570" y="175522"/>
                    </a:cubicBezTo>
                    <a:cubicBezTo>
                      <a:pt x="201851" y="164105"/>
                      <a:pt x="204975" y="150378"/>
                      <a:pt x="204975" y="134406"/>
                    </a:cubicBezTo>
                    <a:cubicBezTo>
                      <a:pt x="204975" y="118435"/>
                      <a:pt x="201851" y="104741"/>
                      <a:pt x="195570" y="93291"/>
                    </a:cubicBezTo>
                    <a:close/>
                  </a:path>
                </a:pathLst>
              </a:custGeom>
              <a:solidFill>
                <a:srgbClr val="4C4C4C"/>
              </a:solid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317E66D-89D2-659D-2DC4-CCECF1477E25}"/>
                  </a:ext>
                </a:extLst>
              </p:cNvPr>
              <p:cNvSpPr/>
              <p:nvPr/>
            </p:nvSpPr>
            <p:spPr>
              <a:xfrm>
                <a:off x="5745011" y="2702180"/>
                <a:ext cx="248254" cy="347725"/>
              </a:xfrm>
              <a:custGeom>
                <a:avLst/>
                <a:gdLst>
                  <a:gd name="connsiteX0" fmla="*/ 199378 w 248254"/>
                  <a:gd name="connsiteY0" fmla="*/ 96576 h 347725"/>
                  <a:gd name="connsiteX1" fmla="*/ 235335 w 248254"/>
                  <a:gd name="connsiteY1" fmla="*/ 134634 h 347725"/>
                  <a:gd name="connsiteX2" fmla="*/ 248254 w 248254"/>
                  <a:gd name="connsiteY2" fmla="*/ 195006 h 347725"/>
                  <a:gd name="connsiteX3" fmla="*/ 248254 w 248254"/>
                  <a:gd name="connsiteY3" fmla="*/ 347726 h 347725"/>
                  <a:gd name="connsiteX4" fmla="*/ 182424 w 248254"/>
                  <a:gd name="connsiteY4" fmla="*/ 347726 h 347725"/>
                  <a:gd name="connsiteX5" fmla="*/ 182424 w 248254"/>
                  <a:gd name="connsiteY5" fmla="*/ 203919 h 347725"/>
                  <a:gd name="connsiteX6" fmla="*/ 166902 w 248254"/>
                  <a:gd name="connsiteY6" fmla="*/ 156233 h 347725"/>
                  <a:gd name="connsiteX7" fmla="*/ 124599 w 248254"/>
                  <a:gd name="connsiteY7" fmla="*/ 139546 h 347725"/>
                  <a:gd name="connsiteX8" fmla="*/ 81580 w 248254"/>
                  <a:gd name="connsiteY8" fmla="*/ 156233 h 347725"/>
                  <a:gd name="connsiteX9" fmla="*/ 65830 w 248254"/>
                  <a:gd name="connsiteY9" fmla="*/ 203919 h 347725"/>
                  <a:gd name="connsiteX10" fmla="*/ 65830 w 248254"/>
                  <a:gd name="connsiteY10" fmla="*/ 347726 h 347725"/>
                  <a:gd name="connsiteX11" fmla="*/ 0 w 248254"/>
                  <a:gd name="connsiteY11" fmla="*/ 347726 h 347725"/>
                  <a:gd name="connsiteX12" fmla="*/ 0 w 248254"/>
                  <a:gd name="connsiteY12" fmla="*/ 0 h 347725"/>
                  <a:gd name="connsiteX13" fmla="*/ 65830 w 248254"/>
                  <a:gd name="connsiteY13" fmla="*/ 0 h 347725"/>
                  <a:gd name="connsiteX14" fmla="*/ 65830 w 248254"/>
                  <a:gd name="connsiteY14" fmla="*/ 119834 h 347725"/>
                  <a:gd name="connsiteX15" fmla="*/ 99673 w 248254"/>
                  <a:gd name="connsiteY15" fmla="*/ 93291 h 347725"/>
                  <a:gd name="connsiteX16" fmla="*/ 146694 w 248254"/>
                  <a:gd name="connsiteY16" fmla="*/ 83662 h 347725"/>
                  <a:gd name="connsiteX17" fmla="*/ 199345 w 248254"/>
                  <a:gd name="connsiteY17" fmla="*/ 96576 h 3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254" h="347725">
                    <a:moveTo>
                      <a:pt x="199378" y="96576"/>
                    </a:moveTo>
                    <a:cubicBezTo>
                      <a:pt x="214737" y="105196"/>
                      <a:pt x="226712" y="117882"/>
                      <a:pt x="235335" y="134634"/>
                    </a:cubicBezTo>
                    <a:cubicBezTo>
                      <a:pt x="243959" y="151386"/>
                      <a:pt x="248254" y="171521"/>
                      <a:pt x="248254" y="195006"/>
                    </a:cubicBezTo>
                    <a:lnTo>
                      <a:pt x="248254" y="347726"/>
                    </a:lnTo>
                    <a:lnTo>
                      <a:pt x="182424" y="347726"/>
                    </a:lnTo>
                    <a:lnTo>
                      <a:pt x="182424" y="203919"/>
                    </a:lnTo>
                    <a:cubicBezTo>
                      <a:pt x="182424" y="183231"/>
                      <a:pt x="177250" y="167357"/>
                      <a:pt x="166902" y="156233"/>
                    </a:cubicBezTo>
                    <a:cubicBezTo>
                      <a:pt x="156554" y="145108"/>
                      <a:pt x="142464" y="139546"/>
                      <a:pt x="124599" y="139546"/>
                    </a:cubicBezTo>
                    <a:cubicBezTo>
                      <a:pt x="106734" y="139546"/>
                      <a:pt x="92091" y="145108"/>
                      <a:pt x="81580" y="156233"/>
                    </a:cubicBezTo>
                    <a:cubicBezTo>
                      <a:pt x="71069" y="167357"/>
                      <a:pt x="65830" y="183264"/>
                      <a:pt x="65830" y="203919"/>
                    </a:cubicBezTo>
                    <a:lnTo>
                      <a:pt x="65830" y="347726"/>
                    </a:lnTo>
                    <a:lnTo>
                      <a:pt x="0" y="347726"/>
                    </a:lnTo>
                    <a:lnTo>
                      <a:pt x="0" y="0"/>
                    </a:lnTo>
                    <a:lnTo>
                      <a:pt x="65830" y="0"/>
                    </a:lnTo>
                    <a:lnTo>
                      <a:pt x="65830" y="119834"/>
                    </a:lnTo>
                    <a:cubicBezTo>
                      <a:pt x="74291" y="108546"/>
                      <a:pt x="85583" y="99699"/>
                      <a:pt x="99673" y="93291"/>
                    </a:cubicBezTo>
                    <a:cubicBezTo>
                      <a:pt x="113763" y="86883"/>
                      <a:pt x="129448" y="83662"/>
                      <a:pt x="146694" y="83662"/>
                    </a:cubicBezTo>
                    <a:cubicBezTo>
                      <a:pt x="166447" y="83662"/>
                      <a:pt x="183986" y="87989"/>
                      <a:pt x="199345" y="96576"/>
                    </a:cubicBezTo>
                    <a:close/>
                  </a:path>
                </a:pathLst>
              </a:custGeom>
              <a:solidFill>
                <a:srgbClr val="4C4C4C"/>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CAD75B1-6957-A2C2-EADA-0911D967A3F1}"/>
                  </a:ext>
                </a:extLst>
              </p:cNvPr>
              <p:cNvSpPr/>
              <p:nvPr/>
            </p:nvSpPr>
            <p:spPr>
              <a:xfrm>
                <a:off x="6039831" y="2725275"/>
                <a:ext cx="155578" cy="324695"/>
              </a:xfrm>
              <a:custGeom>
                <a:avLst/>
                <a:gdLst>
                  <a:gd name="connsiteX0" fmla="*/ 97297 w 155578"/>
                  <a:gd name="connsiteY0" fmla="*/ 118370 h 324695"/>
                  <a:gd name="connsiteX1" fmla="*/ 97297 w 155578"/>
                  <a:gd name="connsiteY1" fmla="*/ 244319 h 324695"/>
                  <a:gd name="connsiteX2" fmla="*/ 103643 w 155578"/>
                  <a:gd name="connsiteY2" fmla="*/ 263348 h 324695"/>
                  <a:gd name="connsiteX3" fmla="*/ 125022 w 155578"/>
                  <a:gd name="connsiteY3" fmla="*/ 269235 h 324695"/>
                  <a:gd name="connsiteX4" fmla="*/ 155578 w 155578"/>
                  <a:gd name="connsiteY4" fmla="*/ 269235 h 324695"/>
                  <a:gd name="connsiteX5" fmla="*/ 155578 w 155578"/>
                  <a:gd name="connsiteY5" fmla="*/ 324696 h 324695"/>
                  <a:gd name="connsiteX6" fmla="*/ 114218 w 155578"/>
                  <a:gd name="connsiteY6" fmla="*/ 324696 h 324695"/>
                  <a:gd name="connsiteX7" fmla="*/ 31012 w 155578"/>
                  <a:gd name="connsiteY7" fmla="*/ 243863 h 324695"/>
                  <a:gd name="connsiteX8" fmla="*/ 31012 w 155578"/>
                  <a:gd name="connsiteY8" fmla="*/ 118402 h 324695"/>
                  <a:gd name="connsiteX9" fmla="*/ 0 w 155578"/>
                  <a:gd name="connsiteY9" fmla="*/ 118402 h 324695"/>
                  <a:gd name="connsiteX10" fmla="*/ 0 w 155578"/>
                  <a:gd name="connsiteY10" fmla="*/ 64373 h 324695"/>
                  <a:gd name="connsiteX11" fmla="*/ 31012 w 155578"/>
                  <a:gd name="connsiteY11" fmla="*/ 64373 h 324695"/>
                  <a:gd name="connsiteX12" fmla="*/ 31012 w 155578"/>
                  <a:gd name="connsiteY12" fmla="*/ 0 h 324695"/>
                  <a:gd name="connsiteX13" fmla="*/ 97297 w 155578"/>
                  <a:gd name="connsiteY13" fmla="*/ 0 h 324695"/>
                  <a:gd name="connsiteX14" fmla="*/ 97297 w 155578"/>
                  <a:gd name="connsiteY14" fmla="*/ 64373 h 324695"/>
                  <a:gd name="connsiteX15" fmla="*/ 155578 w 155578"/>
                  <a:gd name="connsiteY15" fmla="*/ 64373 h 324695"/>
                  <a:gd name="connsiteX16" fmla="*/ 155578 w 155578"/>
                  <a:gd name="connsiteY16" fmla="*/ 118402 h 324695"/>
                  <a:gd name="connsiteX17" fmla="*/ 97297 w 155578"/>
                  <a:gd name="connsiteY17" fmla="*/ 118402 h 3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5578" h="324695">
                    <a:moveTo>
                      <a:pt x="97297" y="118370"/>
                    </a:moveTo>
                    <a:lnTo>
                      <a:pt x="97297" y="244319"/>
                    </a:lnTo>
                    <a:cubicBezTo>
                      <a:pt x="97297" y="253101"/>
                      <a:pt x="99412" y="259444"/>
                      <a:pt x="103643" y="263348"/>
                    </a:cubicBezTo>
                    <a:cubicBezTo>
                      <a:pt x="107873" y="267284"/>
                      <a:pt x="114999" y="269235"/>
                      <a:pt x="125022" y="269235"/>
                    </a:cubicBezTo>
                    <a:lnTo>
                      <a:pt x="155578" y="269235"/>
                    </a:lnTo>
                    <a:lnTo>
                      <a:pt x="155578" y="324696"/>
                    </a:lnTo>
                    <a:lnTo>
                      <a:pt x="114218" y="324696"/>
                    </a:lnTo>
                    <a:cubicBezTo>
                      <a:pt x="58736" y="324696"/>
                      <a:pt x="31012" y="297763"/>
                      <a:pt x="31012" y="243863"/>
                    </a:cubicBezTo>
                    <a:lnTo>
                      <a:pt x="31012" y="118402"/>
                    </a:lnTo>
                    <a:lnTo>
                      <a:pt x="0" y="118402"/>
                    </a:lnTo>
                    <a:lnTo>
                      <a:pt x="0" y="64373"/>
                    </a:lnTo>
                    <a:lnTo>
                      <a:pt x="31012" y="64373"/>
                    </a:lnTo>
                    <a:lnTo>
                      <a:pt x="31012" y="0"/>
                    </a:lnTo>
                    <a:lnTo>
                      <a:pt x="97297" y="0"/>
                    </a:lnTo>
                    <a:lnTo>
                      <a:pt x="97297" y="64373"/>
                    </a:lnTo>
                    <a:lnTo>
                      <a:pt x="155578" y="64373"/>
                    </a:lnTo>
                    <a:lnTo>
                      <a:pt x="155578" y="118402"/>
                    </a:lnTo>
                    <a:lnTo>
                      <a:pt x="97297" y="118402"/>
                    </a:lnTo>
                    <a:close/>
                  </a:path>
                </a:pathLst>
              </a:custGeom>
              <a:solidFill>
                <a:srgbClr val="4C4C4C"/>
              </a:solid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312B5F5-0A50-31C8-C3CE-63BE451CE26C}"/>
                  </a:ext>
                </a:extLst>
              </p:cNvPr>
              <p:cNvSpPr/>
              <p:nvPr/>
            </p:nvSpPr>
            <p:spPr>
              <a:xfrm>
                <a:off x="6230683" y="2785354"/>
                <a:ext cx="259025" cy="268812"/>
              </a:xfrm>
              <a:custGeom>
                <a:avLst/>
                <a:gdLst>
                  <a:gd name="connsiteX0" fmla="*/ 257138 w 259025"/>
                  <a:gd name="connsiteY0" fmla="*/ 154151 h 268812"/>
                  <a:gd name="connsiteX1" fmla="*/ 66741 w 259025"/>
                  <a:gd name="connsiteY1" fmla="*/ 154151 h 268812"/>
                  <a:gd name="connsiteX2" fmla="*/ 86493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5 w 259025"/>
                  <a:gd name="connsiteY11" fmla="*/ 63462 h 268812"/>
                  <a:gd name="connsiteX12" fmla="*/ 62543 w 259025"/>
                  <a:gd name="connsiteY12" fmla="*/ 16459 h 268812"/>
                  <a:gd name="connsiteX13" fmla="*/ 130717 w 259025"/>
                  <a:gd name="connsiteY13" fmla="*/ 0 h 268812"/>
                  <a:gd name="connsiteX14" fmla="*/ 197230 w 259025"/>
                  <a:gd name="connsiteY14" fmla="*/ 15971 h 268812"/>
                  <a:gd name="connsiteX15" fmla="*/ 242820 w 259025"/>
                  <a:gd name="connsiteY15" fmla="*/ 61316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8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3" y="198324"/>
                    </a:cubicBezTo>
                    <a:cubicBezTo>
                      <a:pt x="98078" y="208961"/>
                      <a:pt x="112364" y="214295"/>
                      <a:pt x="129285" y="214295"/>
                    </a:cubicBezTo>
                    <a:cubicBezTo>
                      <a:pt x="153723" y="214295"/>
                      <a:pt x="171132" y="203789"/>
                      <a:pt x="181480" y="182808"/>
                    </a:cubicBezTo>
                    <a:lnTo>
                      <a:pt x="252452" y="182808"/>
                    </a:lnTo>
                    <a:cubicBezTo>
                      <a:pt x="244935" y="207887"/>
                      <a:pt x="230519"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4" y="184532"/>
                      <a:pt x="0" y="161047"/>
                      <a:pt x="0" y="134406"/>
                    </a:cubicBezTo>
                    <a:cubicBezTo>
                      <a:pt x="0" y="107766"/>
                      <a:pt x="5467" y="83825"/>
                      <a:pt x="16465" y="63462"/>
                    </a:cubicBezTo>
                    <a:cubicBezTo>
                      <a:pt x="27432" y="43100"/>
                      <a:pt x="42791" y="27454"/>
                      <a:pt x="62543" y="16459"/>
                    </a:cubicBezTo>
                    <a:cubicBezTo>
                      <a:pt x="82296" y="5497"/>
                      <a:pt x="105009" y="0"/>
                      <a:pt x="130717" y="0"/>
                    </a:cubicBezTo>
                    <a:cubicBezTo>
                      <a:pt x="156424" y="0"/>
                      <a:pt x="177640" y="5335"/>
                      <a:pt x="197230" y="15971"/>
                    </a:cubicBezTo>
                    <a:cubicBezTo>
                      <a:pt x="216820" y="26608"/>
                      <a:pt x="232016" y="41734"/>
                      <a:pt x="242820" y="61316"/>
                    </a:cubicBezTo>
                    <a:cubicBezTo>
                      <a:pt x="253623" y="80898"/>
                      <a:pt x="259025" y="103374"/>
                      <a:pt x="259025" y="128746"/>
                    </a:cubicBezTo>
                    <a:cubicBezTo>
                      <a:pt x="259025" y="138147"/>
                      <a:pt x="258407" y="146604"/>
                      <a:pt x="257138" y="154118"/>
                    </a:cubicBezTo>
                    <a:close/>
                    <a:moveTo>
                      <a:pt x="190852" y="109978"/>
                    </a:moveTo>
                    <a:cubicBezTo>
                      <a:pt x="190527" y="93063"/>
                      <a:pt x="184409" y="79499"/>
                      <a:pt x="172532" y="69318"/>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solidFill>
                <a:srgbClr val="4C4C4C"/>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010633F-90F7-9123-5B3F-4D939509B052}"/>
                  </a:ext>
                </a:extLst>
              </p:cNvPr>
              <p:cNvSpPr/>
              <p:nvPr/>
            </p:nvSpPr>
            <p:spPr>
              <a:xfrm>
                <a:off x="6542294" y="2785842"/>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69"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solidFill>
                <a:srgbClr val="4C4C4C"/>
              </a:solid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2A5A042F-F560-64C0-61FF-F90F3F28E0D3}"/>
                  </a:ext>
                </a:extLst>
              </p:cNvPr>
              <p:cNvSpPr/>
              <p:nvPr/>
            </p:nvSpPr>
            <p:spPr>
              <a:xfrm>
                <a:off x="4783656" y="3191826"/>
                <a:ext cx="240705" cy="328013"/>
              </a:xfrm>
              <a:custGeom>
                <a:avLst/>
                <a:gdLst>
                  <a:gd name="connsiteX0" fmla="*/ 240705 w 240705"/>
                  <a:gd name="connsiteY0" fmla="*/ 0 h 328013"/>
                  <a:gd name="connsiteX1" fmla="*/ 240705 w 240705"/>
                  <a:gd name="connsiteY1" fmla="*/ 53118 h 328013"/>
                  <a:gd name="connsiteX2" fmla="*/ 153268 w 240705"/>
                  <a:gd name="connsiteY2" fmla="*/ 53118 h 328013"/>
                  <a:gd name="connsiteX3" fmla="*/ 153268 w 240705"/>
                  <a:gd name="connsiteY3" fmla="*/ 328014 h 328013"/>
                  <a:gd name="connsiteX4" fmla="*/ 87437 w 240705"/>
                  <a:gd name="connsiteY4" fmla="*/ 328014 h 328013"/>
                  <a:gd name="connsiteX5" fmla="*/ 87437 w 240705"/>
                  <a:gd name="connsiteY5" fmla="*/ 53118 h 328013"/>
                  <a:gd name="connsiteX6" fmla="*/ 0 w 240705"/>
                  <a:gd name="connsiteY6" fmla="*/ 53118 h 328013"/>
                  <a:gd name="connsiteX7" fmla="*/ 0 w 240705"/>
                  <a:gd name="connsiteY7" fmla="*/ 0 h 328013"/>
                  <a:gd name="connsiteX8" fmla="*/ 240705 w 240705"/>
                  <a:gd name="connsiteY8" fmla="*/ 0 h 32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5" h="328013">
                    <a:moveTo>
                      <a:pt x="240705" y="0"/>
                    </a:moveTo>
                    <a:lnTo>
                      <a:pt x="240705" y="53118"/>
                    </a:lnTo>
                    <a:lnTo>
                      <a:pt x="153268" y="53118"/>
                    </a:lnTo>
                    <a:lnTo>
                      <a:pt x="153268" y="328014"/>
                    </a:lnTo>
                    <a:lnTo>
                      <a:pt x="87437" y="328014"/>
                    </a:lnTo>
                    <a:lnTo>
                      <a:pt x="87437" y="53118"/>
                    </a:lnTo>
                    <a:lnTo>
                      <a:pt x="0" y="53118"/>
                    </a:lnTo>
                    <a:lnTo>
                      <a:pt x="0" y="0"/>
                    </a:lnTo>
                    <a:lnTo>
                      <a:pt x="240705" y="0"/>
                    </a:lnTo>
                    <a:close/>
                  </a:path>
                </a:pathLst>
              </a:custGeom>
              <a:solidFill>
                <a:srgbClr val="4C4C4C"/>
              </a:solid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AD98615-2CB5-469A-0199-E4E0600F26ED}"/>
                  </a:ext>
                </a:extLst>
              </p:cNvPr>
              <p:cNvSpPr/>
              <p:nvPr/>
            </p:nvSpPr>
            <p:spPr>
              <a:xfrm>
                <a:off x="5013557" y="3255256"/>
                <a:ext cx="268006" cy="268812"/>
              </a:xfrm>
              <a:custGeom>
                <a:avLst/>
                <a:gdLst>
                  <a:gd name="connsiteX0" fmla="*/ 64398 w 268006"/>
                  <a:gd name="connsiteY0" fmla="*/ 252126 h 268812"/>
                  <a:gd name="connsiteX1" fmla="*/ 17149 w 268006"/>
                  <a:gd name="connsiteY1" fmla="*/ 204895 h 268812"/>
                  <a:gd name="connsiteX2" fmla="*/ 0 w 268006"/>
                  <a:gd name="connsiteY2" fmla="*/ 134406 h 268812"/>
                  <a:gd name="connsiteX3" fmla="*/ 17637 w 268006"/>
                  <a:gd name="connsiteY3" fmla="*/ 63918 h 268812"/>
                  <a:gd name="connsiteX4" fmla="*/ 65830 w 268006"/>
                  <a:gd name="connsiteY4" fmla="*/ 16687 h 268812"/>
                  <a:gd name="connsiteX5" fmla="*/ 134003 w 268006"/>
                  <a:gd name="connsiteY5" fmla="*/ 0 h 268812"/>
                  <a:gd name="connsiteX6" fmla="*/ 202176 w 268006"/>
                  <a:gd name="connsiteY6" fmla="*/ 16687 h 268812"/>
                  <a:gd name="connsiteX7" fmla="*/ 250370 w 268006"/>
                  <a:gd name="connsiteY7" fmla="*/ 63918 h 268812"/>
                  <a:gd name="connsiteX8" fmla="*/ 268006 w 268006"/>
                  <a:gd name="connsiteY8" fmla="*/ 134406 h 268812"/>
                  <a:gd name="connsiteX9" fmla="*/ 249914 w 268006"/>
                  <a:gd name="connsiteY9" fmla="*/ 204895 h 268812"/>
                  <a:gd name="connsiteX10" fmla="*/ 201038 w 268006"/>
                  <a:gd name="connsiteY10" fmla="*/ 252126 h 268812"/>
                  <a:gd name="connsiteX11" fmla="*/ 132181 w 268006"/>
                  <a:gd name="connsiteY11" fmla="*/ 268813 h 268812"/>
                  <a:gd name="connsiteX12" fmla="*/ 64496 w 268006"/>
                  <a:gd name="connsiteY12" fmla="*/ 252126 h 268812"/>
                  <a:gd name="connsiteX13" fmla="*/ 165698 w 268006"/>
                  <a:gd name="connsiteY13" fmla="*/ 202780 h 268812"/>
                  <a:gd name="connsiteX14" fmla="*/ 190852 w 268006"/>
                  <a:gd name="connsiteY14" fmla="*/ 176693 h 268812"/>
                  <a:gd name="connsiteX15" fmla="*/ 200257 w 268006"/>
                  <a:gd name="connsiteY15" fmla="*/ 134406 h 268812"/>
                  <a:gd name="connsiteX16" fmla="*/ 180732 w 268006"/>
                  <a:gd name="connsiteY16" fmla="*/ 77319 h 268812"/>
                  <a:gd name="connsiteX17" fmla="*/ 133027 w 268006"/>
                  <a:gd name="connsiteY17" fmla="*/ 57347 h 268812"/>
                  <a:gd name="connsiteX18" fmla="*/ 85778 w 268006"/>
                  <a:gd name="connsiteY18" fmla="*/ 77319 h 268812"/>
                  <a:gd name="connsiteX19" fmla="*/ 66741 w 268006"/>
                  <a:gd name="connsiteY19" fmla="*/ 134406 h 268812"/>
                  <a:gd name="connsiteX20" fmla="*/ 85322 w 268006"/>
                  <a:gd name="connsiteY20" fmla="*/ 191493 h 268812"/>
                  <a:gd name="connsiteX21" fmla="*/ 132083 w 268006"/>
                  <a:gd name="connsiteY21" fmla="*/ 211465 h 268812"/>
                  <a:gd name="connsiteX22" fmla="*/ 165698 w 268006"/>
                  <a:gd name="connsiteY22" fmla="*/ 202780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8006" h="268812">
                    <a:moveTo>
                      <a:pt x="64398" y="252126"/>
                    </a:moveTo>
                    <a:cubicBezTo>
                      <a:pt x="44353" y="241001"/>
                      <a:pt x="28604" y="225257"/>
                      <a:pt x="17149" y="204895"/>
                    </a:cubicBezTo>
                    <a:cubicBezTo>
                      <a:pt x="5695" y="184532"/>
                      <a:pt x="0" y="161047"/>
                      <a:pt x="0" y="134406"/>
                    </a:cubicBezTo>
                    <a:cubicBezTo>
                      <a:pt x="0" y="107766"/>
                      <a:pt x="5890" y="84280"/>
                      <a:pt x="17637" y="63918"/>
                    </a:cubicBezTo>
                    <a:cubicBezTo>
                      <a:pt x="29384" y="43555"/>
                      <a:pt x="45459" y="27812"/>
                      <a:pt x="65830" y="16687"/>
                    </a:cubicBezTo>
                    <a:cubicBezTo>
                      <a:pt x="86201" y="5562"/>
                      <a:pt x="108914" y="0"/>
                      <a:pt x="134003" y="0"/>
                    </a:cubicBezTo>
                    <a:cubicBezTo>
                      <a:pt x="159092" y="0"/>
                      <a:pt x="181806" y="5562"/>
                      <a:pt x="202176" y="16687"/>
                    </a:cubicBezTo>
                    <a:cubicBezTo>
                      <a:pt x="222547" y="27812"/>
                      <a:pt x="238622" y="43555"/>
                      <a:pt x="250370" y="63918"/>
                    </a:cubicBezTo>
                    <a:cubicBezTo>
                      <a:pt x="262117" y="84280"/>
                      <a:pt x="268006" y="107798"/>
                      <a:pt x="268006" y="134406"/>
                    </a:cubicBezTo>
                    <a:cubicBezTo>
                      <a:pt x="268006" y="161014"/>
                      <a:pt x="261954" y="184532"/>
                      <a:pt x="249914" y="204895"/>
                    </a:cubicBezTo>
                    <a:cubicBezTo>
                      <a:pt x="237841" y="225257"/>
                      <a:pt x="221538" y="241001"/>
                      <a:pt x="201038" y="252126"/>
                    </a:cubicBezTo>
                    <a:cubicBezTo>
                      <a:pt x="180504" y="263250"/>
                      <a:pt x="157563" y="268813"/>
                      <a:pt x="132181" y="268813"/>
                    </a:cubicBezTo>
                    <a:cubicBezTo>
                      <a:pt x="106799" y="268813"/>
                      <a:pt x="84541" y="263250"/>
                      <a:pt x="64496" y="252126"/>
                    </a:cubicBezTo>
                    <a:close/>
                    <a:moveTo>
                      <a:pt x="165698" y="202780"/>
                    </a:moveTo>
                    <a:cubicBezTo>
                      <a:pt x="176209" y="196990"/>
                      <a:pt x="184572" y="188305"/>
                      <a:pt x="190852" y="176693"/>
                    </a:cubicBezTo>
                    <a:cubicBezTo>
                      <a:pt x="197133" y="165113"/>
                      <a:pt x="200257" y="150996"/>
                      <a:pt x="200257" y="134406"/>
                    </a:cubicBezTo>
                    <a:cubicBezTo>
                      <a:pt x="200257" y="109652"/>
                      <a:pt x="193748" y="90623"/>
                      <a:pt x="180732" y="77319"/>
                    </a:cubicBezTo>
                    <a:cubicBezTo>
                      <a:pt x="167716" y="64015"/>
                      <a:pt x="151836" y="57347"/>
                      <a:pt x="133027" y="57347"/>
                    </a:cubicBezTo>
                    <a:cubicBezTo>
                      <a:pt x="114218" y="57347"/>
                      <a:pt x="98469" y="64015"/>
                      <a:pt x="85778" y="77319"/>
                    </a:cubicBezTo>
                    <a:cubicBezTo>
                      <a:pt x="73087" y="90623"/>
                      <a:pt x="66741" y="109685"/>
                      <a:pt x="66741" y="134406"/>
                    </a:cubicBezTo>
                    <a:cubicBezTo>
                      <a:pt x="66741" y="159128"/>
                      <a:pt x="72924" y="178189"/>
                      <a:pt x="85322" y="191493"/>
                    </a:cubicBezTo>
                    <a:cubicBezTo>
                      <a:pt x="97688" y="204797"/>
                      <a:pt x="113307" y="211465"/>
                      <a:pt x="132083" y="211465"/>
                    </a:cubicBezTo>
                    <a:cubicBezTo>
                      <a:pt x="143993" y="211465"/>
                      <a:pt x="155188" y="208570"/>
                      <a:pt x="165698" y="202780"/>
                    </a:cubicBezTo>
                    <a:close/>
                  </a:path>
                </a:pathLst>
              </a:custGeom>
              <a:solidFill>
                <a:srgbClr val="4C4C4C"/>
              </a:solid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F7C8CC5-9F24-3097-2989-D5A7C77D1B4C}"/>
                  </a:ext>
                </a:extLst>
              </p:cNvPr>
              <p:cNvSpPr/>
              <p:nvPr/>
            </p:nvSpPr>
            <p:spPr>
              <a:xfrm>
                <a:off x="5317684" y="3255288"/>
                <a:ext cx="271260" cy="392842"/>
              </a:xfrm>
              <a:custGeom>
                <a:avLst/>
                <a:gdLst>
                  <a:gd name="connsiteX0" fmla="*/ 170189 w 271260"/>
                  <a:gd name="connsiteY0" fmla="*/ 11515 h 392842"/>
                  <a:gd name="connsiteX1" fmla="*/ 204975 w 271260"/>
                  <a:gd name="connsiteY1" fmla="*/ 41343 h 392842"/>
                  <a:gd name="connsiteX2" fmla="*/ 204975 w 271260"/>
                  <a:gd name="connsiteY2" fmla="*/ 4229 h 392842"/>
                  <a:gd name="connsiteX3" fmla="*/ 271261 w 271260"/>
                  <a:gd name="connsiteY3" fmla="*/ 4229 h 392842"/>
                  <a:gd name="connsiteX4" fmla="*/ 271261 w 271260"/>
                  <a:gd name="connsiteY4" fmla="*/ 266438 h 392842"/>
                  <a:gd name="connsiteX5" fmla="*/ 256682 w 271260"/>
                  <a:gd name="connsiteY5" fmla="*/ 331039 h 392842"/>
                  <a:gd name="connsiteX6" fmla="*/ 212948 w 271260"/>
                  <a:gd name="connsiteY6" fmla="*/ 376156 h 392842"/>
                  <a:gd name="connsiteX7" fmla="*/ 142431 w 271260"/>
                  <a:gd name="connsiteY7" fmla="*/ 392842 h 392842"/>
                  <a:gd name="connsiteX8" fmla="*/ 51480 w 271260"/>
                  <a:gd name="connsiteY8" fmla="*/ 366983 h 392842"/>
                  <a:gd name="connsiteX9" fmla="*/ 11292 w 271260"/>
                  <a:gd name="connsiteY9" fmla="*/ 296494 h 392842"/>
                  <a:gd name="connsiteX10" fmla="*/ 76634 w 271260"/>
                  <a:gd name="connsiteY10" fmla="*/ 296494 h 392842"/>
                  <a:gd name="connsiteX11" fmla="*/ 98957 w 271260"/>
                  <a:gd name="connsiteY11" fmla="*/ 324924 h 392842"/>
                  <a:gd name="connsiteX12" fmla="*/ 140577 w 271260"/>
                  <a:gd name="connsiteY12" fmla="*/ 335495 h 392842"/>
                  <a:gd name="connsiteX13" fmla="*/ 187110 w 271260"/>
                  <a:gd name="connsiteY13" fmla="*/ 318353 h 392842"/>
                  <a:gd name="connsiteX14" fmla="*/ 204975 w 271260"/>
                  <a:gd name="connsiteY14" fmla="*/ 266438 h 392842"/>
                  <a:gd name="connsiteX15" fmla="*/ 204975 w 271260"/>
                  <a:gd name="connsiteY15" fmla="*/ 226038 h 392842"/>
                  <a:gd name="connsiteX16" fmla="*/ 169961 w 271260"/>
                  <a:gd name="connsiteY16" fmla="*/ 256582 h 392842"/>
                  <a:gd name="connsiteX17" fmla="*/ 118937 w 271260"/>
                  <a:gd name="connsiteY17" fmla="*/ 268813 h 392842"/>
                  <a:gd name="connsiteX18" fmla="*/ 58769 w 271260"/>
                  <a:gd name="connsiteY18" fmla="*/ 251898 h 392842"/>
                  <a:gd name="connsiteX19" fmla="*/ 15750 w 271260"/>
                  <a:gd name="connsiteY19" fmla="*/ 204212 h 392842"/>
                  <a:gd name="connsiteX20" fmla="*/ 0 w 271260"/>
                  <a:gd name="connsiteY20" fmla="*/ 133496 h 392842"/>
                  <a:gd name="connsiteX21" fmla="*/ 15750 w 271260"/>
                  <a:gd name="connsiteY21" fmla="*/ 63462 h 392842"/>
                  <a:gd name="connsiteX22" fmla="*/ 58541 w 271260"/>
                  <a:gd name="connsiteY22" fmla="*/ 16459 h 392842"/>
                  <a:gd name="connsiteX23" fmla="*/ 118937 w 271260"/>
                  <a:gd name="connsiteY23" fmla="*/ 0 h 392842"/>
                  <a:gd name="connsiteX24" fmla="*/ 170189 w 271260"/>
                  <a:gd name="connsiteY24" fmla="*/ 11515 h 392842"/>
                  <a:gd name="connsiteX25" fmla="*/ 195571 w 271260"/>
                  <a:gd name="connsiteY25" fmla="*/ 93258 h 392842"/>
                  <a:gd name="connsiteX26" fmla="*/ 170189 w 271260"/>
                  <a:gd name="connsiteY26" fmla="*/ 66943 h 392842"/>
                  <a:gd name="connsiteX27" fmla="*/ 135858 w 271260"/>
                  <a:gd name="connsiteY27" fmla="*/ 57770 h 392842"/>
                  <a:gd name="connsiteX28" fmla="*/ 102016 w 271260"/>
                  <a:gd name="connsiteY28" fmla="*/ 66683 h 392842"/>
                  <a:gd name="connsiteX29" fmla="*/ 76862 w 271260"/>
                  <a:gd name="connsiteY29" fmla="*/ 92770 h 392842"/>
                  <a:gd name="connsiteX30" fmla="*/ 67230 w 271260"/>
                  <a:gd name="connsiteY30" fmla="*/ 133431 h 392842"/>
                  <a:gd name="connsiteX31" fmla="*/ 76862 w 271260"/>
                  <a:gd name="connsiteY31" fmla="*/ 174546 h 392842"/>
                  <a:gd name="connsiteX32" fmla="*/ 102244 w 271260"/>
                  <a:gd name="connsiteY32" fmla="*/ 201577 h 392842"/>
                  <a:gd name="connsiteX33" fmla="*/ 135858 w 271260"/>
                  <a:gd name="connsiteY33" fmla="*/ 210978 h 392842"/>
                  <a:gd name="connsiteX34" fmla="*/ 170189 w 271260"/>
                  <a:gd name="connsiteY34" fmla="*/ 201805 h 392842"/>
                  <a:gd name="connsiteX35" fmla="*/ 195571 w 271260"/>
                  <a:gd name="connsiteY35" fmla="*/ 175489 h 392842"/>
                  <a:gd name="connsiteX36" fmla="*/ 204975 w 271260"/>
                  <a:gd name="connsiteY36" fmla="*/ 134374 h 392842"/>
                  <a:gd name="connsiteX37" fmla="*/ 195571 w 271260"/>
                  <a:gd name="connsiteY37" fmla="*/ 93258 h 392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1260" h="392842">
                    <a:moveTo>
                      <a:pt x="170189" y="11515"/>
                    </a:moveTo>
                    <a:cubicBezTo>
                      <a:pt x="184930" y="19192"/>
                      <a:pt x="196514" y="29145"/>
                      <a:pt x="204975" y="41343"/>
                    </a:cubicBezTo>
                    <a:lnTo>
                      <a:pt x="204975" y="4229"/>
                    </a:lnTo>
                    <a:lnTo>
                      <a:pt x="271261" y="4229"/>
                    </a:lnTo>
                    <a:lnTo>
                      <a:pt x="271261" y="266438"/>
                    </a:lnTo>
                    <a:cubicBezTo>
                      <a:pt x="271261" y="290574"/>
                      <a:pt x="266412" y="312108"/>
                      <a:pt x="256682" y="331039"/>
                    </a:cubicBezTo>
                    <a:cubicBezTo>
                      <a:pt x="246953" y="350003"/>
                      <a:pt x="232407" y="365031"/>
                      <a:pt x="212948" y="376156"/>
                    </a:cubicBezTo>
                    <a:cubicBezTo>
                      <a:pt x="193521" y="387280"/>
                      <a:pt x="169994" y="392842"/>
                      <a:pt x="142431" y="392842"/>
                    </a:cubicBezTo>
                    <a:cubicBezTo>
                      <a:pt x="105432" y="392842"/>
                      <a:pt x="75137" y="384222"/>
                      <a:pt x="51480" y="366983"/>
                    </a:cubicBezTo>
                    <a:cubicBezTo>
                      <a:pt x="27823" y="349743"/>
                      <a:pt x="14416" y="326257"/>
                      <a:pt x="11292" y="296494"/>
                    </a:cubicBezTo>
                    <a:lnTo>
                      <a:pt x="76634" y="296494"/>
                    </a:lnTo>
                    <a:cubicBezTo>
                      <a:pt x="80083" y="308399"/>
                      <a:pt x="87535" y="317865"/>
                      <a:pt x="98957" y="324924"/>
                    </a:cubicBezTo>
                    <a:cubicBezTo>
                      <a:pt x="110379" y="331982"/>
                      <a:pt x="124274" y="335495"/>
                      <a:pt x="140577" y="335495"/>
                    </a:cubicBezTo>
                    <a:cubicBezTo>
                      <a:pt x="159678" y="335495"/>
                      <a:pt x="175200" y="329770"/>
                      <a:pt x="187110" y="318353"/>
                    </a:cubicBezTo>
                    <a:cubicBezTo>
                      <a:pt x="199020" y="306903"/>
                      <a:pt x="204975" y="289598"/>
                      <a:pt x="204975" y="266438"/>
                    </a:cubicBezTo>
                    <a:lnTo>
                      <a:pt x="204975" y="226038"/>
                    </a:lnTo>
                    <a:cubicBezTo>
                      <a:pt x="196514" y="238269"/>
                      <a:pt x="184832" y="248450"/>
                      <a:pt x="169961" y="256582"/>
                    </a:cubicBezTo>
                    <a:cubicBezTo>
                      <a:pt x="155057" y="264714"/>
                      <a:pt x="138071" y="268813"/>
                      <a:pt x="118937" y="268813"/>
                    </a:cubicBezTo>
                    <a:cubicBezTo>
                      <a:pt x="97004" y="268813"/>
                      <a:pt x="76927" y="263185"/>
                      <a:pt x="58769" y="251898"/>
                    </a:cubicBezTo>
                    <a:cubicBezTo>
                      <a:pt x="40579" y="240611"/>
                      <a:pt x="26261" y="224737"/>
                      <a:pt x="15750" y="204212"/>
                    </a:cubicBezTo>
                    <a:cubicBezTo>
                      <a:pt x="5239" y="183686"/>
                      <a:pt x="0" y="160136"/>
                      <a:pt x="0" y="133496"/>
                    </a:cubicBezTo>
                    <a:cubicBezTo>
                      <a:pt x="0" y="106855"/>
                      <a:pt x="5239" y="83858"/>
                      <a:pt x="15750" y="63462"/>
                    </a:cubicBezTo>
                    <a:cubicBezTo>
                      <a:pt x="26261" y="43100"/>
                      <a:pt x="40514" y="27454"/>
                      <a:pt x="58541" y="16459"/>
                    </a:cubicBezTo>
                    <a:cubicBezTo>
                      <a:pt x="76569" y="5497"/>
                      <a:pt x="96679" y="0"/>
                      <a:pt x="118937" y="0"/>
                    </a:cubicBezTo>
                    <a:cubicBezTo>
                      <a:pt x="138364" y="0"/>
                      <a:pt x="155448" y="3838"/>
                      <a:pt x="170189" y="11515"/>
                    </a:cubicBezTo>
                    <a:close/>
                    <a:moveTo>
                      <a:pt x="195571" y="93258"/>
                    </a:moveTo>
                    <a:cubicBezTo>
                      <a:pt x="189290" y="81841"/>
                      <a:pt x="180830" y="73058"/>
                      <a:pt x="170189" y="66943"/>
                    </a:cubicBezTo>
                    <a:cubicBezTo>
                      <a:pt x="159515" y="60828"/>
                      <a:pt x="148093" y="57770"/>
                      <a:pt x="135858" y="57770"/>
                    </a:cubicBezTo>
                    <a:cubicBezTo>
                      <a:pt x="123623" y="57770"/>
                      <a:pt x="112364" y="60763"/>
                      <a:pt x="102016" y="66683"/>
                    </a:cubicBezTo>
                    <a:cubicBezTo>
                      <a:pt x="91668" y="72635"/>
                      <a:pt x="83272" y="81320"/>
                      <a:pt x="76862" y="92770"/>
                    </a:cubicBezTo>
                    <a:cubicBezTo>
                      <a:pt x="70418" y="104220"/>
                      <a:pt x="67230" y="117752"/>
                      <a:pt x="67230" y="133431"/>
                    </a:cubicBezTo>
                    <a:cubicBezTo>
                      <a:pt x="67230" y="149109"/>
                      <a:pt x="70451" y="162803"/>
                      <a:pt x="76862" y="174546"/>
                    </a:cubicBezTo>
                    <a:cubicBezTo>
                      <a:pt x="83272" y="186289"/>
                      <a:pt x="91733" y="195299"/>
                      <a:pt x="102244" y="201577"/>
                    </a:cubicBezTo>
                    <a:cubicBezTo>
                      <a:pt x="112754" y="207855"/>
                      <a:pt x="123948" y="210978"/>
                      <a:pt x="135858" y="210978"/>
                    </a:cubicBezTo>
                    <a:cubicBezTo>
                      <a:pt x="147768" y="210978"/>
                      <a:pt x="159515" y="207920"/>
                      <a:pt x="170189" y="201805"/>
                    </a:cubicBezTo>
                    <a:cubicBezTo>
                      <a:pt x="180830" y="195689"/>
                      <a:pt x="189290" y="186939"/>
                      <a:pt x="195571" y="175489"/>
                    </a:cubicBezTo>
                    <a:cubicBezTo>
                      <a:pt x="201851" y="164072"/>
                      <a:pt x="204975" y="150345"/>
                      <a:pt x="204975" y="134374"/>
                    </a:cubicBezTo>
                    <a:cubicBezTo>
                      <a:pt x="204975" y="118402"/>
                      <a:pt x="201851" y="104708"/>
                      <a:pt x="195571" y="93258"/>
                    </a:cubicBezTo>
                    <a:close/>
                  </a:path>
                </a:pathLst>
              </a:custGeom>
              <a:solidFill>
                <a:srgbClr val="4C4C4C"/>
              </a:solid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EE6D4EC-FF4F-7882-3BA1-5A72017F7C4D}"/>
                  </a:ext>
                </a:extLst>
              </p:cNvPr>
              <p:cNvSpPr/>
              <p:nvPr/>
            </p:nvSpPr>
            <p:spPr>
              <a:xfrm>
                <a:off x="5641140" y="3255256"/>
                <a:ext cx="259025" cy="268812"/>
              </a:xfrm>
              <a:custGeom>
                <a:avLst/>
                <a:gdLst>
                  <a:gd name="connsiteX0" fmla="*/ 257138 w 259025"/>
                  <a:gd name="connsiteY0" fmla="*/ 154151 h 268812"/>
                  <a:gd name="connsiteX1" fmla="*/ 66741 w 259025"/>
                  <a:gd name="connsiteY1" fmla="*/ 154151 h 268812"/>
                  <a:gd name="connsiteX2" fmla="*/ 86494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6 w 259025"/>
                  <a:gd name="connsiteY11" fmla="*/ 63462 h 268812"/>
                  <a:gd name="connsiteX12" fmla="*/ 62544 w 259025"/>
                  <a:gd name="connsiteY12" fmla="*/ 16459 h 268812"/>
                  <a:gd name="connsiteX13" fmla="*/ 130717 w 259025"/>
                  <a:gd name="connsiteY13" fmla="*/ 0 h 268812"/>
                  <a:gd name="connsiteX14" fmla="*/ 197230 w 259025"/>
                  <a:gd name="connsiteY14" fmla="*/ 15971 h 268812"/>
                  <a:gd name="connsiteX15" fmla="*/ 242820 w 259025"/>
                  <a:gd name="connsiteY15" fmla="*/ 61315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7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4" y="198324"/>
                    </a:cubicBezTo>
                    <a:cubicBezTo>
                      <a:pt x="98078" y="208961"/>
                      <a:pt x="112364" y="214295"/>
                      <a:pt x="129285" y="214295"/>
                    </a:cubicBezTo>
                    <a:cubicBezTo>
                      <a:pt x="153723" y="214295"/>
                      <a:pt x="171133" y="203789"/>
                      <a:pt x="181480" y="182808"/>
                    </a:cubicBezTo>
                    <a:lnTo>
                      <a:pt x="252452" y="182808"/>
                    </a:lnTo>
                    <a:cubicBezTo>
                      <a:pt x="244935" y="207887"/>
                      <a:pt x="230520"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5" y="184532"/>
                      <a:pt x="0" y="161047"/>
                      <a:pt x="0" y="134406"/>
                    </a:cubicBezTo>
                    <a:cubicBezTo>
                      <a:pt x="0" y="107766"/>
                      <a:pt x="5467" y="83825"/>
                      <a:pt x="16466" y="63462"/>
                    </a:cubicBezTo>
                    <a:cubicBezTo>
                      <a:pt x="27432" y="43100"/>
                      <a:pt x="42791" y="27454"/>
                      <a:pt x="62544" y="16459"/>
                    </a:cubicBezTo>
                    <a:cubicBezTo>
                      <a:pt x="82296" y="5497"/>
                      <a:pt x="105009" y="0"/>
                      <a:pt x="130717" y="0"/>
                    </a:cubicBezTo>
                    <a:cubicBezTo>
                      <a:pt x="156424" y="0"/>
                      <a:pt x="177641" y="5335"/>
                      <a:pt x="197230" y="15971"/>
                    </a:cubicBezTo>
                    <a:cubicBezTo>
                      <a:pt x="216820" y="26608"/>
                      <a:pt x="232016" y="41734"/>
                      <a:pt x="242820" y="61315"/>
                    </a:cubicBezTo>
                    <a:cubicBezTo>
                      <a:pt x="253624" y="80897"/>
                      <a:pt x="259025" y="103374"/>
                      <a:pt x="259025" y="128746"/>
                    </a:cubicBezTo>
                    <a:cubicBezTo>
                      <a:pt x="259025" y="138147"/>
                      <a:pt x="258407" y="146604"/>
                      <a:pt x="257138" y="154118"/>
                    </a:cubicBezTo>
                    <a:close/>
                    <a:moveTo>
                      <a:pt x="190852" y="109978"/>
                    </a:moveTo>
                    <a:cubicBezTo>
                      <a:pt x="190527" y="93063"/>
                      <a:pt x="184409" y="79499"/>
                      <a:pt x="172532" y="69317"/>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solidFill>
                <a:srgbClr val="4C4C4C"/>
              </a:solid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F0D20A08-46A5-9AD8-3BBF-33D19B04ADF8}"/>
                  </a:ext>
                </a:extLst>
              </p:cNvPr>
              <p:cNvSpPr/>
              <p:nvPr/>
            </p:nvSpPr>
            <p:spPr>
              <a:xfrm>
                <a:off x="5932120" y="3195176"/>
                <a:ext cx="155577" cy="324695"/>
              </a:xfrm>
              <a:custGeom>
                <a:avLst/>
                <a:gdLst>
                  <a:gd name="connsiteX0" fmla="*/ 97297 w 155577"/>
                  <a:gd name="connsiteY0" fmla="*/ 118370 h 324695"/>
                  <a:gd name="connsiteX1" fmla="*/ 97297 w 155577"/>
                  <a:gd name="connsiteY1" fmla="*/ 244319 h 324695"/>
                  <a:gd name="connsiteX2" fmla="*/ 103643 w 155577"/>
                  <a:gd name="connsiteY2" fmla="*/ 263348 h 324695"/>
                  <a:gd name="connsiteX3" fmla="*/ 125022 w 155577"/>
                  <a:gd name="connsiteY3" fmla="*/ 269235 h 324695"/>
                  <a:gd name="connsiteX4" fmla="*/ 155578 w 155577"/>
                  <a:gd name="connsiteY4" fmla="*/ 269235 h 324695"/>
                  <a:gd name="connsiteX5" fmla="*/ 155578 w 155577"/>
                  <a:gd name="connsiteY5" fmla="*/ 324696 h 324695"/>
                  <a:gd name="connsiteX6" fmla="*/ 114218 w 155577"/>
                  <a:gd name="connsiteY6" fmla="*/ 324696 h 324695"/>
                  <a:gd name="connsiteX7" fmla="*/ 31012 w 155577"/>
                  <a:gd name="connsiteY7" fmla="*/ 243863 h 324695"/>
                  <a:gd name="connsiteX8" fmla="*/ 31012 w 155577"/>
                  <a:gd name="connsiteY8" fmla="*/ 118402 h 324695"/>
                  <a:gd name="connsiteX9" fmla="*/ 0 w 155577"/>
                  <a:gd name="connsiteY9" fmla="*/ 118402 h 324695"/>
                  <a:gd name="connsiteX10" fmla="*/ 0 w 155577"/>
                  <a:gd name="connsiteY10" fmla="*/ 64373 h 324695"/>
                  <a:gd name="connsiteX11" fmla="*/ 31012 w 155577"/>
                  <a:gd name="connsiteY11" fmla="*/ 64373 h 324695"/>
                  <a:gd name="connsiteX12" fmla="*/ 31012 w 155577"/>
                  <a:gd name="connsiteY12" fmla="*/ 0 h 324695"/>
                  <a:gd name="connsiteX13" fmla="*/ 97297 w 155577"/>
                  <a:gd name="connsiteY13" fmla="*/ 0 h 324695"/>
                  <a:gd name="connsiteX14" fmla="*/ 97297 w 155577"/>
                  <a:gd name="connsiteY14" fmla="*/ 64373 h 324695"/>
                  <a:gd name="connsiteX15" fmla="*/ 155578 w 155577"/>
                  <a:gd name="connsiteY15" fmla="*/ 64373 h 324695"/>
                  <a:gd name="connsiteX16" fmla="*/ 155578 w 155577"/>
                  <a:gd name="connsiteY16" fmla="*/ 118402 h 324695"/>
                  <a:gd name="connsiteX17" fmla="*/ 97297 w 155577"/>
                  <a:gd name="connsiteY17" fmla="*/ 118402 h 3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5577" h="324695">
                    <a:moveTo>
                      <a:pt x="97297" y="118370"/>
                    </a:moveTo>
                    <a:lnTo>
                      <a:pt x="97297" y="244319"/>
                    </a:lnTo>
                    <a:cubicBezTo>
                      <a:pt x="97297" y="253101"/>
                      <a:pt x="99412" y="259444"/>
                      <a:pt x="103643" y="263348"/>
                    </a:cubicBezTo>
                    <a:cubicBezTo>
                      <a:pt x="107873" y="267284"/>
                      <a:pt x="114999" y="269235"/>
                      <a:pt x="125022" y="269235"/>
                    </a:cubicBezTo>
                    <a:lnTo>
                      <a:pt x="155578" y="269235"/>
                    </a:lnTo>
                    <a:lnTo>
                      <a:pt x="155578" y="324696"/>
                    </a:lnTo>
                    <a:lnTo>
                      <a:pt x="114218" y="324696"/>
                    </a:lnTo>
                    <a:cubicBezTo>
                      <a:pt x="58736" y="324696"/>
                      <a:pt x="31012" y="297763"/>
                      <a:pt x="31012" y="243863"/>
                    </a:cubicBezTo>
                    <a:lnTo>
                      <a:pt x="31012" y="118402"/>
                    </a:lnTo>
                    <a:lnTo>
                      <a:pt x="0" y="118402"/>
                    </a:lnTo>
                    <a:lnTo>
                      <a:pt x="0" y="64373"/>
                    </a:lnTo>
                    <a:lnTo>
                      <a:pt x="31012" y="64373"/>
                    </a:lnTo>
                    <a:lnTo>
                      <a:pt x="31012" y="0"/>
                    </a:lnTo>
                    <a:lnTo>
                      <a:pt x="97297" y="0"/>
                    </a:lnTo>
                    <a:lnTo>
                      <a:pt x="97297" y="64373"/>
                    </a:lnTo>
                    <a:lnTo>
                      <a:pt x="155578" y="64373"/>
                    </a:lnTo>
                    <a:lnTo>
                      <a:pt x="155578" y="118402"/>
                    </a:lnTo>
                    <a:lnTo>
                      <a:pt x="97297" y="118402"/>
                    </a:lnTo>
                    <a:close/>
                  </a:path>
                </a:pathLst>
              </a:custGeom>
              <a:solidFill>
                <a:srgbClr val="4C4C4C"/>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34870FD2-C551-CF62-6786-AA80BE6BCCAA}"/>
                  </a:ext>
                </a:extLst>
              </p:cNvPr>
              <p:cNvSpPr/>
              <p:nvPr/>
            </p:nvSpPr>
            <p:spPr>
              <a:xfrm>
                <a:off x="6139829" y="3172081"/>
                <a:ext cx="248254" cy="347725"/>
              </a:xfrm>
              <a:custGeom>
                <a:avLst/>
                <a:gdLst>
                  <a:gd name="connsiteX0" fmla="*/ 199378 w 248254"/>
                  <a:gd name="connsiteY0" fmla="*/ 96576 h 347725"/>
                  <a:gd name="connsiteX1" fmla="*/ 235336 w 248254"/>
                  <a:gd name="connsiteY1" fmla="*/ 134634 h 347725"/>
                  <a:gd name="connsiteX2" fmla="*/ 248254 w 248254"/>
                  <a:gd name="connsiteY2" fmla="*/ 195006 h 347725"/>
                  <a:gd name="connsiteX3" fmla="*/ 248254 w 248254"/>
                  <a:gd name="connsiteY3" fmla="*/ 347726 h 347725"/>
                  <a:gd name="connsiteX4" fmla="*/ 182424 w 248254"/>
                  <a:gd name="connsiteY4" fmla="*/ 347726 h 347725"/>
                  <a:gd name="connsiteX5" fmla="*/ 182424 w 248254"/>
                  <a:gd name="connsiteY5" fmla="*/ 203919 h 347725"/>
                  <a:gd name="connsiteX6" fmla="*/ 166902 w 248254"/>
                  <a:gd name="connsiteY6" fmla="*/ 156233 h 347725"/>
                  <a:gd name="connsiteX7" fmla="*/ 124599 w 248254"/>
                  <a:gd name="connsiteY7" fmla="*/ 139546 h 347725"/>
                  <a:gd name="connsiteX8" fmla="*/ 81580 w 248254"/>
                  <a:gd name="connsiteY8" fmla="*/ 156233 h 347725"/>
                  <a:gd name="connsiteX9" fmla="*/ 65830 w 248254"/>
                  <a:gd name="connsiteY9" fmla="*/ 203919 h 347725"/>
                  <a:gd name="connsiteX10" fmla="*/ 65830 w 248254"/>
                  <a:gd name="connsiteY10" fmla="*/ 347726 h 347725"/>
                  <a:gd name="connsiteX11" fmla="*/ 0 w 248254"/>
                  <a:gd name="connsiteY11" fmla="*/ 347726 h 347725"/>
                  <a:gd name="connsiteX12" fmla="*/ 0 w 248254"/>
                  <a:gd name="connsiteY12" fmla="*/ 0 h 347725"/>
                  <a:gd name="connsiteX13" fmla="*/ 65830 w 248254"/>
                  <a:gd name="connsiteY13" fmla="*/ 0 h 347725"/>
                  <a:gd name="connsiteX14" fmla="*/ 65830 w 248254"/>
                  <a:gd name="connsiteY14" fmla="*/ 119834 h 347725"/>
                  <a:gd name="connsiteX15" fmla="*/ 99673 w 248254"/>
                  <a:gd name="connsiteY15" fmla="*/ 93291 h 347725"/>
                  <a:gd name="connsiteX16" fmla="*/ 146694 w 248254"/>
                  <a:gd name="connsiteY16" fmla="*/ 83662 h 347725"/>
                  <a:gd name="connsiteX17" fmla="*/ 199345 w 248254"/>
                  <a:gd name="connsiteY17" fmla="*/ 96576 h 3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254" h="347725">
                    <a:moveTo>
                      <a:pt x="199378" y="96576"/>
                    </a:moveTo>
                    <a:cubicBezTo>
                      <a:pt x="214737" y="105196"/>
                      <a:pt x="226712" y="117882"/>
                      <a:pt x="235336" y="134634"/>
                    </a:cubicBezTo>
                    <a:cubicBezTo>
                      <a:pt x="243959" y="151386"/>
                      <a:pt x="248254" y="171521"/>
                      <a:pt x="248254" y="195006"/>
                    </a:cubicBezTo>
                    <a:lnTo>
                      <a:pt x="248254" y="347726"/>
                    </a:lnTo>
                    <a:lnTo>
                      <a:pt x="182424" y="347726"/>
                    </a:lnTo>
                    <a:lnTo>
                      <a:pt x="182424" y="203919"/>
                    </a:lnTo>
                    <a:cubicBezTo>
                      <a:pt x="182424" y="183231"/>
                      <a:pt x="177250" y="167357"/>
                      <a:pt x="166902" y="156233"/>
                    </a:cubicBezTo>
                    <a:cubicBezTo>
                      <a:pt x="156554" y="145108"/>
                      <a:pt x="142464" y="139546"/>
                      <a:pt x="124599" y="139546"/>
                    </a:cubicBezTo>
                    <a:cubicBezTo>
                      <a:pt x="106734" y="139546"/>
                      <a:pt x="92091" y="145108"/>
                      <a:pt x="81580" y="156233"/>
                    </a:cubicBezTo>
                    <a:cubicBezTo>
                      <a:pt x="71070" y="167357"/>
                      <a:pt x="65830" y="183264"/>
                      <a:pt x="65830" y="203919"/>
                    </a:cubicBezTo>
                    <a:lnTo>
                      <a:pt x="65830" y="347726"/>
                    </a:lnTo>
                    <a:lnTo>
                      <a:pt x="0" y="347726"/>
                    </a:lnTo>
                    <a:lnTo>
                      <a:pt x="0" y="0"/>
                    </a:lnTo>
                    <a:lnTo>
                      <a:pt x="65830" y="0"/>
                    </a:lnTo>
                    <a:lnTo>
                      <a:pt x="65830" y="119834"/>
                    </a:lnTo>
                    <a:cubicBezTo>
                      <a:pt x="74291" y="108546"/>
                      <a:pt x="85583" y="99699"/>
                      <a:pt x="99673" y="93291"/>
                    </a:cubicBezTo>
                    <a:cubicBezTo>
                      <a:pt x="113763" y="86883"/>
                      <a:pt x="129448" y="83662"/>
                      <a:pt x="146694" y="83662"/>
                    </a:cubicBezTo>
                    <a:cubicBezTo>
                      <a:pt x="166447" y="83662"/>
                      <a:pt x="183986" y="87989"/>
                      <a:pt x="199345" y="96576"/>
                    </a:cubicBezTo>
                    <a:close/>
                  </a:path>
                </a:pathLst>
              </a:custGeom>
              <a:solidFill>
                <a:srgbClr val="4C4C4C"/>
              </a:solid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5E787C6-9910-6B6B-9187-48B6B7811F24}"/>
                  </a:ext>
                </a:extLst>
              </p:cNvPr>
              <p:cNvSpPr/>
              <p:nvPr/>
            </p:nvSpPr>
            <p:spPr>
              <a:xfrm>
                <a:off x="6438424" y="3255256"/>
                <a:ext cx="259025" cy="268812"/>
              </a:xfrm>
              <a:custGeom>
                <a:avLst/>
                <a:gdLst>
                  <a:gd name="connsiteX0" fmla="*/ 257138 w 259025"/>
                  <a:gd name="connsiteY0" fmla="*/ 154151 h 268812"/>
                  <a:gd name="connsiteX1" fmla="*/ 66741 w 259025"/>
                  <a:gd name="connsiteY1" fmla="*/ 154151 h 268812"/>
                  <a:gd name="connsiteX2" fmla="*/ 86494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6 w 259025"/>
                  <a:gd name="connsiteY11" fmla="*/ 63462 h 268812"/>
                  <a:gd name="connsiteX12" fmla="*/ 62543 w 259025"/>
                  <a:gd name="connsiteY12" fmla="*/ 16459 h 268812"/>
                  <a:gd name="connsiteX13" fmla="*/ 130717 w 259025"/>
                  <a:gd name="connsiteY13" fmla="*/ 0 h 268812"/>
                  <a:gd name="connsiteX14" fmla="*/ 197230 w 259025"/>
                  <a:gd name="connsiteY14" fmla="*/ 15971 h 268812"/>
                  <a:gd name="connsiteX15" fmla="*/ 242820 w 259025"/>
                  <a:gd name="connsiteY15" fmla="*/ 61315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7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4" y="198324"/>
                    </a:cubicBezTo>
                    <a:cubicBezTo>
                      <a:pt x="98078" y="208961"/>
                      <a:pt x="112364" y="214295"/>
                      <a:pt x="129285" y="214295"/>
                    </a:cubicBezTo>
                    <a:cubicBezTo>
                      <a:pt x="153723" y="214295"/>
                      <a:pt x="171132" y="203789"/>
                      <a:pt x="181480" y="182808"/>
                    </a:cubicBezTo>
                    <a:lnTo>
                      <a:pt x="252452" y="182808"/>
                    </a:lnTo>
                    <a:cubicBezTo>
                      <a:pt x="244935" y="207887"/>
                      <a:pt x="230519"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5" y="184532"/>
                      <a:pt x="0" y="161047"/>
                      <a:pt x="0" y="134406"/>
                    </a:cubicBezTo>
                    <a:cubicBezTo>
                      <a:pt x="0" y="107766"/>
                      <a:pt x="5467" y="83825"/>
                      <a:pt x="16466" y="63462"/>
                    </a:cubicBezTo>
                    <a:cubicBezTo>
                      <a:pt x="27432" y="43100"/>
                      <a:pt x="42791" y="27454"/>
                      <a:pt x="62543" y="16459"/>
                    </a:cubicBezTo>
                    <a:cubicBezTo>
                      <a:pt x="82296" y="5497"/>
                      <a:pt x="105009" y="0"/>
                      <a:pt x="130717" y="0"/>
                    </a:cubicBezTo>
                    <a:cubicBezTo>
                      <a:pt x="156424" y="0"/>
                      <a:pt x="177640" y="5335"/>
                      <a:pt x="197230" y="15971"/>
                    </a:cubicBezTo>
                    <a:cubicBezTo>
                      <a:pt x="216820" y="26608"/>
                      <a:pt x="232016" y="41734"/>
                      <a:pt x="242820" y="61315"/>
                    </a:cubicBezTo>
                    <a:cubicBezTo>
                      <a:pt x="253624" y="80897"/>
                      <a:pt x="259025" y="103374"/>
                      <a:pt x="259025" y="128746"/>
                    </a:cubicBezTo>
                    <a:cubicBezTo>
                      <a:pt x="259025" y="138147"/>
                      <a:pt x="258407" y="146604"/>
                      <a:pt x="257138" y="154118"/>
                    </a:cubicBezTo>
                    <a:close/>
                    <a:moveTo>
                      <a:pt x="190852" y="109978"/>
                    </a:moveTo>
                    <a:cubicBezTo>
                      <a:pt x="190527" y="93063"/>
                      <a:pt x="184409" y="79499"/>
                      <a:pt x="172532" y="69317"/>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solidFill>
                <a:srgbClr val="4C4C4C"/>
              </a:solid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681CCB0-C041-4136-7B54-D8D87217A049}"/>
                  </a:ext>
                </a:extLst>
              </p:cNvPr>
              <p:cNvSpPr/>
              <p:nvPr/>
            </p:nvSpPr>
            <p:spPr>
              <a:xfrm>
                <a:off x="6750067" y="3255744"/>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69"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solidFill>
                <a:srgbClr val="4C4C4C"/>
              </a:solidFill>
              <a:ln w="0" cap="flat">
                <a:noFill/>
                <a:prstDash val="solid"/>
                <a:miter/>
              </a:ln>
            </p:spPr>
            <p:txBody>
              <a:bodyPr rtlCol="0" anchor="ctr"/>
              <a:lstStyle/>
              <a:p>
                <a:endParaRPr lang="en-US"/>
              </a:p>
            </p:txBody>
          </p:sp>
        </p:grpSp>
        <p:grpSp>
          <p:nvGrpSpPr>
            <p:cNvPr id="26" name="Group 25">
              <a:extLst>
                <a:ext uri="{FF2B5EF4-FFF2-40B4-BE49-F238E27FC236}">
                  <a16:creationId xmlns:a16="http://schemas.microsoft.com/office/drawing/2014/main" id="{62A451F3-EA40-05A5-1CA4-282553DF7107}"/>
                </a:ext>
              </a:extLst>
            </p:cNvPr>
            <p:cNvGrpSpPr/>
            <p:nvPr userDrawn="1"/>
          </p:nvGrpSpPr>
          <p:grpSpPr>
            <a:xfrm>
              <a:off x="1329004" y="2629430"/>
              <a:ext cx="2894619" cy="979228"/>
              <a:chOff x="532238" y="532263"/>
              <a:chExt cx="1522954" cy="515204"/>
            </a:xfrm>
          </p:grpSpPr>
          <p:sp>
            <p:nvSpPr>
              <p:cNvPr id="27" name="Freeform: Shape 26">
                <a:extLst>
                  <a:ext uri="{FF2B5EF4-FFF2-40B4-BE49-F238E27FC236}">
                    <a16:creationId xmlns:a16="http://schemas.microsoft.com/office/drawing/2014/main" id="{468806E6-3F8C-FE9D-B4CA-CF0D9A88A383}"/>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28" name="Freeform: Shape 27">
                <a:extLst>
                  <a:ext uri="{FF2B5EF4-FFF2-40B4-BE49-F238E27FC236}">
                    <a16:creationId xmlns:a16="http://schemas.microsoft.com/office/drawing/2014/main" id="{A96E841D-CD05-1410-1424-E348EAE1DD04}"/>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29" name="Freeform: Shape 28">
                <a:extLst>
                  <a:ext uri="{FF2B5EF4-FFF2-40B4-BE49-F238E27FC236}">
                    <a16:creationId xmlns:a16="http://schemas.microsoft.com/office/drawing/2014/main" id="{FD13BE84-A06E-5AED-9FA2-295126F3E61D}"/>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grpSp>
    </p:spTree>
    <p:extLst>
      <p:ext uri="{BB962C8B-B14F-4D97-AF65-F5344CB8AC3E}">
        <p14:creationId xmlns:p14="http://schemas.microsoft.com/office/powerpoint/2010/main" val="1238755077"/>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divider + burs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C028A98-A4AF-A265-70EA-A82E35D968BE}"/>
              </a:ext>
            </a:extLst>
          </p:cNvPr>
          <p:cNvSpPr/>
          <p:nvPr userDrawn="1"/>
        </p:nvSpPr>
        <p:spPr>
          <a:xfrm>
            <a:off x="0" y="0"/>
            <a:ext cx="12192000" cy="6858000"/>
          </a:xfrm>
          <a:prstGeom prst="rect">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6" name="Text Placeholder 14">
            <a:extLst>
              <a:ext uri="{FF2B5EF4-FFF2-40B4-BE49-F238E27FC236}">
                <a16:creationId xmlns:a16="http://schemas.microsoft.com/office/drawing/2014/main" id="{1B927F5D-4721-0803-59FF-213A55372D5D}"/>
              </a:ext>
            </a:extLst>
          </p:cNvPr>
          <p:cNvSpPr>
            <a:spLocks noGrp="1"/>
          </p:cNvSpPr>
          <p:nvPr>
            <p:ph type="body" sz="quarter" idx="13" hasCustomPrompt="1"/>
          </p:nvPr>
        </p:nvSpPr>
        <p:spPr>
          <a:xfrm>
            <a:off x="379412" y="486750"/>
            <a:ext cx="752219" cy="483826"/>
          </a:xfrm>
          <a:prstGeom prst="rect">
            <a:avLst/>
          </a:prstGeom>
        </p:spPr>
        <p:txBody>
          <a:bodyPr lIns="0" tIns="0" rIns="0" bIns="0" anchor="b"/>
          <a:lstStyle>
            <a:lvl1pPr marL="0" indent="0">
              <a:lnSpc>
                <a:spcPct val="100000"/>
              </a:lnSpc>
              <a:buNone/>
              <a:defRPr sz="2400" b="0" i="0">
                <a:solidFill>
                  <a:schemeClr val="tx2"/>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01</a:t>
            </a:r>
          </a:p>
        </p:txBody>
      </p:sp>
      <p:sp>
        <p:nvSpPr>
          <p:cNvPr id="7" name="Text Placeholder 5">
            <a:extLst>
              <a:ext uri="{FF2B5EF4-FFF2-40B4-BE49-F238E27FC236}">
                <a16:creationId xmlns:a16="http://schemas.microsoft.com/office/drawing/2014/main" id="{3AB92F9B-E6FB-0A22-91E7-5E1B2C56C9C5}"/>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latin typeface="Poppins SemiBold" pitchFamily="2" charset="77"/>
                <a:cs typeface="Poppins SemiBold" pitchFamily="2" charset="77"/>
              </a:rPr>
              <a:t>|  NXP  |  </a:t>
            </a:r>
            <a:r>
              <a:rPr lang="en-GB">
                <a:latin typeface="Poppins" panose="00000500000000000000" pitchFamily="2" charset="0"/>
                <a:cs typeface="Poppins" panose="00000500000000000000" pitchFamily="2" charset="0"/>
              </a:rPr>
              <a:t>Public</a:t>
            </a:r>
          </a:p>
        </p:txBody>
      </p:sp>
      <p:sp>
        <p:nvSpPr>
          <p:cNvPr id="8" name="Text Placeholder 5">
            <a:extLst>
              <a:ext uri="{FF2B5EF4-FFF2-40B4-BE49-F238E27FC236}">
                <a16:creationId xmlns:a16="http://schemas.microsoft.com/office/drawing/2014/main" id="{88B9B8F1-41B0-48AB-1747-F71A0EC43090}"/>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latin typeface="Poppins" panose="00000500000000000000" pitchFamily="2" charset="0"/>
                <a:cs typeface="Poppins" panose="00000500000000000000" pitchFamily="2" charset="0"/>
              </a:rPr>
              <a:t>‹#›</a:t>
            </a:fld>
            <a:endParaRPr lang="en-GB">
              <a:latin typeface="Poppins" panose="00000500000000000000" pitchFamily="2" charset="0"/>
              <a:cs typeface="Poppins" panose="00000500000000000000" pitchFamily="2" charset="0"/>
            </a:endParaRPr>
          </a:p>
        </p:txBody>
      </p:sp>
      <p:sp>
        <p:nvSpPr>
          <p:cNvPr id="3" name="Title 6">
            <a:extLst>
              <a:ext uri="{FF2B5EF4-FFF2-40B4-BE49-F238E27FC236}">
                <a16:creationId xmlns:a16="http://schemas.microsoft.com/office/drawing/2014/main" id="{CEB8687C-1C5D-5DB1-5AE5-7DA6E4DB2942}"/>
              </a:ext>
            </a:extLst>
          </p:cNvPr>
          <p:cNvSpPr>
            <a:spLocks noGrp="1"/>
          </p:cNvSpPr>
          <p:nvPr>
            <p:ph type="title" hasCustomPrompt="1"/>
          </p:nvPr>
        </p:nvSpPr>
        <p:spPr>
          <a:xfrm>
            <a:off x="379412" y="1828800"/>
            <a:ext cx="4230687" cy="2374900"/>
          </a:xfrm>
          <a:prstGeom prst="rect">
            <a:avLst/>
          </a:prstGeom>
        </p:spPr>
        <p:txBody>
          <a:bodyPr lIns="0" tIns="0" rIns="0" bIns="0" anchor="b"/>
          <a:lstStyle>
            <a:lvl1pPr>
              <a:lnSpc>
                <a:spcPct val="100000"/>
              </a:lnSpc>
              <a:defRPr lang="en-US" sz="3600" b="0" i="0" kern="1200" dirty="0">
                <a:solidFill>
                  <a:schemeClr val="tx2"/>
                </a:solidFill>
                <a:latin typeface="Poppins SemiBold" pitchFamily="2" charset="77"/>
                <a:ea typeface="+mn-ea"/>
                <a:cs typeface="Poppins SemiBold" pitchFamily="2" charset="77"/>
              </a:defRPr>
            </a:lvl1pPr>
          </a:lstStyle>
          <a:p>
            <a:r>
              <a:rPr lang="en-US"/>
              <a:t>Section divider header goes here</a:t>
            </a:r>
          </a:p>
        </p:txBody>
      </p:sp>
      <p:sp>
        <p:nvSpPr>
          <p:cNvPr id="2" name="Text Placeholder 5">
            <a:extLst>
              <a:ext uri="{FF2B5EF4-FFF2-40B4-BE49-F238E27FC236}">
                <a16:creationId xmlns:a16="http://schemas.microsoft.com/office/drawing/2014/main" id="{76DBD690-7FE4-A0C7-A98D-0449F9C135CA}"/>
              </a:ext>
            </a:extLst>
          </p:cNvPr>
          <p:cNvSpPr>
            <a:spLocks noGrp="1"/>
          </p:cNvSpPr>
          <p:nvPr>
            <p:ph type="body" sz="quarter" idx="11" hasCustomPrompt="1"/>
          </p:nvPr>
        </p:nvSpPr>
        <p:spPr>
          <a:xfrm>
            <a:off x="379412" y="4504637"/>
            <a:ext cx="4230687" cy="847619"/>
          </a:xfrm>
          <a:prstGeom prst="rect">
            <a:avLst/>
          </a:prstGeom>
        </p:spPr>
        <p:txBody>
          <a:bodyPr lIns="0" tIns="0" rIns="0" bIns="0" anchor="t"/>
          <a:lstStyle>
            <a:lvl1pPr marL="0" indent="0">
              <a:lnSpc>
                <a:spcPct val="100000"/>
              </a:lnSpc>
              <a:spcBef>
                <a:spcPts val="0"/>
              </a:spcBef>
              <a:buNone/>
              <a:defRPr sz="2400" b="0" i="0">
                <a:solidFill>
                  <a:schemeClr val="tx1"/>
                </a:solidFill>
                <a:latin typeface="Poppins" panose="00000500000000000000" pitchFamily="2" charset="0"/>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Secondary header</a:t>
            </a:r>
          </a:p>
        </p:txBody>
      </p:sp>
      <p:grpSp>
        <p:nvGrpSpPr>
          <p:cNvPr id="61" name="Group 60">
            <a:extLst>
              <a:ext uri="{FF2B5EF4-FFF2-40B4-BE49-F238E27FC236}">
                <a16:creationId xmlns:a16="http://schemas.microsoft.com/office/drawing/2014/main" id="{BF1E65E2-8DE9-91B6-40AD-BEA84B8DE023}"/>
              </a:ext>
            </a:extLst>
          </p:cNvPr>
          <p:cNvGrpSpPr/>
          <p:nvPr userDrawn="1"/>
        </p:nvGrpSpPr>
        <p:grpSpPr>
          <a:xfrm>
            <a:off x="5741362" y="0"/>
            <a:ext cx="6450638" cy="6858000"/>
            <a:chOff x="5741362" y="0"/>
            <a:chExt cx="6450638" cy="6858000"/>
          </a:xfrm>
        </p:grpSpPr>
        <p:sp>
          <p:nvSpPr>
            <p:cNvPr id="62" name="Rectangle 93">
              <a:extLst>
                <a:ext uri="{FF2B5EF4-FFF2-40B4-BE49-F238E27FC236}">
                  <a16:creationId xmlns:a16="http://schemas.microsoft.com/office/drawing/2014/main" id="{D2C4B7CC-6E25-ED14-EF1E-41D9C4FF3BCE}"/>
                </a:ext>
              </a:extLst>
            </p:cNvPr>
            <p:cNvSpPr/>
            <p:nvPr userDrawn="1"/>
          </p:nvSpPr>
          <p:spPr>
            <a:xfrm>
              <a:off x="8937266" y="0"/>
              <a:ext cx="3254733" cy="6858000"/>
            </a:xfrm>
            <a:custGeom>
              <a:avLst/>
              <a:gdLst>
                <a:gd name="connsiteX0" fmla="*/ 0 w 3254733"/>
                <a:gd name="connsiteY0" fmla="*/ 0 h 6858000"/>
                <a:gd name="connsiteX1" fmla="*/ 3254733 w 3254733"/>
                <a:gd name="connsiteY1" fmla="*/ 0 h 6858000"/>
                <a:gd name="connsiteX2" fmla="*/ 3254733 w 3254733"/>
                <a:gd name="connsiteY2" fmla="*/ 6858000 h 6858000"/>
                <a:gd name="connsiteX3" fmla="*/ 0 w 3254733"/>
                <a:gd name="connsiteY3" fmla="*/ 6858000 h 6858000"/>
                <a:gd name="connsiteX4" fmla="*/ 0 w 3254733"/>
                <a:gd name="connsiteY4" fmla="*/ 0 h 6858000"/>
                <a:gd name="connsiteX0" fmla="*/ 2862469 w 3254733"/>
                <a:gd name="connsiteY0" fmla="*/ 15903 h 6858000"/>
                <a:gd name="connsiteX1" fmla="*/ 3254733 w 3254733"/>
                <a:gd name="connsiteY1" fmla="*/ 0 h 6858000"/>
                <a:gd name="connsiteX2" fmla="*/ 3254733 w 3254733"/>
                <a:gd name="connsiteY2" fmla="*/ 6858000 h 6858000"/>
                <a:gd name="connsiteX3" fmla="*/ 0 w 3254733"/>
                <a:gd name="connsiteY3" fmla="*/ 6858000 h 6858000"/>
                <a:gd name="connsiteX4" fmla="*/ 2862469 w 3254733"/>
                <a:gd name="connsiteY4" fmla="*/ 1590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733" h="6858000">
                  <a:moveTo>
                    <a:pt x="2862469" y="15903"/>
                  </a:moveTo>
                  <a:lnTo>
                    <a:pt x="3254733" y="0"/>
                  </a:lnTo>
                  <a:lnTo>
                    <a:pt x="3254733" y="6858000"/>
                  </a:lnTo>
                  <a:lnTo>
                    <a:pt x="0" y="6858000"/>
                  </a:lnTo>
                  <a:lnTo>
                    <a:pt x="2862469" y="15903"/>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63" name="Rectangle 77">
              <a:extLst>
                <a:ext uri="{FF2B5EF4-FFF2-40B4-BE49-F238E27FC236}">
                  <a16:creationId xmlns:a16="http://schemas.microsoft.com/office/drawing/2014/main" id="{AC30D74E-BD99-56C5-0139-F2C8A52C42BA}"/>
                </a:ext>
              </a:extLst>
            </p:cNvPr>
            <p:cNvSpPr/>
            <p:nvPr userDrawn="1"/>
          </p:nvSpPr>
          <p:spPr>
            <a:xfrm>
              <a:off x="5741362" y="0"/>
              <a:ext cx="6450637" cy="6858000"/>
            </a:xfrm>
            <a:custGeom>
              <a:avLst/>
              <a:gdLst>
                <a:gd name="connsiteX0" fmla="*/ 0 w 6450637"/>
                <a:gd name="connsiteY0" fmla="*/ 0 h 6858000"/>
                <a:gd name="connsiteX1" fmla="*/ 6450637 w 6450637"/>
                <a:gd name="connsiteY1" fmla="*/ 0 h 6858000"/>
                <a:gd name="connsiteX2" fmla="*/ 6450637 w 6450637"/>
                <a:gd name="connsiteY2" fmla="*/ 6858000 h 6858000"/>
                <a:gd name="connsiteX3" fmla="*/ 0 w 6450637"/>
                <a:gd name="connsiteY3" fmla="*/ 6858000 h 6858000"/>
                <a:gd name="connsiteX4" fmla="*/ 0 w 6450637"/>
                <a:gd name="connsiteY4" fmla="*/ 0 h 6858000"/>
                <a:gd name="connsiteX0" fmla="*/ 0 w 6450637"/>
                <a:gd name="connsiteY0" fmla="*/ 2910177 h 6858000"/>
                <a:gd name="connsiteX1" fmla="*/ 6450637 w 6450637"/>
                <a:gd name="connsiteY1" fmla="*/ 0 h 6858000"/>
                <a:gd name="connsiteX2" fmla="*/ 6450637 w 6450637"/>
                <a:gd name="connsiteY2" fmla="*/ 6858000 h 6858000"/>
                <a:gd name="connsiteX3" fmla="*/ 0 w 6450637"/>
                <a:gd name="connsiteY3" fmla="*/ 6858000 h 6858000"/>
                <a:gd name="connsiteX4" fmla="*/ 0 w 6450637"/>
                <a:gd name="connsiteY4" fmla="*/ 2910177 h 6858000"/>
                <a:gd name="connsiteX0" fmla="*/ 0 w 6450637"/>
                <a:gd name="connsiteY0" fmla="*/ 2910177 h 6858000"/>
                <a:gd name="connsiteX1" fmla="*/ 6450637 w 6450637"/>
                <a:gd name="connsiteY1" fmla="*/ 0 h 6858000"/>
                <a:gd name="connsiteX2" fmla="*/ 3445044 w 6450637"/>
                <a:gd name="connsiteY2" fmla="*/ 6850049 h 6858000"/>
                <a:gd name="connsiteX3" fmla="*/ 0 w 6450637"/>
                <a:gd name="connsiteY3" fmla="*/ 6858000 h 6858000"/>
                <a:gd name="connsiteX4" fmla="*/ 0 w 6450637"/>
                <a:gd name="connsiteY4" fmla="*/ 291017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7" h="6858000">
                  <a:moveTo>
                    <a:pt x="0" y="2910177"/>
                  </a:moveTo>
                  <a:lnTo>
                    <a:pt x="6450637" y="0"/>
                  </a:lnTo>
                  <a:lnTo>
                    <a:pt x="3445044" y="6850049"/>
                  </a:lnTo>
                  <a:lnTo>
                    <a:pt x="0" y="6858000"/>
                  </a:lnTo>
                  <a:lnTo>
                    <a:pt x="0" y="2910177"/>
                  </a:lnTo>
                  <a:close/>
                </a:path>
              </a:pathLst>
            </a:custGeom>
            <a:solidFill>
              <a:srgbClr val="7CD0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nvGrpSpPr>
            <p:cNvPr id="192" name="Group 191">
              <a:extLst>
                <a:ext uri="{FF2B5EF4-FFF2-40B4-BE49-F238E27FC236}">
                  <a16:creationId xmlns:a16="http://schemas.microsoft.com/office/drawing/2014/main" id="{9133A4FC-E267-7E47-CFB0-770FA9F453E1}"/>
                </a:ext>
              </a:extLst>
            </p:cNvPr>
            <p:cNvGrpSpPr/>
            <p:nvPr userDrawn="1"/>
          </p:nvGrpSpPr>
          <p:grpSpPr>
            <a:xfrm>
              <a:off x="5741363" y="0"/>
              <a:ext cx="6450637" cy="6858000"/>
              <a:chOff x="5741363" y="0"/>
              <a:chExt cx="6450637" cy="6858000"/>
            </a:xfrm>
          </p:grpSpPr>
          <p:sp>
            <p:nvSpPr>
              <p:cNvPr id="193" name="Rectangle 57">
                <a:extLst>
                  <a:ext uri="{FF2B5EF4-FFF2-40B4-BE49-F238E27FC236}">
                    <a16:creationId xmlns:a16="http://schemas.microsoft.com/office/drawing/2014/main" id="{D65DFA5F-046C-5C96-304D-7A67EDB48606}"/>
                  </a:ext>
                </a:extLst>
              </p:cNvPr>
              <p:cNvSpPr/>
              <p:nvPr userDrawn="1"/>
            </p:nvSpPr>
            <p:spPr>
              <a:xfrm>
                <a:off x="5741363" y="0"/>
                <a:ext cx="6450636" cy="3172570"/>
              </a:xfrm>
              <a:custGeom>
                <a:avLst/>
                <a:gdLst>
                  <a:gd name="connsiteX0" fmla="*/ 0 w 6450636"/>
                  <a:gd name="connsiteY0" fmla="*/ 0 h 3172570"/>
                  <a:gd name="connsiteX1" fmla="*/ 6450636 w 6450636"/>
                  <a:gd name="connsiteY1" fmla="*/ 0 h 3172570"/>
                  <a:gd name="connsiteX2" fmla="*/ 6450636 w 6450636"/>
                  <a:gd name="connsiteY2" fmla="*/ 3172570 h 3172570"/>
                  <a:gd name="connsiteX3" fmla="*/ 0 w 6450636"/>
                  <a:gd name="connsiteY3" fmla="*/ 3172570 h 3172570"/>
                  <a:gd name="connsiteX4" fmla="*/ 0 w 6450636"/>
                  <a:gd name="connsiteY4" fmla="*/ 0 h 3172570"/>
                  <a:gd name="connsiteX0" fmla="*/ 0 w 6450636"/>
                  <a:gd name="connsiteY0" fmla="*/ 0 h 3172570"/>
                  <a:gd name="connsiteX1" fmla="*/ 6450636 w 6450636"/>
                  <a:gd name="connsiteY1" fmla="*/ 0 h 3172570"/>
                  <a:gd name="connsiteX2" fmla="*/ 3961877 w 6450636"/>
                  <a:gd name="connsiteY2" fmla="*/ 1168841 h 3172570"/>
                  <a:gd name="connsiteX3" fmla="*/ 0 w 6450636"/>
                  <a:gd name="connsiteY3" fmla="*/ 3172570 h 3172570"/>
                  <a:gd name="connsiteX4" fmla="*/ 0 w 6450636"/>
                  <a:gd name="connsiteY4" fmla="*/ 0 h 3172570"/>
                  <a:gd name="connsiteX0" fmla="*/ 0 w 6450636"/>
                  <a:gd name="connsiteY0" fmla="*/ 0 h 3172570"/>
                  <a:gd name="connsiteX1" fmla="*/ 6450636 w 6450636"/>
                  <a:gd name="connsiteY1" fmla="*/ 0 h 3172570"/>
                  <a:gd name="connsiteX2" fmla="*/ 0 w 6450636"/>
                  <a:gd name="connsiteY2" fmla="*/ 3172570 h 3172570"/>
                  <a:gd name="connsiteX3" fmla="*/ 0 w 6450636"/>
                  <a:gd name="connsiteY3" fmla="*/ 0 h 3172570"/>
                </a:gdLst>
                <a:ahLst/>
                <a:cxnLst>
                  <a:cxn ang="0">
                    <a:pos x="connsiteX0" y="connsiteY0"/>
                  </a:cxn>
                  <a:cxn ang="0">
                    <a:pos x="connsiteX1" y="connsiteY1"/>
                  </a:cxn>
                  <a:cxn ang="0">
                    <a:pos x="connsiteX2" y="connsiteY2"/>
                  </a:cxn>
                  <a:cxn ang="0">
                    <a:pos x="connsiteX3" y="connsiteY3"/>
                  </a:cxn>
                </a:cxnLst>
                <a:rect l="l" t="t" r="r" b="b"/>
                <a:pathLst>
                  <a:path w="6450636" h="3172570">
                    <a:moveTo>
                      <a:pt x="0" y="0"/>
                    </a:moveTo>
                    <a:lnTo>
                      <a:pt x="6450636" y="0"/>
                    </a:lnTo>
                    <a:lnTo>
                      <a:pt x="0" y="3172570"/>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94" name="Freeform: Shape 193">
                <a:extLst>
                  <a:ext uri="{FF2B5EF4-FFF2-40B4-BE49-F238E27FC236}">
                    <a16:creationId xmlns:a16="http://schemas.microsoft.com/office/drawing/2014/main" id="{C70CCE6B-BD53-692E-A012-D051CBCCD21B}"/>
                  </a:ext>
                </a:extLst>
              </p:cNvPr>
              <p:cNvSpPr/>
              <p:nvPr/>
            </p:nvSpPr>
            <p:spPr>
              <a:xfrm>
                <a:off x="10543225" y="0"/>
                <a:ext cx="1648774" cy="6858000"/>
              </a:xfrm>
              <a:custGeom>
                <a:avLst/>
                <a:gdLst>
                  <a:gd name="connsiteX0" fmla="*/ 512445 w 1648774"/>
                  <a:gd name="connsiteY0" fmla="*/ 6858000 h 6858000"/>
                  <a:gd name="connsiteX1" fmla="*/ 1648775 w 1648774"/>
                  <a:gd name="connsiteY1" fmla="*/ 0 h 6858000"/>
                  <a:gd name="connsiteX2" fmla="*/ 0 w 1648774"/>
                  <a:gd name="connsiteY2" fmla="*/ 6858000 h 6858000"/>
                  <a:gd name="connsiteX3" fmla="*/ 512445 w 164877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48774" h="6858000">
                    <a:moveTo>
                      <a:pt x="512445" y="6858000"/>
                    </a:moveTo>
                    <a:lnTo>
                      <a:pt x="1648775" y="0"/>
                    </a:lnTo>
                    <a:lnTo>
                      <a:pt x="0" y="6858000"/>
                    </a:lnTo>
                    <a:lnTo>
                      <a:pt x="512445" y="6858000"/>
                    </a:lnTo>
                    <a:close/>
                  </a:path>
                </a:pathLst>
              </a:custGeom>
              <a:solidFill>
                <a:srgbClr val="3ECAFB"/>
              </a:solidFill>
              <a:ln w="1687"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CFA5E4C7-E4BF-E4C4-F60A-7C4149BB4AE5}"/>
                  </a:ext>
                </a:extLst>
              </p:cNvPr>
              <p:cNvSpPr/>
              <p:nvPr/>
            </p:nvSpPr>
            <p:spPr>
              <a:xfrm>
                <a:off x="5741363" y="0"/>
                <a:ext cx="6450636" cy="4032884"/>
              </a:xfrm>
              <a:custGeom>
                <a:avLst/>
                <a:gdLst>
                  <a:gd name="connsiteX0" fmla="*/ 0 w 6450636"/>
                  <a:gd name="connsiteY0" fmla="*/ 4032885 h 4032884"/>
                  <a:gd name="connsiteX1" fmla="*/ 0 w 6450636"/>
                  <a:gd name="connsiteY1" fmla="*/ 3051175 h 4032884"/>
                  <a:gd name="connsiteX2" fmla="*/ 6450637 w 6450636"/>
                  <a:gd name="connsiteY2" fmla="*/ 0 h 4032884"/>
                  <a:gd name="connsiteX3" fmla="*/ 0 w 6450636"/>
                  <a:gd name="connsiteY3" fmla="*/ 4032885 h 4032884"/>
                </a:gdLst>
                <a:ahLst/>
                <a:cxnLst>
                  <a:cxn ang="0">
                    <a:pos x="connsiteX0" y="connsiteY0"/>
                  </a:cxn>
                  <a:cxn ang="0">
                    <a:pos x="connsiteX1" y="connsiteY1"/>
                  </a:cxn>
                  <a:cxn ang="0">
                    <a:pos x="connsiteX2" y="connsiteY2"/>
                  </a:cxn>
                  <a:cxn ang="0">
                    <a:pos x="connsiteX3" y="connsiteY3"/>
                  </a:cxn>
                </a:cxnLst>
                <a:rect l="l" t="t" r="r" b="b"/>
                <a:pathLst>
                  <a:path w="6450636" h="4032884">
                    <a:moveTo>
                      <a:pt x="0" y="4032885"/>
                    </a:moveTo>
                    <a:lnTo>
                      <a:pt x="0" y="3051175"/>
                    </a:lnTo>
                    <a:lnTo>
                      <a:pt x="6450637" y="0"/>
                    </a:lnTo>
                    <a:lnTo>
                      <a:pt x="0" y="4032885"/>
                    </a:lnTo>
                    <a:close/>
                  </a:path>
                </a:pathLst>
              </a:custGeom>
              <a:gradFill>
                <a:gsLst>
                  <a:gs pos="0">
                    <a:srgbClr val="C6EB00"/>
                  </a:gs>
                  <a:gs pos="22000">
                    <a:srgbClr val="C6EB00"/>
                  </a:gs>
                  <a:gs pos="81000">
                    <a:srgbClr val="C6EB00"/>
                  </a:gs>
                </a:gsLst>
                <a:lin ang="2023233" scaled="1"/>
              </a:gradFill>
              <a:ln w="1687"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E793FB9F-6918-86EA-B87F-7D3592C41C47}"/>
                  </a:ext>
                </a:extLst>
              </p:cNvPr>
              <p:cNvSpPr/>
              <p:nvPr/>
            </p:nvSpPr>
            <p:spPr>
              <a:xfrm>
                <a:off x="6696719" y="0"/>
                <a:ext cx="5495280" cy="6858000"/>
              </a:xfrm>
              <a:custGeom>
                <a:avLst/>
                <a:gdLst>
                  <a:gd name="connsiteX0" fmla="*/ 0 w 5495280"/>
                  <a:gd name="connsiteY0" fmla="*/ 6858000 h 6858000"/>
                  <a:gd name="connsiteX1" fmla="*/ 5495281 w 5495280"/>
                  <a:gd name="connsiteY1" fmla="*/ 0 h 6858000"/>
                  <a:gd name="connsiteX2" fmla="*/ 742949 w 5495280"/>
                  <a:gd name="connsiteY2" fmla="*/ 6858000 h 6858000"/>
                  <a:gd name="connsiteX3" fmla="*/ 0 w 549528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280" h="6858000">
                    <a:moveTo>
                      <a:pt x="0" y="6858000"/>
                    </a:moveTo>
                    <a:lnTo>
                      <a:pt x="5495281" y="0"/>
                    </a:lnTo>
                    <a:lnTo>
                      <a:pt x="742949" y="6858000"/>
                    </a:lnTo>
                    <a:lnTo>
                      <a:pt x="0" y="6858000"/>
                    </a:lnTo>
                    <a:close/>
                  </a:path>
                </a:pathLst>
              </a:custGeom>
              <a:solidFill>
                <a:srgbClr val="69CA00"/>
              </a:solidFill>
              <a:ln w="1687"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93C3BA8E-DAB9-D345-8CC0-588C7DF13462}"/>
                  </a:ext>
                </a:extLst>
              </p:cNvPr>
              <p:cNvSpPr/>
              <p:nvPr/>
            </p:nvSpPr>
            <p:spPr>
              <a:xfrm>
                <a:off x="11055669" y="0"/>
                <a:ext cx="1136330" cy="6858000"/>
              </a:xfrm>
              <a:custGeom>
                <a:avLst/>
                <a:gdLst>
                  <a:gd name="connsiteX0" fmla="*/ 1136330 w 1136330"/>
                  <a:gd name="connsiteY0" fmla="*/ 6858000 h 6858000"/>
                  <a:gd name="connsiteX1" fmla="*/ 1136330 w 1136330"/>
                  <a:gd name="connsiteY1" fmla="*/ 0 h 6858000"/>
                  <a:gd name="connsiteX2" fmla="*/ 0 w 1136330"/>
                  <a:gd name="connsiteY2" fmla="*/ 6858000 h 6858000"/>
                  <a:gd name="connsiteX3" fmla="*/ 1136330 w 11363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36330" h="6858000">
                    <a:moveTo>
                      <a:pt x="1136330" y="6858000"/>
                    </a:moveTo>
                    <a:lnTo>
                      <a:pt x="1136330" y="0"/>
                    </a:lnTo>
                    <a:lnTo>
                      <a:pt x="0" y="6858000"/>
                    </a:lnTo>
                    <a:lnTo>
                      <a:pt x="1136330" y="6858000"/>
                    </a:lnTo>
                    <a:close/>
                  </a:path>
                </a:pathLst>
              </a:custGeom>
              <a:gradFill>
                <a:gsLst>
                  <a:gs pos="34000">
                    <a:srgbClr val="39B0E9"/>
                  </a:gs>
                  <a:gs pos="3000">
                    <a:srgbClr val="3ECAFB"/>
                  </a:gs>
                  <a:gs pos="55000">
                    <a:srgbClr val="3598D9"/>
                  </a:gs>
                  <a:gs pos="100000">
                    <a:srgbClr val="2D67B8"/>
                  </a:gs>
                </a:gsLst>
                <a:lin ang="21204873" scaled="1"/>
              </a:gradFill>
              <a:ln w="1687"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09C544C4-89FF-579A-27F1-B8BB752A6D25}"/>
                  </a:ext>
                </a:extLst>
              </p:cNvPr>
              <p:cNvSpPr/>
              <p:nvPr/>
            </p:nvSpPr>
            <p:spPr>
              <a:xfrm>
                <a:off x="7439668" y="0"/>
                <a:ext cx="4752332" cy="6858000"/>
              </a:xfrm>
              <a:custGeom>
                <a:avLst/>
                <a:gdLst>
                  <a:gd name="connsiteX0" fmla="*/ 2253611 w 4752332"/>
                  <a:gd name="connsiteY0" fmla="*/ 6858000 h 6858000"/>
                  <a:gd name="connsiteX1" fmla="*/ 0 w 4752332"/>
                  <a:gd name="connsiteY1" fmla="*/ 6858000 h 6858000"/>
                  <a:gd name="connsiteX2" fmla="*/ 4752332 w 4752332"/>
                  <a:gd name="connsiteY2" fmla="*/ 0 h 6858000"/>
                  <a:gd name="connsiteX3" fmla="*/ 2253611 w 47523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52332" h="6858000">
                    <a:moveTo>
                      <a:pt x="2253611" y="6858000"/>
                    </a:moveTo>
                    <a:lnTo>
                      <a:pt x="0" y="6858000"/>
                    </a:lnTo>
                    <a:lnTo>
                      <a:pt x="4752332" y="0"/>
                    </a:lnTo>
                    <a:lnTo>
                      <a:pt x="2253611" y="6858000"/>
                    </a:lnTo>
                    <a:close/>
                  </a:path>
                </a:pathLst>
              </a:custGeom>
              <a:gradFill>
                <a:gsLst>
                  <a:gs pos="39000">
                    <a:srgbClr val="C6EB03"/>
                  </a:gs>
                  <a:gs pos="52000">
                    <a:srgbClr val="BAE718"/>
                  </a:gs>
                  <a:gs pos="54000">
                    <a:srgbClr val="9DDF50"/>
                  </a:gs>
                  <a:gs pos="58000">
                    <a:srgbClr val="49C8F5"/>
                  </a:gs>
                </a:gsLst>
                <a:lin ang="1800000" scaled="0"/>
              </a:gradFill>
              <a:ln w="1687"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4A162A33-0D42-660D-78DD-6970EEA177EE}"/>
                  </a:ext>
                </a:extLst>
              </p:cNvPr>
              <p:cNvSpPr/>
              <p:nvPr/>
            </p:nvSpPr>
            <p:spPr>
              <a:xfrm>
                <a:off x="5741363" y="0"/>
                <a:ext cx="6450636" cy="451167"/>
              </a:xfrm>
              <a:custGeom>
                <a:avLst/>
                <a:gdLst>
                  <a:gd name="connsiteX0" fmla="*/ 6450637 w 6450636"/>
                  <a:gd name="connsiteY0" fmla="*/ 0 h 451167"/>
                  <a:gd name="connsiteX1" fmla="*/ 0 w 6450636"/>
                  <a:gd name="connsiteY1" fmla="*/ 0 h 451167"/>
                  <a:gd name="connsiteX2" fmla="*/ 0 w 6450636"/>
                  <a:gd name="connsiteY2" fmla="*/ 451168 h 451167"/>
                  <a:gd name="connsiteX3" fmla="*/ 6450637 w 6450636"/>
                  <a:gd name="connsiteY3" fmla="*/ 0 h 451167"/>
                </a:gdLst>
                <a:ahLst/>
                <a:cxnLst>
                  <a:cxn ang="0">
                    <a:pos x="connsiteX0" y="connsiteY0"/>
                  </a:cxn>
                  <a:cxn ang="0">
                    <a:pos x="connsiteX1" y="connsiteY1"/>
                  </a:cxn>
                  <a:cxn ang="0">
                    <a:pos x="connsiteX2" y="connsiteY2"/>
                  </a:cxn>
                  <a:cxn ang="0">
                    <a:pos x="connsiteX3" y="connsiteY3"/>
                  </a:cxn>
                </a:cxnLst>
                <a:rect l="l" t="t" r="r" b="b"/>
                <a:pathLst>
                  <a:path w="6450636" h="451167">
                    <a:moveTo>
                      <a:pt x="6450637" y="0"/>
                    </a:moveTo>
                    <a:lnTo>
                      <a:pt x="0" y="0"/>
                    </a:lnTo>
                    <a:lnTo>
                      <a:pt x="0" y="451168"/>
                    </a:lnTo>
                    <a:lnTo>
                      <a:pt x="6450637" y="0"/>
                    </a:lnTo>
                    <a:close/>
                  </a:path>
                </a:pathLst>
              </a:custGeom>
              <a:solidFill>
                <a:srgbClr val="FFB400"/>
              </a:solidFill>
              <a:ln w="1687"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2253EE1B-2B6C-46A1-2850-543EAC10E2F5}"/>
                  </a:ext>
                </a:extLst>
              </p:cNvPr>
              <p:cNvSpPr/>
              <p:nvPr/>
            </p:nvSpPr>
            <p:spPr>
              <a:xfrm>
                <a:off x="5741363" y="0"/>
                <a:ext cx="6450636" cy="1643379"/>
              </a:xfrm>
              <a:custGeom>
                <a:avLst/>
                <a:gdLst>
                  <a:gd name="connsiteX0" fmla="*/ 6450637 w 6450636"/>
                  <a:gd name="connsiteY0" fmla="*/ 0 h 1643379"/>
                  <a:gd name="connsiteX1" fmla="*/ 0 w 6450636"/>
                  <a:gd name="connsiteY1" fmla="*/ 451168 h 1643379"/>
                  <a:gd name="connsiteX2" fmla="*/ 0 w 6450636"/>
                  <a:gd name="connsiteY2" fmla="*/ 1643380 h 1643379"/>
                  <a:gd name="connsiteX3" fmla="*/ 6450637 w 6450636"/>
                  <a:gd name="connsiteY3" fmla="*/ 0 h 1643379"/>
                </a:gdLst>
                <a:ahLst/>
                <a:cxnLst>
                  <a:cxn ang="0">
                    <a:pos x="connsiteX0" y="connsiteY0"/>
                  </a:cxn>
                  <a:cxn ang="0">
                    <a:pos x="connsiteX1" y="connsiteY1"/>
                  </a:cxn>
                  <a:cxn ang="0">
                    <a:pos x="connsiteX2" y="connsiteY2"/>
                  </a:cxn>
                  <a:cxn ang="0">
                    <a:pos x="connsiteX3" y="connsiteY3"/>
                  </a:cxn>
                </a:cxnLst>
                <a:rect l="l" t="t" r="r" b="b"/>
                <a:pathLst>
                  <a:path w="6450636" h="1643379">
                    <a:moveTo>
                      <a:pt x="6450637" y="0"/>
                    </a:moveTo>
                    <a:lnTo>
                      <a:pt x="0" y="451168"/>
                    </a:lnTo>
                    <a:lnTo>
                      <a:pt x="0" y="1643380"/>
                    </a:lnTo>
                    <a:lnTo>
                      <a:pt x="6450637" y="0"/>
                    </a:lnTo>
                    <a:close/>
                  </a:path>
                </a:pathLst>
              </a:custGeom>
              <a:gradFill>
                <a:gsLst>
                  <a:gs pos="29000">
                    <a:srgbClr val="FFA800"/>
                  </a:gs>
                  <a:gs pos="32000">
                    <a:srgbClr val="FFAA00"/>
                  </a:gs>
                  <a:gs pos="47000">
                    <a:srgbClr val="FFC600"/>
                  </a:gs>
                </a:gsLst>
                <a:lin ang="4680000" scaled="0"/>
              </a:gradFill>
              <a:ln w="1687"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60A7A98F-0E34-A7AF-E782-F08D7FF1F13B}"/>
                  </a:ext>
                </a:extLst>
              </p:cNvPr>
              <p:cNvSpPr/>
              <p:nvPr/>
            </p:nvSpPr>
            <p:spPr>
              <a:xfrm>
                <a:off x="5741363" y="0"/>
                <a:ext cx="6450636" cy="2345689"/>
              </a:xfrm>
              <a:custGeom>
                <a:avLst/>
                <a:gdLst>
                  <a:gd name="connsiteX0" fmla="*/ 6450637 w 6450636"/>
                  <a:gd name="connsiteY0" fmla="*/ 0 h 2345689"/>
                  <a:gd name="connsiteX1" fmla="*/ 0 w 6450636"/>
                  <a:gd name="connsiteY1" fmla="*/ 2151063 h 2345689"/>
                  <a:gd name="connsiteX2" fmla="*/ 0 w 6450636"/>
                  <a:gd name="connsiteY2" fmla="*/ 2345690 h 2345689"/>
                  <a:gd name="connsiteX3" fmla="*/ 6450637 w 6450636"/>
                  <a:gd name="connsiteY3" fmla="*/ 0 h 2345689"/>
                </a:gdLst>
                <a:ahLst/>
                <a:cxnLst>
                  <a:cxn ang="0">
                    <a:pos x="connsiteX0" y="connsiteY0"/>
                  </a:cxn>
                  <a:cxn ang="0">
                    <a:pos x="connsiteX1" y="connsiteY1"/>
                  </a:cxn>
                  <a:cxn ang="0">
                    <a:pos x="connsiteX2" y="connsiteY2"/>
                  </a:cxn>
                  <a:cxn ang="0">
                    <a:pos x="connsiteX3" y="connsiteY3"/>
                  </a:cxn>
                </a:cxnLst>
                <a:rect l="l" t="t" r="r" b="b"/>
                <a:pathLst>
                  <a:path w="6450636" h="2345689">
                    <a:moveTo>
                      <a:pt x="6450637" y="0"/>
                    </a:moveTo>
                    <a:lnTo>
                      <a:pt x="0" y="2151063"/>
                    </a:lnTo>
                    <a:lnTo>
                      <a:pt x="0" y="2345690"/>
                    </a:lnTo>
                    <a:lnTo>
                      <a:pt x="6450637" y="0"/>
                    </a:lnTo>
                    <a:close/>
                  </a:path>
                </a:pathLst>
              </a:custGeom>
              <a:solidFill>
                <a:srgbClr val="FF9A00"/>
              </a:solidFill>
              <a:ln w="1687"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2FD81B5C-ADAE-7411-555D-0505B3DE4D7B}"/>
                  </a:ext>
                </a:extLst>
              </p:cNvPr>
              <p:cNvSpPr/>
              <p:nvPr/>
            </p:nvSpPr>
            <p:spPr>
              <a:xfrm>
                <a:off x="5741363" y="0"/>
                <a:ext cx="6450636" cy="3051175"/>
              </a:xfrm>
              <a:custGeom>
                <a:avLst/>
                <a:gdLst>
                  <a:gd name="connsiteX0" fmla="*/ 6450637 w 6450636"/>
                  <a:gd name="connsiteY0" fmla="*/ 0 h 3051175"/>
                  <a:gd name="connsiteX1" fmla="*/ 0 w 6450636"/>
                  <a:gd name="connsiteY1" fmla="*/ 2345690 h 3051175"/>
                  <a:gd name="connsiteX2" fmla="*/ 0 w 6450636"/>
                  <a:gd name="connsiteY2" fmla="*/ 3051175 h 3051175"/>
                  <a:gd name="connsiteX3" fmla="*/ 6450637 w 6450636"/>
                  <a:gd name="connsiteY3" fmla="*/ 0 h 3051175"/>
                </a:gdLst>
                <a:ahLst/>
                <a:cxnLst>
                  <a:cxn ang="0">
                    <a:pos x="connsiteX0" y="connsiteY0"/>
                  </a:cxn>
                  <a:cxn ang="0">
                    <a:pos x="connsiteX1" y="connsiteY1"/>
                  </a:cxn>
                  <a:cxn ang="0">
                    <a:pos x="connsiteX2" y="connsiteY2"/>
                  </a:cxn>
                  <a:cxn ang="0">
                    <a:pos x="connsiteX3" y="connsiteY3"/>
                  </a:cxn>
                </a:cxnLst>
                <a:rect l="l" t="t" r="r" b="b"/>
                <a:pathLst>
                  <a:path w="6450636" h="3051175">
                    <a:moveTo>
                      <a:pt x="6450637" y="0"/>
                    </a:moveTo>
                    <a:lnTo>
                      <a:pt x="0" y="2345690"/>
                    </a:lnTo>
                    <a:lnTo>
                      <a:pt x="0" y="3051175"/>
                    </a:lnTo>
                    <a:lnTo>
                      <a:pt x="6450637" y="0"/>
                    </a:lnTo>
                    <a:close/>
                  </a:path>
                </a:pathLst>
              </a:custGeom>
              <a:gradFill>
                <a:gsLst>
                  <a:gs pos="47000">
                    <a:srgbClr val="C6EB00"/>
                  </a:gs>
                  <a:gs pos="11000">
                    <a:srgbClr val="C6EB00"/>
                  </a:gs>
                  <a:gs pos="69000">
                    <a:srgbClr val="FF9A00"/>
                  </a:gs>
                  <a:gs pos="56000">
                    <a:srgbClr val="FF9A00"/>
                  </a:gs>
                </a:gsLst>
                <a:lin ang="14820000" scaled="0"/>
              </a:gradFill>
              <a:ln w="1687"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8682B139-C1F8-158B-26A6-E33053AD4946}"/>
                  </a:ext>
                </a:extLst>
              </p:cNvPr>
              <p:cNvSpPr/>
              <p:nvPr/>
            </p:nvSpPr>
            <p:spPr>
              <a:xfrm>
                <a:off x="5741363" y="0"/>
                <a:ext cx="6450636" cy="2151062"/>
              </a:xfrm>
              <a:custGeom>
                <a:avLst/>
                <a:gdLst>
                  <a:gd name="connsiteX0" fmla="*/ 0 w 6450636"/>
                  <a:gd name="connsiteY0" fmla="*/ 2151063 h 2151062"/>
                  <a:gd name="connsiteX1" fmla="*/ 0 w 6450636"/>
                  <a:gd name="connsiteY1" fmla="*/ 1643380 h 2151062"/>
                  <a:gd name="connsiteX2" fmla="*/ 0 w 6450636"/>
                  <a:gd name="connsiteY2" fmla="*/ 1643380 h 2151062"/>
                  <a:gd name="connsiteX3" fmla="*/ 6450637 w 6450636"/>
                  <a:gd name="connsiteY3" fmla="*/ 0 h 2151062"/>
                  <a:gd name="connsiteX4" fmla="*/ 0 w 6450636"/>
                  <a:gd name="connsiteY4" fmla="*/ 2151063 h 215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6" h="2151062">
                    <a:moveTo>
                      <a:pt x="0" y="2151063"/>
                    </a:moveTo>
                    <a:lnTo>
                      <a:pt x="0" y="1643380"/>
                    </a:lnTo>
                    <a:lnTo>
                      <a:pt x="0" y="1643380"/>
                    </a:lnTo>
                    <a:lnTo>
                      <a:pt x="6450637" y="0"/>
                    </a:lnTo>
                    <a:lnTo>
                      <a:pt x="0" y="2151063"/>
                    </a:lnTo>
                    <a:close/>
                  </a:path>
                </a:pathLst>
              </a:custGeom>
              <a:solidFill>
                <a:srgbClr val="FDAF25"/>
              </a:solidFill>
              <a:ln w="1687"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20EB8C2E-131D-A4F2-D42D-7B567FD86D78}"/>
                  </a:ext>
                </a:extLst>
              </p:cNvPr>
              <p:cNvSpPr/>
              <p:nvPr/>
            </p:nvSpPr>
            <p:spPr>
              <a:xfrm>
                <a:off x="9693279" y="0"/>
                <a:ext cx="2498720" cy="6858000"/>
              </a:xfrm>
              <a:custGeom>
                <a:avLst/>
                <a:gdLst>
                  <a:gd name="connsiteX0" fmla="*/ 0 w 2498720"/>
                  <a:gd name="connsiteY0" fmla="*/ 6858000 h 6858000"/>
                  <a:gd name="connsiteX1" fmla="*/ 2498721 w 2498720"/>
                  <a:gd name="connsiteY1" fmla="*/ 0 h 6858000"/>
                  <a:gd name="connsiteX2" fmla="*/ 849946 w 2498720"/>
                  <a:gd name="connsiteY2" fmla="*/ 6858000 h 6858000"/>
                  <a:gd name="connsiteX3" fmla="*/ 0 w 249872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98720" h="6858000">
                    <a:moveTo>
                      <a:pt x="0" y="6858000"/>
                    </a:moveTo>
                    <a:lnTo>
                      <a:pt x="2498721" y="0"/>
                    </a:lnTo>
                    <a:lnTo>
                      <a:pt x="849946" y="6858000"/>
                    </a:lnTo>
                    <a:lnTo>
                      <a:pt x="0" y="6858000"/>
                    </a:lnTo>
                    <a:close/>
                  </a:path>
                </a:pathLst>
              </a:custGeom>
              <a:solidFill>
                <a:srgbClr val="188EE1"/>
              </a:solidFill>
              <a:ln w="1687"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D838B711-71CF-4731-94DD-1BB12FAD40B8}"/>
                  </a:ext>
                </a:extLst>
              </p:cNvPr>
              <p:cNvSpPr/>
              <p:nvPr/>
            </p:nvSpPr>
            <p:spPr>
              <a:xfrm>
                <a:off x="5741363" y="0"/>
                <a:ext cx="6450636" cy="5757545"/>
              </a:xfrm>
              <a:custGeom>
                <a:avLst/>
                <a:gdLst>
                  <a:gd name="connsiteX0" fmla="*/ 0 w 6450636"/>
                  <a:gd name="connsiteY0" fmla="*/ 5757545 h 5757545"/>
                  <a:gd name="connsiteX1" fmla="*/ 6450637 w 6450636"/>
                  <a:gd name="connsiteY1" fmla="*/ 0 h 5757545"/>
                  <a:gd name="connsiteX2" fmla="*/ 0 w 6450636"/>
                  <a:gd name="connsiteY2" fmla="*/ 4032885 h 5757545"/>
                  <a:gd name="connsiteX3" fmla="*/ 0 w 6450636"/>
                  <a:gd name="connsiteY3" fmla="*/ 5757545 h 5757545"/>
                </a:gdLst>
                <a:ahLst/>
                <a:cxnLst>
                  <a:cxn ang="0">
                    <a:pos x="connsiteX0" y="connsiteY0"/>
                  </a:cxn>
                  <a:cxn ang="0">
                    <a:pos x="connsiteX1" y="connsiteY1"/>
                  </a:cxn>
                  <a:cxn ang="0">
                    <a:pos x="connsiteX2" y="connsiteY2"/>
                  </a:cxn>
                  <a:cxn ang="0">
                    <a:pos x="connsiteX3" y="connsiteY3"/>
                  </a:cxn>
                </a:cxnLst>
                <a:rect l="l" t="t" r="r" b="b"/>
                <a:pathLst>
                  <a:path w="6450636" h="5757545">
                    <a:moveTo>
                      <a:pt x="0" y="5757545"/>
                    </a:moveTo>
                    <a:lnTo>
                      <a:pt x="6450637" y="0"/>
                    </a:lnTo>
                    <a:lnTo>
                      <a:pt x="0" y="4032885"/>
                    </a:lnTo>
                    <a:lnTo>
                      <a:pt x="0" y="5757545"/>
                    </a:lnTo>
                    <a:close/>
                  </a:path>
                </a:pathLst>
              </a:custGeom>
              <a:gradFill>
                <a:gsLst>
                  <a:gs pos="0">
                    <a:srgbClr val="87D400"/>
                  </a:gs>
                  <a:gs pos="22000">
                    <a:srgbClr val="83D200"/>
                  </a:gs>
                  <a:gs pos="81000">
                    <a:srgbClr val="69CA00"/>
                  </a:gs>
                </a:gsLst>
                <a:lin ang="2023233" scaled="1"/>
              </a:gradFill>
              <a:ln w="1687"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054713C2-66EF-6E19-8B86-8C2D726053F0}"/>
                  </a:ext>
                </a:extLst>
              </p:cNvPr>
              <p:cNvSpPr/>
              <p:nvPr/>
            </p:nvSpPr>
            <p:spPr>
              <a:xfrm>
                <a:off x="5741363" y="0"/>
                <a:ext cx="6450636" cy="6858000"/>
              </a:xfrm>
              <a:custGeom>
                <a:avLst/>
                <a:gdLst>
                  <a:gd name="connsiteX0" fmla="*/ 955356 w 6450636"/>
                  <a:gd name="connsiteY0" fmla="*/ 6858000 h 6858000"/>
                  <a:gd name="connsiteX1" fmla="*/ 6450637 w 6450636"/>
                  <a:gd name="connsiteY1" fmla="*/ 0 h 6858000"/>
                  <a:gd name="connsiteX2" fmla="*/ 0 w 6450636"/>
                  <a:gd name="connsiteY2" fmla="*/ 5757545 h 6858000"/>
                  <a:gd name="connsiteX3" fmla="*/ 0 w 6450636"/>
                  <a:gd name="connsiteY3" fmla="*/ 6858000 h 6858000"/>
                  <a:gd name="connsiteX4" fmla="*/ 955356 w 645063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6" h="6858000">
                    <a:moveTo>
                      <a:pt x="955356" y="6858000"/>
                    </a:moveTo>
                    <a:lnTo>
                      <a:pt x="6450637" y="0"/>
                    </a:lnTo>
                    <a:lnTo>
                      <a:pt x="0" y="5757545"/>
                    </a:lnTo>
                    <a:lnTo>
                      <a:pt x="0" y="6858000"/>
                    </a:lnTo>
                    <a:lnTo>
                      <a:pt x="955356" y="6858000"/>
                    </a:lnTo>
                    <a:close/>
                  </a:path>
                </a:pathLst>
              </a:custGeom>
              <a:gradFill>
                <a:gsLst>
                  <a:gs pos="48000">
                    <a:srgbClr val="C6EB00"/>
                  </a:gs>
                  <a:gs pos="59000">
                    <a:srgbClr val="6BCA23"/>
                  </a:gs>
                  <a:gs pos="90000">
                    <a:srgbClr val="09A74A"/>
                  </a:gs>
                </a:gsLst>
                <a:lin ang="13670947" scaled="1"/>
              </a:gradFill>
              <a:ln w="168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45569810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4DA28DB-65F2-4DB0-0C58-B4F4081D094E}"/>
              </a:ext>
            </a:extLst>
          </p:cNvPr>
          <p:cNvSpPr/>
          <p:nvPr userDrawn="1"/>
        </p:nvSpPr>
        <p:spPr>
          <a:xfrm>
            <a:off x="0" y="0"/>
            <a:ext cx="5749636" cy="6858000"/>
          </a:xfrm>
          <a:prstGeom prst="rect">
            <a:avLst/>
          </a:prstGeom>
          <a:solidFill>
            <a:srgbClr val="FBFB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E218CD4-45FF-0363-DBBA-8A93B3364196}"/>
              </a:ext>
            </a:extLst>
          </p:cNvPr>
          <p:cNvSpPr/>
          <p:nvPr userDrawn="1"/>
        </p:nvSpPr>
        <p:spPr>
          <a:xfrm>
            <a:off x="5749636" y="0"/>
            <a:ext cx="6442364" cy="6858000"/>
          </a:xfrm>
          <a:prstGeom prst="rect">
            <a:avLst/>
          </a:prstGeom>
          <a:solidFill>
            <a:srgbClr val="E9E9E9"/>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6" name="Text Placeholder 14">
            <a:extLst>
              <a:ext uri="{FF2B5EF4-FFF2-40B4-BE49-F238E27FC236}">
                <a16:creationId xmlns:a16="http://schemas.microsoft.com/office/drawing/2014/main" id="{1B927F5D-4721-0803-59FF-213A55372D5D}"/>
              </a:ext>
            </a:extLst>
          </p:cNvPr>
          <p:cNvSpPr>
            <a:spLocks noGrp="1"/>
          </p:cNvSpPr>
          <p:nvPr>
            <p:ph type="body" sz="quarter" idx="13" hasCustomPrompt="1"/>
          </p:nvPr>
        </p:nvSpPr>
        <p:spPr>
          <a:xfrm>
            <a:off x="379412" y="486750"/>
            <a:ext cx="752219" cy="483826"/>
          </a:xfrm>
          <a:prstGeom prst="rect">
            <a:avLst/>
          </a:prstGeom>
        </p:spPr>
        <p:txBody>
          <a:bodyPr lIns="0" tIns="0" rIns="0" bIns="0" anchor="b"/>
          <a:lstStyle>
            <a:lvl1pPr marL="0" indent="0">
              <a:lnSpc>
                <a:spcPct val="100000"/>
              </a:lnSpc>
              <a:buNone/>
              <a:defRPr sz="2400" b="0" i="0">
                <a:solidFill>
                  <a:schemeClr val="tx2"/>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02</a:t>
            </a:r>
          </a:p>
        </p:txBody>
      </p:sp>
      <p:sp>
        <p:nvSpPr>
          <p:cNvPr id="2" name="Picture Placeholder 14">
            <a:extLst>
              <a:ext uri="{FF2B5EF4-FFF2-40B4-BE49-F238E27FC236}">
                <a16:creationId xmlns:a16="http://schemas.microsoft.com/office/drawing/2014/main" id="{3617F25B-C3B5-1DAC-669D-F0AAE4EADCF4}"/>
              </a:ext>
            </a:extLst>
          </p:cNvPr>
          <p:cNvSpPr>
            <a:spLocks noGrp="1"/>
          </p:cNvSpPr>
          <p:nvPr>
            <p:ph type="pic" sz="quarter" idx="17" hasCustomPrompt="1"/>
          </p:nvPr>
        </p:nvSpPr>
        <p:spPr>
          <a:xfrm>
            <a:off x="5749636" y="0"/>
            <a:ext cx="6442364" cy="6858000"/>
          </a:xfrm>
          <a:prstGeom prst="rect">
            <a:avLst/>
          </a:prstGeom>
          <a:no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7" name="Title 6">
            <a:extLst>
              <a:ext uri="{FF2B5EF4-FFF2-40B4-BE49-F238E27FC236}">
                <a16:creationId xmlns:a16="http://schemas.microsoft.com/office/drawing/2014/main" id="{AF2F2590-8080-7A0A-2EDC-896BD896BDD3}"/>
              </a:ext>
            </a:extLst>
          </p:cNvPr>
          <p:cNvSpPr>
            <a:spLocks noGrp="1"/>
          </p:cNvSpPr>
          <p:nvPr>
            <p:ph type="title" hasCustomPrompt="1"/>
          </p:nvPr>
        </p:nvSpPr>
        <p:spPr>
          <a:xfrm>
            <a:off x="379412" y="1828800"/>
            <a:ext cx="4230687" cy="2374900"/>
          </a:xfrm>
          <a:prstGeom prst="rect">
            <a:avLst/>
          </a:prstGeom>
        </p:spPr>
        <p:txBody>
          <a:bodyPr lIns="0" tIns="0" rIns="0" bIns="0" anchor="b"/>
          <a:lstStyle>
            <a:lvl1pPr>
              <a:lnSpc>
                <a:spcPct val="100000"/>
              </a:lnSpc>
              <a:defRPr lang="en-US" sz="3600" b="0" i="0" kern="1200" dirty="0">
                <a:solidFill>
                  <a:schemeClr val="tx2"/>
                </a:solidFill>
                <a:latin typeface="Poppins SemiBold" pitchFamily="2" charset="77"/>
                <a:ea typeface="+mn-ea"/>
                <a:cs typeface="Poppins SemiBold" pitchFamily="2" charset="77"/>
              </a:defRPr>
            </a:lvl1pPr>
          </a:lstStyle>
          <a:p>
            <a:r>
              <a:rPr lang="en-US"/>
              <a:t>Section divider header goes here</a:t>
            </a:r>
          </a:p>
        </p:txBody>
      </p:sp>
      <p:sp>
        <p:nvSpPr>
          <p:cNvPr id="9" name="Text Placeholder 5">
            <a:extLst>
              <a:ext uri="{FF2B5EF4-FFF2-40B4-BE49-F238E27FC236}">
                <a16:creationId xmlns:a16="http://schemas.microsoft.com/office/drawing/2014/main" id="{0B637A51-3E92-0DE4-3715-E6129025CDB7}"/>
              </a:ext>
            </a:extLst>
          </p:cNvPr>
          <p:cNvSpPr>
            <a:spLocks noGrp="1"/>
          </p:cNvSpPr>
          <p:nvPr>
            <p:ph type="body" sz="quarter" idx="11" hasCustomPrompt="1"/>
          </p:nvPr>
        </p:nvSpPr>
        <p:spPr>
          <a:xfrm>
            <a:off x="379412" y="4504637"/>
            <a:ext cx="4230687" cy="847619"/>
          </a:xfrm>
          <a:prstGeom prst="rect">
            <a:avLst/>
          </a:prstGeom>
        </p:spPr>
        <p:txBody>
          <a:bodyPr lIns="0" tIns="0" rIns="0" bIns="0" anchor="t"/>
          <a:lstStyle>
            <a:lvl1pPr marL="0" indent="0">
              <a:lnSpc>
                <a:spcPct val="100000"/>
              </a:lnSpc>
              <a:spcBef>
                <a:spcPts val="0"/>
              </a:spcBef>
              <a:buNone/>
              <a:defRPr sz="2400" b="0" i="0">
                <a:solidFill>
                  <a:schemeClr val="tx1"/>
                </a:solidFill>
                <a:latin typeface="Poppins" panose="00000500000000000000" pitchFamily="2" charset="0"/>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Secondary header</a:t>
            </a:r>
          </a:p>
        </p:txBody>
      </p:sp>
      <p:sp>
        <p:nvSpPr>
          <p:cNvPr id="10" name="Text Placeholder 5">
            <a:extLst>
              <a:ext uri="{FF2B5EF4-FFF2-40B4-BE49-F238E27FC236}">
                <a16:creationId xmlns:a16="http://schemas.microsoft.com/office/drawing/2014/main" id="{075AE513-F025-3E23-FBCB-AD34DB5AA7E0}"/>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latin typeface="Poppins SemiBold" pitchFamily="2" charset="77"/>
                <a:cs typeface="Poppins SemiBold" pitchFamily="2" charset="77"/>
              </a:rPr>
              <a:t>|  NXP  |  </a:t>
            </a:r>
            <a:r>
              <a:rPr lang="en-GB">
                <a:latin typeface="Poppins" panose="00000500000000000000" pitchFamily="2" charset="0"/>
                <a:cs typeface="Poppins" panose="00000500000000000000" pitchFamily="2" charset="0"/>
              </a:rPr>
              <a:t>Public</a:t>
            </a:r>
          </a:p>
        </p:txBody>
      </p:sp>
      <p:sp>
        <p:nvSpPr>
          <p:cNvPr id="11" name="Text Placeholder 5">
            <a:extLst>
              <a:ext uri="{FF2B5EF4-FFF2-40B4-BE49-F238E27FC236}">
                <a16:creationId xmlns:a16="http://schemas.microsoft.com/office/drawing/2014/main" id="{F27F9690-CB6B-6CBA-C6A2-7915CE6FEF25}"/>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latin typeface="Poppins" panose="00000500000000000000" pitchFamily="2" charset="0"/>
                <a:cs typeface="Poppins" panose="00000500000000000000" pitchFamily="2" charset="0"/>
              </a:rPr>
              <a:t>‹#›</a:t>
            </a:fld>
            <a:endParaRPr lang="en-GB">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38671008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9B762FB-EC77-2CB7-44E6-7F109E56AA9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1"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7" name="Footer Placeholder 4">
            <a:extLst>
              <a:ext uri="{FF2B5EF4-FFF2-40B4-BE49-F238E27FC236}">
                <a16:creationId xmlns:a16="http://schemas.microsoft.com/office/drawing/2014/main" id="{ADECCA3C-D0CD-3DAC-72B9-289377CBB6A8}"/>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766170747"/>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150938"/>
            <a:ext cx="11433175"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11" name="Footer Placeholder 4">
            <a:extLst>
              <a:ext uri="{FF2B5EF4-FFF2-40B4-BE49-F238E27FC236}">
                <a16:creationId xmlns:a16="http://schemas.microsoft.com/office/drawing/2014/main" id="{26182BEF-2AF4-4343-1BA4-64A2C8E1A617}"/>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96087166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x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150938"/>
            <a:ext cx="5513653"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25E3DC5B-DB8B-F580-C6F7-C94D37812CA6}"/>
              </a:ext>
            </a:extLst>
          </p:cNvPr>
          <p:cNvSpPr>
            <a:spLocks noGrp="1"/>
          </p:cNvSpPr>
          <p:nvPr>
            <p:ph type="body" sz="quarter" idx="15" hasCustomPrompt="1"/>
          </p:nvPr>
        </p:nvSpPr>
        <p:spPr>
          <a:xfrm>
            <a:off x="6288894" y="1150938"/>
            <a:ext cx="5513653"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11" name="Footer Placeholder 4">
            <a:extLst>
              <a:ext uri="{FF2B5EF4-FFF2-40B4-BE49-F238E27FC236}">
                <a16:creationId xmlns:a16="http://schemas.microsoft.com/office/drawing/2014/main" id="{26182BEF-2AF4-4343-1BA4-64A2C8E1A617}"/>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6963903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0F1C6B1E-C608-FC8D-A582-DC3E5628342F}"/>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5" name="Title 2">
            <a:extLst>
              <a:ext uri="{FF2B5EF4-FFF2-40B4-BE49-F238E27FC236}">
                <a16:creationId xmlns:a16="http://schemas.microsoft.com/office/drawing/2014/main" id="{0F7DBDFB-B1CE-5E8E-F55C-5F56AF0CE3E2}"/>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First line title of slide goes here</a:t>
            </a:r>
          </a:p>
        </p:txBody>
      </p:sp>
      <p:sp>
        <p:nvSpPr>
          <p:cNvPr id="7" name="Footer Placeholder 4">
            <a:extLst>
              <a:ext uri="{FF2B5EF4-FFF2-40B4-BE49-F238E27FC236}">
                <a16:creationId xmlns:a16="http://schemas.microsoft.com/office/drawing/2014/main" id="{66D04279-28E6-3CA1-3456-666F8629CED3}"/>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279782199"/>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405218"/>
            <a:ext cx="11433175"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3" name="Text Placeholder 14">
            <a:extLst>
              <a:ext uri="{FF2B5EF4-FFF2-40B4-BE49-F238E27FC236}">
                <a16:creationId xmlns:a16="http://schemas.microsoft.com/office/drawing/2014/main" id="{CA751461-EDE6-6A69-28E3-7DE3B1F28936}"/>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6" name="Footer Placeholder 4">
            <a:extLst>
              <a:ext uri="{FF2B5EF4-FFF2-40B4-BE49-F238E27FC236}">
                <a16:creationId xmlns:a16="http://schemas.microsoft.com/office/drawing/2014/main" id="{6951A046-90B1-093D-5147-C0959CBAD27F}"/>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31849186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ub + 2x text">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3" name="Text Placeholder 14">
            <a:extLst>
              <a:ext uri="{FF2B5EF4-FFF2-40B4-BE49-F238E27FC236}">
                <a16:creationId xmlns:a16="http://schemas.microsoft.com/office/drawing/2014/main" id="{CA751461-EDE6-6A69-28E3-7DE3B1F28936}"/>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6" name="Footer Placeholder 4">
            <a:extLst>
              <a:ext uri="{FF2B5EF4-FFF2-40B4-BE49-F238E27FC236}">
                <a16:creationId xmlns:a16="http://schemas.microsoft.com/office/drawing/2014/main" id="{6951A046-90B1-093D-5147-C0959CBAD27F}"/>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
        <p:nvSpPr>
          <p:cNvPr id="5" name="Text Placeholder 7">
            <a:extLst>
              <a:ext uri="{FF2B5EF4-FFF2-40B4-BE49-F238E27FC236}">
                <a16:creationId xmlns:a16="http://schemas.microsoft.com/office/drawing/2014/main" id="{EBF11EB8-7A1F-80B9-D1A1-0AC5F9847335}"/>
              </a:ext>
            </a:extLst>
          </p:cNvPr>
          <p:cNvSpPr>
            <a:spLocks noGrp="1"/>
          </p:cNvSpPr>
          <p:nvPr>
            <p:ph type="body" sz="quarter" idx="16" hasCustomPrompt="1"/>
          </p:nvPr>
        </p:nvSpPr>
        <p:spPr>
          <a:xfrm>
            <a:off x="379413" y="1405218"/>
            <a:ext cx="5513653"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6962A772-2113-8339-BB9E-94B3A2D1B641}"/>
              </a:ext>
            </a:extLst>
          </p:cNvPr>
          <p:cNvSpPr>
            <a:spLocks noGrp="1"/>
          </p:cNvSpPr>
          <p:nvPr>
            <p:ph type="body" sz="quarter" idx="17" hasCustomPrompt="1"/>
          </p:nvPr>
        </p:nvSpPr>
        <p:spPr>
          <a:xfrm>
            <a:off x="6288894" y="1405218"/>
            <a:ext cx="5513653"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8822281"/>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9A005E92-D3AC-C136-D88B-4E4CAFF29949}"/>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41257916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78025A-AB06-6766-72ED-7AB54A2FC637}"/>
              </a:ext>
            </a:extLst>
          </p:cNvPr>
          <p:cNvSpPr/>
          <p:nvPr userDrawn="1"/>
        </p:nvSpPr>
        <p:spPr>
          <a:xfrm>
            <a:off x="1" y="0"/>
            <a:ext cx="6096000" cy="6858000"/>
          </a:xfrm>
          <a:prstGeom prst="rect">
            <a:avLst/>
          </a:prstGeom>
          <a:solidFill>
            <a:srgbClr val="E9E9E9"/>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2" name="Picture Placeholder 7">
            <a:extLst>
              <a:ext uri="{FF2B5EF4-FFF2-40B4-BE49-F238E27FC236}">
                <a16:creationId xmlns:a16="http://schemas.microsoft.com/office/drawing/2014/main" id="{2A42E699-C892-2CB8-E3D4-0CE9521EA926}"/>
              </a:ext>
            </a:extLst>
          </p:cNvPr>
          <p:cNvSpPr>
            <a:spLocks noGrp="1"/>
          </p:cNvSpPr>
          <p:nvPr>
            <p:ph type="pic" sz="quarter" idx="25" hasCustomPrompt="1"/>
          </p:nvPr>
        </p:nvSpPr>
        <p:spPr>
          <a:xfrm>
            <a:off x="1" y="0"/>
            <a:ext cx="6095999" cy="6858000"/>
          </a:xfrm>
          <a:prstGeom prst="rect">
            <a:avLst/>
          </a:prstGeom>
          <a:solidFill>
            <a:srgbClr val="E9E9E9"/>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4" name="Text Placeholder 14">
            <a:extLst>
              <a:ext uri="{FF2B5EF4-FFF2-40B4-BE49-F238E27FC236}">
                <a16:creationId xmlns:a16="http://schemas.microsoft.com/office/drawing/2014/main" id="{4195DF01-9D0D-7532-1195-7E763F0CDE57}"/>
              </a:ext>
            </a:extLst>
          </p:cNvPr>
          <p:cNvSpPr>
            <a:spLocks noGrp="1"/>
          </p:cNvSpPr>
          <p:nvPr>
            <p:ph type="body" sz="quarter" idx="13" hasCustomPrompt="1"/>
          </p:nvPr>
        </p:nvSpPr>
        <p:spPr>
          <a:xfrm>
            <a:off x="671734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3" name="Title 4">
            <a:extLst>
              <a:ext uri="{FF2B5EF4-FFF2-40B4-BE49-F238E27FC236}">
                <a16:creationId xmlns:a16="http://schemas.microsoft.com/office/drawing/2014/main" id="{A2CF2C2A-6861-B755-0D80-9B629CD0F7EA}"/>
              </a:ext>
            </a:extLst>
          </p:cNvPr>
          <p:cNvSpPr>
            <a:spLocks noGrp="1"/>
          </p:cNvSpPr>
          <p:nvPr>
            <p:ph type="title" hasCustomPrompt="1"/>
          </p:nvPr>
        </p:nvSpPr>
        <p:spPr>
          <a:xfrm>
            <a:off x="6703204" y="1786952"/>
            <a:ext cx="5040860" cy="483934"/>
          </a:xfrm>
          <a:prstGeom prst="rect">
            <a:avLst/>
          </a:prstGeom>
        </p:spPr>
        <p:txBody>
          <a:bodyPr lIns="0" tIns="0" rIns="0" bIns="0" anchor="b"/>
          <a:lstStyle>
            <a:lvl1pPr>
              <a:lnSpc>
                <a:spcPct val="100000"/>
              </a:lnSpc>
              <a:defRPr sz="2800" b="0"/>
            </a:lvl1pPr>
          </a:lstStyle>
          <a:p>
            <a:r>
              <a:rPr lang="en-US"/>
              <a:t>Agenda</a:t>
            </a:r>
          </a:p>
        </p:txBody>
      </p:sp>
      <p:sp>
        <p:nvSpPr>
          <p:cNvPr id="10" name="Text Placeholder 7">
            <a:extLst>
              <a:ext uri="{FF2B5EF4-FFF2-40B4-BE49-F238E27FC236}">
                <a16:creationId xmlns:a16="http://schemas.microsoft.com/office/drawing/2014/main" id="{CA3FDDD5-8639-18E9-8B3B-8437AADE25EE}"/>
              </a:ext>
            </a:extLst>
          </p:cNvPr>
          <p:cNvSpPr>
            <a:spLocks noGrp="1"/>
          </p:cNvSpPr>
          <p:nvPr>
            <p:ph type="body" sz="quarter" idx="14" hasCustomPrompt="1"/>
          </p:nvPr>
        </p:nvSpPr>
        <p:spPr>
          <a:xfrm>
            <a:off x="6696543" y="2667156"/>
            <a:ext cx="5066587" cy="3038213"/>
          </a:xfrm>
          <a:prstGeom prst="rect">
            <a:avLst/>
          </a:prstGeom>
        </p:spPr>
        <p:txBody>
          <a:bodyPr lIns="0" tIns="0" rIns="0" bIns="0">
            <a:normAutofit/>
          </a:bodyPr>
          <a:lstStyle>
            <a:lvl1pPr marL="0" indent="0">
              <a:lnSpc>
                <a:spcPct val="110000"/>
              </a:lnSpc>
              <a:spcBef>
                <a:spcPts val="1200"/>
              </a:spcBef>
              <a:buFontTx/>
              <a:buNone/>
              <a:defRPr sz="1800">
                <a:latin typeface="Poppins" panose="00000500000000000000" pitchFamily="2" charset="0"/>
                <a:cs typeface="Poppins" panose="00000500000000000000" pitchFamily="2" charset="0"/>
              </a:defRPr>
            </a:lvl1pPr>
            <a:lvl2pPr marL="171450" indent="0">
              <a:lnSpc>
                <a:spcPct val="110000"/>
              </a:lnSpc>
              <a:spcBef>
                <a:spcPts val="1200"/>
              </a:spcBef>
              <a:buFontTx/>
              <a:buNone/>
              <a:defRPr sz="1600">
                <a:latin typeface="Poppins" panose="00000500000000000000" pitchFamily="2" charset="0"/>
                <a:cs typeface="Poppins" panose="00000500000000000000" pitchFamily="2" charset="0"/>
              </a:defRPr>
            </a:lvl2pPr>
            <a:lvl3pPr marL="344488" indent="0">
              <a:lnSpc>
                <a:spcPct val="110000"/>
              </a:lnSpc>
              <a:spcBef>
                <a:spcPts val="1200"/>
              </a:spcBef>
              <a:buFontTx/>
              <a:buNone/>
              <a:defRPr sz="1400">
                <a:latin typeface="Poppins" panose="00000500000000000000" pitchFamily="2" charset="0"/>
                <a:cs typeface="Poppins" panose="00000500000000000000" pitchFamily="2" charset="0"/>
              </a:defRPr>
            </a:lvl3pPr>
            <a:lvl4pPr marL="515937" indent="0">
              <a:lnSpc>
                <a:spcPct val="110000"/>
              </a:lnSpc>
              <a:spcBef>
                <a:spcPts val="1200"/>
              </a:spcBef>
              <a:buFontTx/>
              <a:buNone/>
              <a:defRPr sz="1200">
                <a:latin typeface="Poppins" panose="00000500000000000000" pitchFamily="2" charset="0"/>
                <a:cs typeface="Poppins" panose="00000500000000000000" pitchFamily="2" charset="0"/>
              </a:defRPr>
            </a:lvl4pPr>
            <a:lvl5pPr marL="688975" indent="0">
              <a:lnSpc>
                <a:spcPct val="110000"/>
              </a:lnSpc>
              <a:spcBef>
                <a:spcPts val="1200"/>
              </a:spcBef>
              <a:buFontTx/>
              <a:buNone/>
              <a:defRPr sz="1000">
                <a:latin typeface="Poppins" panose="00000500000000000000" pitchFamily="2" charset="0"/>
                <a:cs typeface="Poppins" panose="00000500000000000000" pitchFamily="2" charset="0"/>
              </a:defRPr>
            </a:lvl5pPr>
          </a:lstStyle>
          <a:p>
            <a:r>
              <a:rPr lang="en-US"/>
              <a:t>First line item here</a:t>
            </a:r>
          </a:p>
          <a:p>
            <a:r>
              <a:rPr lang="en-US"/>
              <a:t>Second line item here</a:t>
            </a:r>
          </a:p>
          <a:p>
            <a:r>
              <a:rPr lang="en-US"/>
              <a:t>Third line item here</a:t>
            </a:r>
          </a:p>
          <a:p>
            <a:r>
              <a:rPr lang="en-US"/>
              <a:t>Fourth line item here</a:t>
            </a:r>
          </a:p>
          <a:p>
            <a:r>
              <a:rPr lang="en-US"/>
              <a:t>Fifth line item here</a:t>
            </a:r>
          </a:p>
          <a:p>
            <a:r>
              <a:rPr lang="en-US"/>
              <a:t>Sixth line item here</a:t>
            </a:r>
          </a:p>
        </p:txBody>
      </p:sp>
      <p:sp>
        <p:nvSpPr>
          <p:cNvPr id="5" name="Text Placeholder 5">
            <a:extLst>
              <a:ext uri="{FF2B5EF4-FFF2-40B4-BE49-F238E27FC236}">
                <a16:creationId xmlns:a16="http://schemas.microsoft.com/office/drawing/2014/main" id="{3BB48F6D-14A5-635A-DC4D-89D0AA382D13}"/>
              </a:ext>
            </a:extLst>
          </p:cNvPr>
          <p:cNvSpPr txBox="1">
            <a:spLocks/>
          </p:cNvSpPr>
          <p:nvPr userDrawn="1"/>
        </p:nvSpPr>
        <p:spPr>
          <a:xfrm>
            <a:off x="6917179"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latin typeface="Poppins SemiBold" pitchFamily="2" charset="77"/>
                <a:cs typeface="Poppins SemiBold" pitchFamily="2" charset="77"/>
              </a:rPr>
              <a:t>|  NXP  |  </a:t>
            </a:r>
            <a:r>
              <a:rPr lang="en-GB">
                <a:latin typeface="Poppins" panose="00000500000000000000" pitchFamily="2" charset="0"/>
                <a:cs typeface="Poppins" panose="00000500000000000000" pitchFamily="2" charset="0"/>
              </a:rPr>
              <a:t>Public</a:t>
            </a:r>
          </a:p>
        </p:txBody>
      </p:sp>
      <p:sp>
        <p:nvSpPr>
          <p:cNvPr id="6" name="Text Placeholder 5">
            <a:extLst>
              <a:ext uri="{FF2B5EF4-FFF2-40B4-BE49-F238E27FC236}">
                <a16:creationId xmlns:a16="http://schemas.microsoft.com/office/drawing/2014/main" id="{E1F97677-1386-DB8B-8AD4-E3A78A867485}"/>
              </a:ext>
            </a:extLst>
          </p:cNvPr>
          <p:cNvSpPr txBox="1">
            <a:spLocks/>
          </p:cNvSpPr>
          <p:nvPr userDrawn="1"/>
        </p:nvSpPr>
        <p:spPr>
          <a:xfrm>
            <a:off x="6696543"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latin typeface="Poppins" panose="00000500000000000000" pitchFamily="2" charset="0"/>
                <a:cs typeface="Poppins" panose="00000500000000000000" pitchFamily="2" charset="0"/>
              </a:rPr>
              <a:t>‹#›</a:t>
            </a:fld>
            <a:endParaRPr lang="en-GB">
              <a:latin typeface="Poppins" panose="00000500000000000000" pitchFamily="2" charset="0"/>
              <a:cs typeface="Poppins" panose="00000500000000000000" pitchFamily="2" charset="0"/>
            </a:endParaRPr>
          </a:p>
        </p:txBody>
      </p:sp>
      <p:sp>
        <p:nvSpPr>
          <p:cNvPr id="7" name="Rectangle: Rounded Corners 6">
            <a:extLst>
              <a:ext uri="{FF2B5EF4-FFF2-40B4-BE49-F238E27FC236}">
                <a16:creationId xmlns:a16="http://schemas.microsoft.com/office/drawing/2014/main" id="{E99FA02D-A203-27C1-0EC4-1A02C504CC4F}"/>
              </a:ext>
            </a:extLst>
          </p:cNvPr>
          <p:cNvSpPr/>
          <p:nvPr userDrawn="1"/>
        </p:nvSpPr>
        <p:spPr>
          <a:xfrm rot="5400000" flipH="1">
            <a:off x="9191467" y="-51409"/>
            <a:ext cx="47869" cy="5040861"/>
          </a:xfrm>
          <a:prstGeom prst="roundRect">
            <a:avLst>
              <a:gd name="adj" fmla="val 50000"/>
            </a:avLst>
          </a:prstGeom>
          <a:gradFill flip="none" rotWithShape="1">
            <a:gsLst>
              <a:gs pos="0">
                <a:schemeClr val="accent1"/>
              </a:gs>
              <a:gs pos="50000">
                <a:schemeClr val="accent3"/>
              </a:gs>
              <a:gs pos="85000">
                <a:schemeClr val="accent4"/>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85850019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3 column">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8" name="Text Placeholder 7">
            <a:extLst>
              <a:ext uri="{FF2B5EF4-FFF2-40B4-BE49-F238E27FC236}">
                <a16:creationId xmlns:a16="http://schemas.microsoft.com/office/drawing/2014/main" id="{C8246F63-DBF7-BA9E-DE09-BB511C2FF53A}"/>
              </a:ext>
            </a:extLst>
          </p:cNvPr>
          <p:cNvSpPr>
            <a:spLocks noGrp="1"/>
          </p:cNvSpPr>
          <p:nvPr>
            <p:ph type="body" sz="quarter" idx="14" hasCustomPrompt="1"/>
          </p:nvPr>
        </p:nvSpPr>
        <p:spPr>
          <a:xfrm>
            <a:off x="491330"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56102E59-0FA0-7A60-BB45-BEB114BAD5EA}"/>
              </a:ext>
            </a:extLst>
          </p:cNvPr>
          <p:cNvSpPr>
            <a:spLocks noGrp="1"/>
          </p:cNvSpPr>
          <p:nvPr>
            <p:ph type="body" sz="quarter" idx="15" hasCustomPrompt="1"/>
          </p:nvPr>
        </p:nvSpPr>
        <p:spPr>
          <a:xfrm>
            <a:off x="379410" y="1121135"/>
            <a:ext cx="3748695" cy="707666"/>
          </a:xfrm>
          <a:prstGeom prst="rect">
            <a:avLst/>
          </a:prstGeom>
          <a:solidFill>
            <a:srgbClr val="E9E9E9"/>
          </a:solid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15" name="Text Placeholder 7">
            <a:extLst>
              <a:ext uri="{FF2B5EF4-FFF2-40B4-BE49-F238E27FC236}">
                <a16:creationId xmlns:a16="http://schemas.microsoft.com/office/drawing/2014/main" id="{9F3BE122-47AE-F619-8C18-8F09842C5153}"/>
              </a:ext>
            </a:extLst>
          </p:cNvPr>
          <p:cNvSpPr>
            <a:spLocks noGrp="1"/>
          </p:cNvSpPr>
          <p:nvPr>
            <p:ph type="body" sz="quarter" idx="16" hasCustomPrompt="1"/>
          </p:nvPr>
        </p:nvSpPr>
        <p:spPr>
          <a:xfrm>
            <a:off x="4219890" y="1121135"/>
            <a:ext cx="3748695" cy="707666"/>
          </a:xfrm>
          <a:prstGeom prst="rect">
            <a:avLst/>
          </a:prstGeom>
          <a:solidFill>
            <a:srgbClr val="E9E9E9"/>
          </a:solid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16" name="Text Placeholder 7">
            <a:extLst>
              <a:ext uri="{FF2B5EF4-FFF2-40B4-BE49-F238E27FC236}">
                <a16:creationId xmlns:a16="http://schemas.microsoft.com/office/drawing/2014/main" id="{3A4932F7-4E15-7A95-6A37-BE437ADFA367}"/>
              </a:ext>
            </a:extLst>
          </p:cNvPr>
          <p:cNvSpPr>
            <a:spLocks noGrp="1"/>
          </p:cNvSpPr>
          <p:nvPr>
            <p:ph type="body" sz="quarter" idx="17" hasCustomPrompt="1"/>
          </p:nvPr>
        </p:nvSpPr>
        <p:spPr>
          <a:xfrm>
            <a:off x="8060369" y="1121135"/>
            <a:ext cx="3751526" cy="707666"/>
          </a:xfrm>
          <a:prstGeom prst="rect">
            <a:avLst/>
          </a:prstGeom>
          <a:solidFill>
            <a:srgbClr val="E9E9E9"/>
          </a:solid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19" name="Text Placeholder 7">
            <a:extLst>
              <a:ext uri="{FF2B5EF4-FFF2-40B4-BE49-F238E27FC236}">
                <a16:creationId xmlns:a16="http://schemas.microsoft.com/office/drawing/2014/main" id="{67183DBA-C322-F521-0FEA-D0705826F7AA}"/>
              </a:ext>
            </a:extLst>
          </p:cNvPr>
          <p:cNvSpPr>
            <a:spLocks noGrp="1"/>
          </p:cNvSpPr>
          <p:nvPr>
            <p:ph type="body" sz="quarter" idx="18" hasCustomPrompt="1"/>
          </p:nvPr>
        </p:nvSpPr>
        <p:spPr>
          <a:xfrm>
            <a:off x="4340178"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20" name="Text Placeholder 7">
            <a:extLst>
              <a:ext uri="{FF2B5EF4-FFF2-40B4-BE49-F238E27FC236}">
                <a16:creationId xmlns:a16="http://schemas.microsoft.com/office/drawing/2014/main" id="{F6454434-B42A-EA15-7566-94C00AAC2CF6}"/>
              </a:ext>
            </a:extLst>
          </p:cNvPr>
          <p:cNvSpPr>
            <a:spLocks noGrp="1"/>
          </p:cNvSpPr>
          <p:nvPr>
            <p:ph type="body" sz="quarter" idx="19" hasCustomPrompt="1"/>
          </p:nvPr>
        </p:nvSpPr>
        <p:spPr>
          <a:xfrm>
            <a:off x="8171097"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394694397"/>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
        <p:nvSpPr>
          <p:cNvPr id="10" name="Text Placeholder 7">
            <a:extLst>
              <a:ext uri="{FF2B5EF4-FFF2-40B4-BE49-F238E27FC236}">
                <a16:creationId xmlns:a16="http://schemas.microsoft.com/office/drawing/2014/main" id="{D74848F8-E106-DDD2-2B4E-1E83F71E4058}"/>
              </a:ext>
            </a:extLst>
          </p:cNvPr>
          <p:cNvSpPr>
            <a:spLocks noGrp="1"/>
          </p:cNvSpPr>
          <p:nvPr>
            <p:ph type="body" sz="quarter" idx="21" hasCustomPrompt="1"/>
          </p:nvPr>
        </p:nvSpPr>
        <p:spPr>
          <a:xfrm>
            <a:off x="624088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1" name="Text Placeholder 7">
            <a:extLst>
              <a:ext uri="{FF2B5EF4-FFF2-40B4-BE49-F238E27FC236}">
                <a16:creationId xmlns:a16="http://schemas.microsoft.com/office/drawing/2014/main" id="{5FB6DB77-125E-F4A2-A6C8-9D929889E900}"/>
              </a:ext>
            </a:extLst>
          </p:cNvPr>
          <p:cNvSpPr>
            <a:spLocks noGrp="1"/>
          </p:cNvSpPr>
          <p:nvPr>
            <p:ph type="body" sz="quarter" idx="22" hasCustomPrompt="1"/>
          </p:nvPr>
        </p:nvSpPr>
        <p:spPr>
          <a:xfrm>
            <a:off x="6240882" y="1121135"/>
            <a:ext cx="5571014" cy="441534"/>
          </a:xfrm>
          <a:prstGeom prst="rect">
            <a:avLst/>
          </a:prstGeom>
          <a:no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12" name="Chart Placeholder 6">
            <a:extLst>
              <a:ext uri="{FF2B5EF4-FFF2-40B4-BE49-F238E27FC236}">
                <a16:creationId xmlns:a16="http://schemas.microsoft.com/office/drawing/2014/main" id="{47E510F8-1884-7FDB-123C-B6CCC93CB216}"/>
              </a:ext>
            </a:extLst>
          </p:cNvPr>
          <p:cNvSpPr>
            <a:spLocks noGrp="1"/>
          </p:cNvSpPr>
          <p:nvPr>
            <p:ph type="chart" sz="quarter" idx="23" hasCustomPrompt="1"/>
          </p:nvPr>
        </p:nvSpPr>
        <p:spPr>
          <a:xfrm>
            <a:off x="6241152" y="1828801"/>
            <a:ext cx="5570744" cy="3173104"/>
          </a:xfrm>
        </p:spPr>
        <p:txBody>
          <a:bodyPr anchor="ctr">
            <a:normAutofit/>
          </a:bodyPr>
          <a:lstStyle>
            <a:lvl1pPr marL="0" indent="0" algn="ctr">
              <a:buFontTx/>
              <a:buNone/>
              <a:defRPr sz="1500"/>
            </a:lvl1pPr>
          </a:lstStyle>
          <a:p>
            <a:r>
              <a:rPr lang="en-US"/>
              <a:t>Click to add chart</a:t>
            </a:r>
          </a:p>
        </p:txBody>
      </p:sp>
      <p:sp>
        <p:nvSpPr>
          <p:cNvPr id="13" name="Text Placeholder 7">
            <a:extLst>
              <a:ext uri="{FF2B5EF4-FFF2-40B4-BE49-F238E27FC236}">
                <a16:creationId xmlns:a16="http://schemas.microsoft.com/office/drawing/2014/main" id="{9681EBB6-02C5-DD23-3611-D1D30645F670}"/>
              </a:ext>
            </a:extLst>
          </p:cNvPr>
          <p:cNvSpPr>
            <a:spLocks noGrp="1"/>
          </p:cNvSpPr>
          <p:nvPr>
            <p:ph type="body" sz="quarter" idx="16" hasCustomPrompt="1"/>
          </p:nvPr>
        </p:nvSpPr>
        <p:spPr>
          <a:xfrm>
            <a:off x="379413" y="1562669"/>
            <a:ext cx="5513653" cy="4369819"/>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3843072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x 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8" name="Text Placeholder 7">
            <a:extLst>
              <a:ext uri="{FF2B5EF4-FFF2-40B4-BE49-F238E27FC236}">
                <a16:creationId xmlns:a16="http://schemas.microsoft.com/office/drawing/2014/main" id="{C8246F63-DBF7-BA9E-DE09-BB511C2FF53A}"/>
              </a:ext>
            </a:extLst>
          </p:cNvPr>
          <p:cNvSpPr>
            <a:spLocks noGrp="1"/>
          </p:cNvSpPr>
          <p:nvPr>
            <p:ph type="body" sz="quarter" idx="14" hasCustomPrompt="1"/>
          </p:nvPr>
        </p:nvSpPr>
        <p:spPr>
          <a:xfrm>
            <a:off x="37941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4" name="Text Placeholder 7">
            <a:extLst>
              <a:ext uri="{FF2B5EF4-FFF2-40B4-BE49-F238E27FC236}">
                <a16:creationId xmlns:a16="http://schemas.microsoft.com/office/drawing/2014/main" id="{56102E59-0FA0-7A60-BB45-BEB114BAD5EA}"/>
              </a:ext>
            </a:extLst>
          </p:cNvPr>
          <p:cNvSpPr>
            <a:spLocks noGrp="1"/>
          </p:cNvSpPr>
          <p:nvPr>
            <p:ph type="body" sz="quarter" idx="15" hasCustomPrompt="1"/>
          </p:nvPr>
        </p:nvSpPr>
        <p:spPr>
          <a:xfrm>
            <a:off x="379412" y="1121135"/>
            <a:ext cx="5571014" cy="441534"/>
          </a:xfrm>
          <a:prstGeom prst="rect">
            <a:avLst/>
          </a:prstGeom>
          <a:no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
        <p:nvSpPr>
          <p:cNvPr id="7" name="Chart Placeholder 6">
            <a:extLst>
              <a:ext uri="{FF2B5EF4-FFF2-40B4-BE49-F238E27FC236}">
                <a16:creationId xmlns:a16="http://schemas.microsoft.com/office/drawing/2014/main" id="{2BCE720A-1CBF-7914-8A98-19F701E50756}"/>
              </a:ext>
            </a:extLst>
          </p:cNvPr>
          <p:cNvSpPr>
            <a:spLocks noGrp="1"/>
          </p:cNvSpPr>
          <p:nvPr>
            <p:ph type="chart" sz="quarter" idx="20" hasCustomPrompt="1"/>
          </p:nvPr>
        </p:nvSpPr>
        <p:spPr>
          <a:xfrm>
            <a:off x="379413" y="1828801"/>
            <a:ext cx="5570744" cy="3173104"/>
          </a:xfrm>
        </p:spPr>
        <p:txBody>
          <a:bodyPr anchor="ctr">
            <a:normAutofit/>
          </a:bodyPr>
          <a:lstStyle>
            <a:lvl1pPr marL="0" indent="0" algn="ctr">
              <a:buFontTx/>
              <a:buNone/>
              <a:defRPr sz="1500"/>
            </a:lvl1pPr>
          </a:lstStyle>
          <a:p>
            <a:r>
              <a:rPr lang="en-US"/>
              <a:t>Click to add chart</a:t>
            </a:r>
          </a:p>
        </p:txBody>
      </p:sp>
      <p:sp>
        <p:nvSpPr>
          <p:cNvPr id="10" name="Text Placeholder 7">
            <a:extLst>
              <a:ext uri="{FF2B5EF4-FFF2-40B4-BE49-F238E27FC236}">
                <a16:creationId xmlns:a16="http://schemas.microsoft.com/office/drawing/2014/main" id="{D74848F8-E106-DDD2-2B4E-1E83F71E4058}"/>
              </a:ext>
            </a:extLst>
          </p:cNvPr>
          <p:cNvSpPr>
            <a:spLocks noGrp="1"/>
          </p:cNvSpPr>
          <p:nvPr>
            <p:ph type="body" sz="quarter" idx="21" hasCustomPrompt="1"/>
          </p:nvPr>
        </p:nvSpPr>
        <p:spPr>
          <a:xfrm>
            <a:off x="624088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1" name="Text Placeholder 7">
            <a:extLst>
              <a:ext uri="{FF2B5EF4-FFF2-40B4-BE49-F238E27FC236}">
                <a16:creationId xmlns:a16="http://schemas.microsoft.com/office/drawing/2014/main" id="{5FB6DB77-125E-F4A2-A6C8-9D929889E900}"/>
              </a:ext>
            </a:extLst>
          </p:cNvPr>
          <p:cNvSpPr>
            <a:spLocks noGrp="1"/>
          </p:cNvSpPr>
          <p:nvPr>
            <p:ph type="body" sz="quarter" idx="22" hasCustomPrompt="1"/>
          </p:nvPr>
        </p:nvSpPr>
        <p:spPr>
          <a:xfrm>
            <a:off x="6240882" y="1121135"/>
            <a:ext cx="5571014" cy="441534"/>
          </a:xfrm>
          <a:prstGeom prst="rect">
            <a:avLst/>
          </a:prstGeom>
          <a:no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12" name="Chart Placeholder 6">
            <a:extLst>
              <a:ext uri="{FF2B5EF4-FFF2-40B4-BE49-F238E27FC236}">
                <a16:creationId xmlns:a16="http://schemas.microsoft.com/office/drawing/2014/main" id="{47E510F8-1884-7FDB-123C-B6CCC93CB216}"/>
              </a:ext>
            </a:extLst>
          </p:cNvPr>
          <p:cNvSpPr>
            <a:spLocks noGrp="1"/>
          </p:cNvSpPr>
          <p:nvPr>
            <p:ph type="chart" sz="quarter" idx="23" hasCustomPrompt="1"/>
          </p:nvPr>
        </p:nvSpPr>
        <p:spPr>
          <a:xfrm>
            <a:off x="6241152" y="1828801"/>
            <a:ext cx="5570744" cy="3173104"/>
          </a:xfrm>
        </p:spPr>
        <p:txBody>
          <a:bodyPr anchor="ctr">
            <a:normAutofit/>
          </a:bodyPr>
          <a:lstStyle>
            <a:lvl1pPr marL="0" indent="0" algn="ctr">
              <a:buFontTx/>
              <a:buNone/>
              <a:defRPr sz="1500"/>
            </a:lvl1pPr>
          </a:lstStyle>
          <a:p>
            <a:r>
              <a:rPr lang="en-US"/>
              <a:t>Click to add chart</a:t>
            </a:r>
          </a:p>
        </p:txBody>
      </p:sp>
    </p:spTree>
    <p:extLst>
      <p:ext uri="{BB962C8B-B14F-4D97-AF65-F5344CB8AC3E}">
        <p14:creationId xmlns:p14="http://schemas.microsoft.com/office/powerpoint/2010/main" val="240096705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8" name="Text Placeholder 7">
            <a:extLst>
              <a:ext uri="{FF2B5EF4-FFF2-40B4-BE49-F238E27FC236}">
                <a16:creationId xmlns:a16="http://schemas.microsoft.com/office/drawing/2014/main" id="{C8246F63-DBF7-BA9E-DE09-BB511C2FF53A}"/>
              </a:ext>
            </a:extLst>
          </p:cNvPr>
          <p:cNvSpPr>
            <a:spLocks noGrp="1"/>
          </p:cNvSpPr>
          <p:nvPr>
            <p:ph type="body" sz="quarter" idx="14" hasCustomPrompt="1"/>
          </p:nvPr>
        </p:nvSpPr>
        <p:spPr>
          <a:xfrm>
            <a:off x="1314283" y="5213445"/>
            <a:ext cx="9481095"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4" name="Text Placeholder 7">
            <a:extLst>
              <a:ext uri="{FF2B5EF4-FFF2-40B4-BE49-F238E27FC236}">
                <a16:creationId xmlns:a16="http://schemas.microsoft.com/office/drawing/2014/main" id="{56102E59-0FA0-7A60-BB45-BEB114BAD5EA}"/>
              </a:ext>
            </a:extLst>
          </p:cNvPr>
          <p:cNvSpPr>
            <a:spLocks noGrp="1"/>
          </p:cNvSpPr>
          <p:nvPr>
            <p:ph type="body" sz="quarter" idx="15" hasCustomPrompt="1"/>
          </p:nvPr>
        </p:nvSpPr>
        <p:spPr>
          <a:xfrm>
            <a:off x="1314283" y="1046073"/>
            <a:ext cx="9481095" cy="441534"/>
          </a:xfrm>
          <a:prstGeom prst="rect">
            <a:avLst/>
          </a:prstGeom>
          <a:noFill/>
        </p:spPr>
        <p:txBody>
          <a:bodyPr lIns="91440" tIns="91440" rIns="91440" bIns="91440" anchor="ctr">
            <a:noAutofit/>
          </a:bodyPr>
          <a:lstStyle>
            <a:lvl1pPr marL="0" indent="0" algn="ctr">
              <a:lnSpc>
                <a:spcPct val="100000"/>
              </a:lnSpc>
              <a:spcBef>
                <a:spcPts val="600"/>
              </a:spcBef>
              <a:buFont typeface="Arial" panose="020B0604020202020204" pitchFamily="34" charset="0"/>
              <a:buNone/>
              <a:defRPr sz="18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
        <p:nvSpPr>
          <p:cNvPr id="7" name="Chart Placeholder 6">
            <a:extLst>
              <a:ext uri="{FF2B5EF4-FFF2-40B4-BE49-F238E27FC236}">
                <a16:creationId xmlns:a16="http://schemas.microsoft.com/office/drawing/2014/main" id="{2BCE720A-1CBF-7914-8A98-19F701E50756}"/>
              </a:ext>
            </a:extLst>
          </p:cNvPr>
          <p:cNvSpPr>
            <a:spLocks noGrp="1"/>
          </p:cNvSpPr>
          <p:nvPr>
            <p:ph type="chart" sz="quarter" idx="20" hasCustomPrompt="1"/>
          </p:nvPr>
        </p:nvSpPr>
        <p:spPr>
          <a:xfrm>
            <a:off x="1314284" y="1753739"/>
            <a:ext cx="9480635" cy="3173104"/>
          </a:xfrm>
        </p:spPr>
        <p:txBody>
          <a:bodyPr anchor="ctr">
            <a:normAutofit/>
          </a:bodyPr>
          <a:lstStyle>
            <a:lvl1pPr marL="0" indent="0" algn="ctr">
              <a:buFontTx/>
              <a:buNone/>
              <a:defRPr sz="1500"/>
            </a:lvl1pPr>
          </a:lstStyle>
          <a:p>
            <a:r>
              <a:rPr lang="en-US"/>
              <a:t>Click to add chart</a:t>
            </a:r>
          </a:p>
        </p:txBody>
      </p:sp>
    </p:spTree>
    <p:extLst>
      <p:ext uri="{BB962C8B-B14F-4D97-AF65-F5344CB8AC3E}">
        <p14:creationId xmlns:p14="http://schemas.microsoft.com/office/powerpoint/2010/main" val="128713706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4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3483E2-ADB0-033C-1F39-22DCD3B522CC}"/>
              </a:ext>
            </a:extLst>
          </p:cNvPr>
          <p:cNvSpPr/>
          <p:nvPr userDrawn="1"/>
        </p:nvSpPr>
        <p:spPr>
          <a:xfrm>
            <a:off x="5751676" y="0"/>
            <a:ext cx="6440324" cy="6858000"/>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4" name="Text Placeholder 14">
            <a:extLst>
              <a:ext uri="{FF2B5EF4-FFF2-40B4-BE49-F238E27FC236}">
                <a16:creationId xmlns:a16="http://schemas.microsoft.com/office/drawing/2014/main" id="{3B3E693C-3D79-A935-FDC8-22E5D73369E4}"/>
              </a:ext>
            </a:extLst>
          </p:cNvPr>
          <p:cNvSpPr>
            <a:spLocks noGrp="1"/>
          </p:cNvSpPr>
          <p:nvPr>
            <p:ph type="body" sz="quarter" idx="17"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5" name="Text Placeholder 14">
            <a:extLst>
              <a:ext uri="{FF2B5EF4-FFF2-40B4-BE49-F238E27FC236}">
                <a16:creationId xmlns:a16="http://schemas.microsoft.com/office/drawing/2014/main" id="{0AF2B029-0503-D969-EAF9-C0904EE5AD5B}"/>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6" name="Text Placeholder 5">
            <a:extLst>
              <a:ext uri="{FF2B5EF4-FFF2-40B4-BE49-F238E27FC236}">
                <a16:creationId xmlns:a16="http://schemas.microsoft.com/office/drawing/2014/main" id="{54202CEB-949E-C60C-92EC-3436B6B3CCED}"/>
              </a:ext>
            </a:extLst>
          </p:cNvPr>
          <p:cNvSpPr>
            <a:spLocks noGrp="1"/>
          </p:cNvSpPr>
          <p:nvPr>
            <p:ph type="body" sz="quarter" idx="21" hasCustomPrompt="1"/>
          </p:nvPr>
        </p:nvSpPr>
        <p:spPr>
          <a:xfrm>
            <a:off x="407988" y="2995686"/>
            <a:ext cx="5040860" cy="2108578"/>
          </a:xfrm>
          <a:prstGeom prst="rect">
            <a:avLst/>
          </a:prstGeom>
        </p:spPr>
        <p:txBody>
          <a:bodyPr lIns="0" tIns="0" rIns="0" bIns="0"/>
          <a:lstStyle>
            <a:lvl1pPr marL="0" indent="0">
              <a:lnSpc>
                <a:spcPct val="100000"/>
              </a:lnSpc>
              <a:spcBef>
                <a:spcPts val="1400"/>
              </a:spcBef>
              <a:buNone/>
              <a:defRPr sz="16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architect</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endParaRPr lang="en-US"/>
          </a:p>
        </p:txBody>
      </p:sp>
      <p:sp>
        <p:nvSpPr>
          <p:cNvPr id="18" name="Picture Placeholder 13">
            <a:extLst>
              <a:ext uri="{FF2B5EF4-FFF2-40B4-BE49-F238E27FC236}">
                <a16:creationId xmlns:a16="http://schemas.microsoft.com/office/drawing/2014/main" id="{3840FC0F-30D3-1A2E-0070-82896F2B8904}"/>
              </a:ext>
            </a:extLst>
          </p:cNvPr>
          <p:cNvSpPr>
            <a:spLocks noGrp="1"/>
          </p:cNvSpPr>
          <p:nvPr>
            <p:ph type="pic" sz="quarter" idx="22" hasCustomPrompt="1"/>
          </p:nvPr>
        </p:nvSpPr>
        <p:spPr>
          <a:xfrm>
            <a:off x="5749925" y="0"/>
            <a:ext cx="3219326" cy="3429000"/>
          </a:xfrm>
          <a:prstGeom prst="rect">
            <a:avLst/>
          </a:prstGeom>
          <a:solidFill>
            <a:srgbClr val="EAEAEA"/>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19" name="Picture Placeholder 13">
            <a:extLst>
              <a:ext uri="{FF2B5EF4-FFF2-40B4-BE49-F238E27FC236}">
                <a16:creationId xmlns:a16="http://schemas.microsoft.com/office/drawing/2014/main" id="{5C81A9FE-8AC2-A3C2-BCBA-74E635BCD7E5}"/>
              </a:ext>
            </a:extLst>
          </p:cNvPr>
          <p:cNvSpPr>
            <a:spLocks noGrp="1"/>
          </p:cNvSpPr>
          <p:nvPr>
            <p:ph type="pic" sz="quarter" idx="23" hasCustomPrompt="1"/>
          </p:nvPr>
        </p:nvSpPr>
        <p:spPr>
          <a:xfrm>
            <a:off x="5749925" y="3429000"/>
            <a:ext cx="3219326" cy="3429000"/>
          </a:xfrm>
          <a:prstGeom prst="rect">
            <a:avLst/>
          </a:prstGeom>
          <a:solidFill>
            <a:schemeClr val="bg1">
              <a:lumMod val="95000"/>
            </a:schemeClr>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20" name="Picture Placeholder 13">
            <a:extLst>
              <a:ext uri="{FF2B5EF4-FFF2-40B4-BE49-F238E27FC236}">
                <a16:creationId xmlns:a16="http://schemas.microsoft.com/office/drawing/2014/main" id="{72EABCE6-311A-F405-61EF-5A43EFCC9525}"/>
              </a:ext>
            </a:extLst>
          </p:cNvPr>
          <p:cNvSpPr>
            <a:spLocks noGrp="1"/>
          </p:cNvSpPr>
          <p:nvPr>
            <p:ph type="pic" sz="quarter" idx="24" hasCustomPrompt="1"/>
          </p:nvPr>
        </p:nvSpPr>
        <p:spPr>
          <a:xfrm>
            <a:off x="8972674" y="0"/>
            <a:ext cx="3219326" cy="3429000"/>
          </a:xfrm>
          <a:prstGeom prst="rect">
            <a:avLst/>
          </a:prstGeom>
          <a:solidFill>
            <a:schemeClr val="bg1">
              <a:lumMod val="95000"/>
            </a:schemeClr>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21" name="Picture Placeholder 13">
            <a:extLst>
              <a:ext uri="{FF2B5EF4-FFF2-40B4-BE49-F238E27FC236}">
                <a16:creationId xmlns:a16="http://schemas.microsoft.com/office/drawing/2014/main" id="{98A9427A-B40D-7B18-7F44-ACC05CB69174}"/>
              </a:ext>
            </a:extLst>
          </p:cNvPr>
          <p:cNvSpPr>
            <a:spLocks noGrp="1"/>
          </p:cNvSpPr>
          <p:nvPr>
            <p:ph type="pic" sz="quarter" idx="25" hasCustomPrompt="1"/>
          </p:nvPr>
        </p:nvSpPr>
        <p:spPr>
          <a:xfrm>
            <a:off x="8972674" y="3429000"/>
            <a:ext cx="3219326" cy="3429000"/>
          </a:xfrm>
          <a:prstGeom prst="rect">
            <a:avLst/>
          </a:prstGeom>
          <a:solidFill>
            <a:srgbClr val="EAEAEA"/>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7" name="Title 2">
            <a:extLst>
              <a:ext uri="{FF2B5EF4-FFF2-40B4-BE49-F238E27FC236}">
                <a16:creationId xmlns:a16="http://schemas.microsoft.com/office/drawing/2014/main" id="{9B9CC07D-4BCD-9854-9272-3F05092B40AB}"/>
              </a:ext>
            </a:extLst>
          </p:cNvPr>
          <p:cNvSpPr>
            <a:spLocks noGrp="1"/>
          </p:cNvSpPr>
          <p:nvPr>
            <p:ph type="title" hasCustomPrompt="1"/>
          </p:nvPr>
        </p:nvSpPr>
        <p:spPr>
          <a:xfrm>
            <a:off x="386073" y="1682705"/>
            <a:ext cx="5059927" cy="952758"/>
          </a:xfrm>
          <a:prstGeom prst="rect">
            <a:avLst/>
          </a:prstGeom>
        </p:spPr>
        <p:txBody>
          <a:bodyPr lIns="0" tIns="0" rIns="0" bIns="0" anchor="b"/>
          <a:lstStyle>
            <a:lvl1pPr>
              <a:lnSpc>
                <a:spcPct val="100000"/>
              </a:lnSpc>
              <a:defRPr lang="en-US" sz="2800" b="0" i="0" kern="1200" dirty="0">
                <a:solidFill>
                  <a:schemeClr val="tx2"/>
                </a:solidFill>
                <a:latin typeface="Poppins SemiBold" pitchFamily="2" charset="77"/>
                <a:ea typeface="+mn-ea"/>
                <a:cs typeface="Poppins SemiBold" pitchFamily="2" charset="77"/>
              </a:defRPr>
            </a:lvl1pPr>
          </a:lstStyle>
          <a:p>
            <a:pPr lvl="0"/>
            <a:r>
              <a:rPr lang="en-GB"/>
              <a:t>Slide title goes here over multiple lines if required</a:t>
            </a:r>
          </a:p>
        </p:txBody>
      </p:sp>
      <p:sp>
        <p:nvSpPr>
          <p:cNvPr id="3" name="Footer Placeholder 10">
            <a:extLst>
              <a:ext uri="{FF2B5EF4-FFF2-40B4-BE49-F238E27FC236}">
                <a16:creationId xmlns:a16="http://schemas.microsoft.com/office/drawing/2014/main" id="{E2F10693-95DC-E116-617D-95CC760592E5}"/>
              </a:ext>
            </a:extLst>
          </p:cNvPr>
          <p:cNvSpPr>
            <a:spLocks noGrp="1"/>
          </p:cNvSpPr>
          <p:nvPr>
            <p:ph type="ftr" sz="quarter" idx="3"/>
          </p:nvPr>
        </p:nvSpPr>
        <p:spPr>
          <a:xfrm>
            <a:off x="2206358" y="6229255"/>
            <a:ext cx="3239642"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39286659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 6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9E84B-D332-9A0D-4A0F-80351E5EC134}"/>
              </a:ext>
            </a:extLst>
          </p:cNvPr>
          <p:cNvSpPr/>
          <p:nvPr userDrawn="1"/>
        </p:nvSpPr>
        <p:spPr>
          <a:xfrm>
            <a:off x="0" y="0"/>
            <a:ext cx="3476625" cy="6858000"/>
          </a:xfrm>
          <a:prstGeom prst="rect">
            <a:avLst/>
          </a:prstGeom>
          <a:solidFill>
            <a:srgbClr val="F7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54202CEB-949E-C60C-92EC-3436B6B3CCED}"/>
              </a:ext>
            </a:extLst>
          </p:cNvPr>
          <p:cNvSpPr>
            <a:spLocks noGrp="1"/>
          </p:cNvSpPr>
          <p:nvPr>
            <p:ph type="body" sz="quarter" idx="21" hasCustomPrompt="1"/>
          </p:nvPr>
        </p:nvSpPr>
        <p:spPr>
          <a:xfrm>
            <a:off x="407988" y="3862461"/>
            <a:ext cx="2754312" cy="2108578"/>
          </a:xfrm>
          <a:prstGeom prst="rect">
            <a:avLst/>
          </a:prstGeom>
        </p:spPr>
        <p:txBody>
          <a:bodyPr lIns="0" tIns="0" rIns="0" bIns="0"/>
          <a:lstStyle>
            <a:lvl1pPr marL="0" indent="0">
              <a:lnSpc>
                <a:spcPct val="100000"/>
              </a:lnSpc>
              <a:spcBef>
                <a:spcPts val="1400"/>
              </a:spcBef>
              <a:buNone/>
              <a:defRPr sz="1700">
                <a:solidFill>
                  <a:schemeClr val="tx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accusantik</a:t>
            </a:r>
            <a:endParaRPr lang="en-US"/>
          </a:p>
        </p:txBody>
      </p:sp>
      <p:sp>
        <p:nvSpPr>
          <p:cNvPr id="7" name="Text Placeholder 5">
            <a:extLst>
              <a:ext uri="{FF2B5EF4-FFF2-40B4-BE49-F238E27FC236}">
                <a16:creationId xmlns:a16="http://schemas.microsoft.com/office/drawing/2014/main" id="{ECA76F56-7A82-9F16-E1F1-8C70941073C6}"/>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solidFill>
                <a:latin typeface="Poppins SemiBold" pitchFamily="2" charset="77"/>
                <a:cs typeface="Poppins SemiBold" pitchFamily="2" charset="77"/>
              </a:rPr>
              <a:t>|  NXP  |  </a:t>
            </a:r>
            <a:r>
              <a:rPr lang="en-GB">
                <a:solidFill>
                  <a:schemeClr val="tx1"/>
                </a:solidFill>
                <a:latin typeface="Poppins" panose="00000500000000000000" pitchFamily="2" charset="0"/>
                <a:cs typeface="Poppins" panose="00000500000000000000" pitchFamily="2" charset="0"/>
              </a:rPr>
              <a:t>Public</a:t>
            </a:r>
          </a:p>
        </p:txBody>
      </p:sp>
      <p:sp>
        <p:nvSpPr>
          <p:cNvPr id="8" name="Text Placeholder 5">
            <a:extLst>
              <a:ext uri="{FF2B5EF4-FFF2-40B4-BE49-F238E27FC236}">
                <a16:creationId xmlns:a16="http://schemas.microsoft.com/office/drawing/2014/main" id="{53F34DD4-6C38-2829-50C7-D2C3FD7BF85A}"/>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solidFill>
                <a:latin typeface="Poppins" panose="00000500000000000000" pitchFamily="2" charset="0"/>
                <a:cs typeface="Poppins" panose="00000500000000000000" pitchFamily="2" charset="0"/>
              </a:rPr>
              <a:t>‹#›</a:t>
            </a:fld>
            <a:endParaRPr lang="en-GB">
              <a:solidFill>
                <a:schemeClr val="tx1"/>
              </a:solidFill>
              <a:latin typeface="Poppins" panose="00000500000000000000" pitchFamily="2" charset="0"/>
              <a:cs typeface="Poppins" panose="00000500000000000000" pitchFamily="2" charset="0"/>
            </a:endParaRPr>
          </a:p>
        </p:txBody>
      </p:sp>
      <p:sp>
        <p:nvSpPr>
          <p:cNvPr id="44" name="Picture Placeholder 13">
            <a:extLst>
              <a:ext uri="{FF2B5EF4-FFF2-40B4-BE49-F238E27FC236}">
                <a16:creationId xmlns:a16="http://schemas.microsoft.com/office/drawing/2014/main" id="{91347789-91DD-8BAB-C965-15B9AD238023}"/>
              </a:ext>
            </a:extLst>
          </p:cNvPr>
          <p:cNvSpPr>
            <a:spLocks noGrp="1"/>
          </p:cNvSpPr>
          <p:nvPr>
            <p:ph type="pic" sz="quarter" idx="22" hasCustomPrompt="1"/>
          </p:nvPr>
        </p:nvSpPr>
        <p:spPr>
          <a:xfrm>
            <a:off x="3476626" y="3428999"/>
            <a:ext cx="2903970" cy="3429002"/>
          </a:xfrm>
          <a:prstGeom prst="rect">
            <a:avLst/>
          </a:prstGeom>
          <a:solidFill>
            <a:schemeClr val="bg1">
              <a:lumMod val="95000"/>
            </a:schemeClr>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5" name="Picture Placeholder 13">
            <a:extLst>
              <a:ext uri="{FF2B5EF4-FFF2-40B4-BE49-F238E27FC236}">
                <a16:creationId xmlns:a16="http://schemas.microsoft.com/office/drawing/2014/main" id="{71126BC0-ACDB-A63C-30FF-060BBADFC2A9}"/>
              </a:ext>
            </a:extLst>
          </p:cNvPr>
          <p:cNvSpPr>
            <a:spLocks noGrp="1"/>
          </p:cNvSpPr>
          <p:nvPr>
            <p:ph type="pic" sz="quarter" idx="24" hasCustomPrompt="1"/>
          </p:nvPr>
        </p:nvSpPr>
        <p:spPr>
          <a:xfrm>
            <a:off x="6382905" y="3428999"/>
            <a:ext cx="2903970" cy="3429002"/>
          </a:xfrm>
          <a:prstGeom prst="rect">
            <a:avLst/>
          </a:prstGeom>
          <a:solidFill>
            <a:schemeClr val="bg1"/>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6" name="Picture Placeholder 13">
            <a:extLst>
              <a:ext uri="{FF2B5EF4-FFF2-40B4-BE49-F238E27FC236}">
                <a16:creationId xmlns:a16="http://schemas.microsoft.com/office/drawing/2014/main" id="{BB5538B8-D304-A6FE-E229-6BA4E24C2CC2}"/>
              </a:ext>
            </a:extLst>
          </p:cNvPr>
          <p:cNvSpPr>
            <a:spLocks noGrp="1"/>
          </p:cNvSpPr>
          <p:nvPr>
            <p:ph type="pic" sz="quarter" idx="25" hasCustomPrompt="1"/>
          </p:nvPr>
        </p:nvSpPr>
        <p:spPr>
          <a:xfrm>
            <a:off x="9288030" y="3428999"/>
            <a:ext cx="2903970" cy="3429002"/>
          </a:xfrm>
          <a:prstGeom prst="rect">
            <a:avLst/>
          </a:prstGeom>
          <a:solidFill>
            <a:schemeClr val="bg1">
              <a:lumMod val="95000"/>
            </a:schemeClr>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7" name="Picture Placeholder 13">
            <a:extLst>
              <a:ext uri="{FF2B5EF4-FFF2-40B4-BE49-F238E27FC236}">
                <a16:creationId xmlns:a16="http://schemas.microsoft.com/office/drawing/2014/main" id="{66E0F71D-367D-EF12-86F9-A9181132A979}"/>
              </a:ext>
            </a:extLst>
          </p:cNvPr>
          <p:cNvSpPr>
            <a:spLocks noGrp="1"/>
          </p:cNvSpPr>
          <p:nvPr>
            <p:ph type="pic" sz="quarter" idx="26" hasCustomPrompt="1"/>
          </p:nvPr>
        </p:nvSpPr>
        <p:spPr>
          <a:xfrm>
            <a:off x="3476626" y="1"/>
            <a:ext cx="2903970" cy="3429002"/>
          </a:xfrm>
          <a:prstGeom prst="rect">
            <a:avLst/>
          </a:prstGeom>
          <a:solidFill>
            <a:schemeClr val="bg1"/>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8" name="Picture Placeholder 13">
            <a:extLst>
              <a:ext uri="{FF2B5EF4-FFF2-40B4-BE49-F238E27FC236}">
                <a16:creationId xmlns:a16="http://schemas.microsoft.com/office/drawing/2014/main" id="{1BA72DF4-89E9-84A2-C2CB-42ACD6DB7946}"/>
              </a:ext>
            </a:extLst>
          </p:cNvPr>
          <p:cNvSpPr>
            <a:spLocks noGrp="1"/>
          </p:cNvSpPr>
          <p:nvPr>
            <p:ph type="pic" sz="quarter" idx="27" hasCustomPrompt="1"/>
          </p:nvPr>
        </p:nvSpPr>
        <p:spPr>
          <a:xfrm>
            <a:off x="6382905" y="1"/>
            <a:ext cx="2903970" cy="3429002"/>
          </a:xfrm>
          <a:prstGeom prst="rect">
            <a:avLst/>
          </a:prstGeom>
          <a:solidFill>
            <a:srgbClr val="E9E9E9"/>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9" name="Picture Placeholder 13">
            <a:extLst>
              <a:ext uri="{FF2B5EF4-FFF2-40B4-BE49-F238E27FC236}">
                <a16:creationId xmlns:a16="http://schemas.microsoft.com/office/drawing/2014/main" id="{81113856-26A5-94C8-0833-80FD9616F2DA}"/>
              </a:ext>
            </a:extLst>
          </p:cNvPr>
          <p:cNvSpPr>
            <a:spLocks noGrp="1"/>
          </p:cNvSpPr>
          <p:nvPr>
            <p:ph type="pic" sz="quarter" idx="28" hasCustomPrompt="1"/>
          </p:nvPr>
        </p:nvSpPr>
        <p:spPr>
          <a:xfrm>
            <a:off x="9288030" y="1"/>
            <a:ext cx="2903970" cy="3429002"/>
          </a:xfrm>
          <a:prstGeom prst="rect">
            <a:avLst/>
          </a:prstGeom>
          <a:solidFill>
            <a:schemeClr val="bg1"/>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9" name="Title 4">
            <a:extLst>
              <a:ext uri="{FF2B5EF4-FFF2-40B4-BE49-F238E27FC236}">
                <a16:creationId xmlns:a16="http://schemas.microsoft.com/office/drawing/2014/main" id="{10F94516-D36C-2727-50A5-CF74F2E8E849}"/>
              </a:ext>
            </a:extLst>
          </p:cNvPr>
          <p:cNvSpPr>
            <a:spLocks noGrp="1"/>
          </p:cNvSpPr>
          <p:nvPr>
            <p:ph type="title" hasCustomPrompt="1"/>
          </p:nvPr>
        </p:nvSpPr>
        <p:spPr>
          <a:xfrm>
            <a:off x="407988" y="1605035"/>
            <a:ext cx="2735891" cy="2108579"/>
          </a:xfrm>
          <a:prstGeom prst="rect">
            <a:avLst/>
          </a:prstGeom>
        </p:spPr>
        <p:txBody>
          <a:bodyPr lIns="0" tIns="0" rIns="0" bIns="0" anchor="b"/>
          <a:lstStyle>
            <a:lvl1pPr>
              <a:lnSpc>
                <a:spcPct val="100000"/>
              </a:lnSpc>
              <a:defRPr sz="2500" b="0"/>
            </a:lvl1pPr>
          </a:lstStyle>
          <a:p>
            <a:r>
              <a:rPr lang="en-US"/>
              <a:t>Slide title here over multiple lines if required</a:t>
            </a:r>
          </a:p>
        </p:txBody>
      </p:sp>
      <p:sp>
        <p:nvSpPr>
          <p:cNvPr id="3" name="Text Placeholder 14">
            <a:extLst>
              <a:ext uri="{FF2B5EF4-FFF2-40B4-BE49-F238E27FC236}">
                <a16:creationId xmlns:a16="http://schemas.microsoft.com/office/drawing/2014/main" id="{661897CC-AACF-2829-F832-0A49122D14A9}"/>
              </a:ext>
            </a:extLst>
          </p:cNvPr>
          <p:cNvSpPr>
            <a:spLocks noGrp="1"/>
          </p:cNvSpPr>
          <p:nvPr>
            <p:ph type="body" sz="quarter" idx="17" hasCustomPrompt="1"/>
          </p:nvPr>
        </p:nvSpPr>
        <p:spPr>
          <a:xfrm>
            <a:off x="400214" y="453700"/>
            <a:ext cx="27620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Tree>
    <p:extLst>
      <p:ext uri="{BB962C8B-B14F-4D97-AF65-F5344CB8AC3E}">
        <p14:creationId xmlns:p14="http://schemas.microsoft.com/office/powerpoint/2010/main" val="111943953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1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9E84B-D332-9A0D-4A0F-80351E5EC134}"/>
              </a:ext>
            </a:extLst>
          </p:cNvPr>
          <p:cNvSpPr/>
          <p:nvPr userDrawn="1"/>
        </p:nvSpPr>
        <p:spPr>
          <a:xfrm>
            <a:off x="0" y="0"/>
            <a:ext cx="3476625" cy="6858000"/>
          </a:xfrm>
          <a:prstGeom prst="rect">
            <a:avLst/>
          </a:prstGeom>
          <a:solidFill>
            <a:srgbClr val="F7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5">
            <a:extLst>
              <a:ext uri="{FF2B5EF4-FFF2-40B4-BE49-F238E27FC236}">
                <a16:creationId xmlns:a16="http://schemas.microsoft.com/office/drawing/2014/main" id="{54202CEB-949E-C60C-92EC-3436B6B3CCED}"/>
              </a:ext>
            </a:extLst>
          </p:cNvPr>
          <p:cNvSpPr>
            <a:spLocks noGrp="1"/>
          </p:cNvSpPr>
          <p:nvPr>
            <p:ph type="body" sz="quarter" idx="21" hasCustomPrompt="1"/>
          </p:nvPr>
        </p:nvSpPr>
        <p:spPr>
          <a:xfrm>
            <a:off x="407988" y="3862461"/>
            <a:ext cx="2754312" cy="2108578"/>
          </a:xfrm>
          <a:prstGeom prst="rect">
            <a:avLst/>
          </a:prstGeom>
        </p:spPr>
        <p:txBody>
          <a:bodyPr lIns="0" tIns="0" rIns="0" bIns="0"/>
          <a:lstStyle>
            <a:lvl1pPr marL="0" indent="0">
              <a:lnSpc>
                <a:spcPct val="100000"/>
              </a:lnSpc>
              <a:spcBef>
                <a:spcPts val="1400"/>
              </a:spcBef>
              <a:buNone/>
              <a:defRPr sz="1700">
                <a:solidFill>
                  <a:schemeClr val="tx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accusantik</a:t>
            </a:r>
            <a:endParaRPr lang="en-US"/>
          </a:p>
        </p:txBody>
      </p:sp>
      <p:sp>
        <p:nvSpPr>
          <p:cNvPr id="18" name="Picture Placeholder 13">
            <a:extLst>
              <a:ext uri="{FF2B5EF4-FFF2-40B4-BE49-F238E27FC236}">
                <a16:creationId xmlns:a16="http://schemas.microsoft.com/office/drawing/2014/main" id="{3840FC0F-30D3-1A2E-0070-82896F2B8904}"/>
              </a:ext>
            </a:extLst>
          </p:cNvPr>
          <p:cNvSpPr>
            <a:spLocks noGrp="1"/>
          </p:cNvSpPr>
          <p:nvPr>
            <p:ph type="pic" sz="quarter" idx="22" hasCustomPrompt="1"/>
          </p:nvPr>
        </p:nvSpPr>
        <p:spPr>
          <a:xfrm>
            <a:off x="3476625" y="0"/>
            <a:ext cx="8715374" cy="6858000"/>
          </a:xfrm>
          <a:prstGeom prst="rect">
            <a:avLst/>
          </a:prstGeom>
          <a:solidFill>
            <a:schemeClr val="bg1"/>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insert image</a:t>
            </a:r>
          </a:p>
        </p:txBody>
      </p:sp>
      <p:sp>
        <p:nvSpPr>
          <p:cNvPr id="7" name="Text Placeholder 5">
            <a:extLst>
              <a:ext uri="{FF2B5EF4-FFF2-40B4-BE49-F238E27FC236}">
                <a16:creationId xmlns:a16="http://schemas.microsoft.com/office/drawing/2014/main" id="{ECA76F56-7A82-9F16-E1F1-8C70941073C6}"/>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solidFill>
                <a:latin typeface="Poppins SemiBold" pitchFamily="2" charset="77"/>
                <a:cs typeface="Poppins SemiBold" pitchFamily="2" charset="77"/>
              </a:rPr>
              <a:t>|  NXP  |  </a:t>
            </a:r>
            <a:r>
              <a:rPr lang="en-GB">
                <a:solidFill>
                  <a:schemeClr val="tx1"/>
                </a:solidFill>
                <a:latin typeface="Poppins" panose="00000500000000000000" pitchFamily="2" charset="0"/>
                <a:cs typeface="Poppins" panose="00000500000000000000" pitchFamily="2" charset="0"/>
              </a:rPr>
              <a:t>Public</a:t>
            </a:r>
          </a:p>
        </p:txBody>
      </p:sp>
      <p:sp>
        <p:nvSpPr>
          <p:cNvPr id="8" name="Text Placeholder 5">
            <a:extLst>
              <a:ext uri="{FF2B5EF4-FFF2-40B4-BE49-F238E27FC236}">
                <a16:creationId xmlns:a16="http://schemas.microsoft.com/office/drawing/2014/main" id="{53F34DD4-6C38-2829-50C7-D2C3FD7BF85A}"/>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solidFill>
                <a:latin typeface="Poppins" panose="00000500000000000000" pitchFamily="2" charset="0"/>
                <a:cs typeface="Poppins" panose="00000500000000000000" pitchFamily="2" charset="0"/>
              </a:rPr>
              <a:t>‹#›</a:t>
            </a:fld>
            <a:endParaRPr lang="en-GB">
              <a:solidFill>
                <a:schemeClr val="tx1"/>
              </a:solidFill>
              <a:latin typeface="Poppins" panose="00000500000000000000" pitchFamily="2" charset="0"/>
              <a:cs typeface="Poppins" panose="00000500000000000000" pitchFamily="2" charset="0"/>
            </a:endParaRPr>
          </a:p>
        </p:txBody>
      </p:sp>
      <p:sp>
        <p:nvSpPr>
          <p:cNvPr id="3" name="Title 4">
            <a:extLst>
              <a:ext uri="{FF2B5EF4-FFF2-40B4-BE49-F238E27FC236}">
                <a16:creationId xmlns:a16="http://schemas.microsoft.com/office/drawing/2014/main" id="{2DF415B5-BC03-D284-0472-96078327D764}"/>
              </a:ext>
            </a:extLst>
          </p:cNvPr>
          <p:cNvSpPr>
            <a:spLocks noGrp="1"/>
          </p:cNvSpPr>
          <p:nvPr>
            <p:ph type="title" hasCustomPrompt="1"/>
          </p:nvPr>
        </p:nvSpPr>
        <p:spPr>
          <a:xfrm>
            <a:off x="407988" y="1605035"/>
            <a:ext cx="2735891" cy="2108579"/>
          </a:xfrm>
          <a:prstGeom prst="rect">
            <a:avLst/>
          </a:prstGeom>
        </p:spPr>
        <p:txBody>
          <a:bodyPr lIns="0" tIns="0" rIns="0" bIns="0" anchor="b"/>
          <a:lstStyle>
            <a:lvl1pPr>
              <a:lnSpc>
                <a:spcPct val="100000"/>
              </a:lnSpc>
              <a:defRPr sz="2500" b="0"/>
            </a:lvl1pPr>
          </a:lstStyle>
          <a:p>
            <a:r>
              <a:rPr lang="en-US"/>
              <a:t>Slide title here over multiple lines if required</a:t>
            </a:r>
          </a:p>
        </p:txBody>
      </p:sp>
      <p:sp>
        <p:nvSpPr>
          <p:cNvPr id="5" name="Text Placeholder 14">
            <a:extLst>
              <a:ext uri="{FF2B5EF4-FFF2-40B4-BE49-F238E27FC236}">
                <a16:creationId xmlns:a16="http://schemas.microsoft.com/office/drawing/2014/main" id="{61A6108F-688D-00CE-1F0C-96CC714BBE0F}"/>
              </a:ext>
            </a:extLst>
          </p:cNvPr>
          <p:cNvSpPr>
            <a:spLocks noGrp="1"/>
          </p:cNvSpPr>
          <p:nvPr>
            <p:ph type="body" sz="quarter" idx="17" hasCustomPrompt="1"/>
          </p:nvPr>
        </p:nvSpPr>
        <p:spPr>
          <a:xfrm>
            <a:off x="400214" y="453700"/>
            <a:ext cx="27620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Tree>
    <p:extLst>
      <p:ext uri="{BB962C8B-B14F-4D97-AF65-F5344CB8AC3E}">
        <p14:creationId xmlns:p14="http://schemas.microsoft.com/office/powerpoint/2010/main" val="2085673471"/>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Dark + 1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49E84B-D332-9A0D-4A0F-80351E5EC134}"/>
              </a:ext>
            </a:extLst>
          </p:cNvPr>
          <p:cNvSpPr/>
          <p:nvPr userDrawn="1"/>
        </p:nvSpPr>
        <p:spPr>
          <a:xfrm>
            <a:off x="0" y="0"/>
            <a:ext cx="347662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 name="Text Placeholder 5">
            <a:extLst>
              <a:ext uri="{FF2B5EF4-FFF2-40B4-BE49-F238E27FC236}">
                <a16:creationId xmlns:a16="http://schemas.microsoft.com/office/drawing/2014/main" id="{54202CEB-949E-C60C-92EC-3436B6B3CCED}"/>
              </a:ext>
            </a:extLst>
          </p:cNvPr>
          <p:cNvSpPr>
            <a:spLocks noGrp="1"/>
          </p:cNvSpPr>
          <p:nvPr>
            <p:ph type="body" sz="quarter" idx="21" hasCustomPrompt="1"/>
          </p:nvPr>
        </p:nvSpPr>
        <p:spPr>
          <a:xfrm>
            <a:off x="407988" y="3862461"/>
            <a:ext cx="2754312" cy="2108578"/>
          </a:xfrm>
          <a:prstGeom prst="rect">
            <a:avLst/>
          </a:prstGeom>
        </p:spPr>
        <p:txBody>
          <a:bodyPr lIns="0" tIns="0" rIns="0" bIns="0"/>
          <a:lstStyle>
            <a:lvl1pPr marL="0" indent="0">
              <a:lnSpc>
                <a:spcPct val="100000"/>
              </a:lnSpc>
              <a:spcBef>
                <a:spcPts val="1400"/>
              </a:spcBef>
              <a:buNone/>
              <a:defRPr sz="1700">
                <a:solidFill>
                  <a:schemeClr val="bg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accusantik</a:t>
            </a:r>
            <a:endParaRPr lang="en-US"/>
          </a:p>
        </p:txBody>
      </p:sp>
      <p:sp>
        <p:nvSpPr>
          <p:cNvPr id="18" name="Picture Placeholder 13">
            <a:extLst>
              <a:ext uri="{FF2B5EF4-FFF2-40B4-BE49-F238E27FC236}">
                <a16:creationId xmlns:a16="http://schemas.microsoft.com/office/drawing/2014/main" id="{3840FC0F-30D3-1A2E-0070-82896F2B8904}"/>
              </a:ext>
            </a:extLst>
          </p:cNvPr>
          <p:cNvSpPr>
            <a:spLocks noGrp="1"/>
          </p:cNvSpPr>
          <p:nvPr>
            <p:ph type="pic" sz="quarter" idx="22" hasCustomPrompt="1"/>
          </p:nvPr>
        </p:nvSpPr>
        <p:spPr>
          <a:xfrm>
            <a:off x="3476625" y="0"/>
            <a:ext cx="8715374" cy="6858000"/>
          </a:xfrm>
          <a:prstGeom prst="rect">
            <a:avLst/>
          </a:prstGeom>
          <a:solidFill>
            <a:schemeClr val="bg1"/>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insert image</a:t>
            </a:r>
          </a:p>
        </p:txBody>
      </p:sp>
      <p:sp>
        <p:nvSpPr>
          <p:cNvPr id="7" name="Text Placeholder 5">
            <a:extLst>
              <a:ext uri="{FF2B5EF4-FFF2-40B4-BE49-F238E27FC236}">
                <a16:creationId xmlns:a16="http://schemas.microsoft.com/office/drawing/2014/main" id="{ECA76F56-7A82-9F16-E1F1-8C70941073C6}"/>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bg1"/>
                </a:solidFill>
                <a:latin typeface="Poppins SemiBold" pitchFamily="2" charset="77"/>
                <a:cs typeface="Poppins SemiBold" pitchFamily="2" charset="77"/>
              </a:rPr>
              <a:t>|  NXP  |  </a:t>
            </a:r>
            <a:r>
              <a:rPr lang="en-GB">
                <a:solidFill>
                  <a:schemeClr val="bg1"/>
                </a:solidFill>
                <a:latin typeface="Poppins" panose="00000500000000000000" pitchFamily="2" charset="0"/>
                <a:cs typeface="Poppins" panose="00000500000000000000" pitchFamily="2" charset="0"/>
              </a:rPr>
              <a:t>Public</a:t>
            </a:r>
          </a:p>
        </p:txBody>
      </p:sp>
      <p:sp>
        <p:nvSpPr>
          <p:cNvPr id="8" name="Text Placeholder 5">
            <a:extLst>
              <a:ext uri="{FF2B5EF4-FFF2-40B4-BE49-F238E27FC236}">
                <a16:creationId xmlns:a16="http://schemas.microsoft.com/office/drawing/2014/main" id="{53F34DD4-6C38-2829-50C7-D2C3FD7BF85A}"/>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bg1"/>
                </a:solidFill>
                <a:latin typeface="Poppins" panose="00000500000000000000" pitchFamily="2" charset="0"/>
                <a:cs typeface="Poppins" panose="00000500000000000000" pitchFamily="2" charset="0"/>
              </a:rPr>
              <a:t>‹#›</a:t>
            </a:fld>
            <a:endParaRPr lang="en-GB">
              <a:solidFill>
                <a:schemeClr val="bg1"/>
              </a:solidFill>
              <a:latin typeface="Poppins" panose="00000500000000000000" pitchFamily="2" charset="0"/>
              <a:cs typeface="Poppins" panose="00000500000000000000" pitchFamily="2" charset="0"/>
            </a:endParaRPr>
          </a:p>
        </p:txBody>
      </p:sp>
      <p:sp>
        <p:nvSpPr>
          <p:cNvPr id="3" name="Title 4">
            <a:extLst>
              <a:ext uri="{FF2B5EF4-FFF2-40B4-BE49-F238E27FC236}">
                <a16:creationId xmlns:a16="http://schemas.microsoft.com/office/drawing/2014/main" id="{2DF415B5-BC03-D284-0472-96078327D764}"/>
              </a:ext>
            </a:extLst>
          </p:cNvPr>
          <p:cNvSpPr>
            <a:spLocks noGrp="1"/>
          </p:cNvSpPr>
          <p:nvPr>
            <p:ph type="title" hasCustomPrompt="1"/>
          </p:nvPr>
        </p:nvSpPr>
        <p:spPr>
          <a:xfrm>
            <a:off x="407988" y="1605035"/>
            <a:ext cx="2735891" cy="2108579"/>
          </a:xfrm>
          <a:prstGeom prst="rect">
            <a:avLst/>
          </a:prstGeom>
        </p:spPr>
        <p:txBody>
          <a:bodyPr lIns="0" tIns="0" rIns="0" bIns="0" anchor="b"/>
          <a:lstStyle>
            <a:lvl1pPr>
              <a:lnSpc>
                <a:spcPct val="100000"/>
              </a:lnSpc>
              <a:defRPr sz="2500" b="0">
                <a:solidFill>
                  <a:schemeClr val="bg1"/>
                </a:solidFill>
              </a:defRPr>
            </a:lvl1pPr>
          </a:lstStyle>
          <a:p>
            <a:r>
              <a:rPr lang="en-US"/>
              <a:t>Slide title here over multiple lines if required</a:t>
            </a:r>
          </a:p>
        </p:txBody>
      </p:sp>
      <p:sp>
        <p:nvSpPr>
          <p:cNvPr id="5" name="Text Placeholder 14">
            <a:extLst>
              <a:ext uri="{FF2B5EF4-FFF2-40B4-BE49-F238E27FC236}">
                <a16:creationId xmlns:a16="http://schemas.microsoft.com/office/drawing/2014/main" id="{61A6108F-688D-00CE-1F0C-96CC714BBE0F}"/>
              </a:ext>
            </a:extLst>
          </p:cNvPr>
          <p:cNvSpPr>
            <a:spLocks noGrp="1"/>
          </p:cNvSpPr>
          <p:nvPr>
            <p:ph type="body" sz="quarter" idx="17" hasCustomPrompt="1"/>
          </p:nvPr>
        </p:nvSpPr>
        <p:spPr>
          <a:xfrm>
            <a:off x="400214" y="453700"/>
            <a:ext cx="2762086" cy="332167"/>
          </a:xfrm>
          <a:prstGeom prst="rect">
            <a:avLst/>
          </a:prstGeom>
        </p:spPr>
        <p:txBody>
          <a:bodyPr lIns="0" tIns="0" rIns="0" bIns="0" anchor="b"/>
          <a:lstStyle>
            <a:lvl1pPr marL="0" indent="0">
              <a:lnSpc>
                <a:spcPct val="100000"/>
              </a:lnSpc>
              <a:spcBef>
                <a:spcPts val="0"/>
              </a:spcBef>
              <a:buNone/>
              <a:defRPr sz="1500" b="0" i="0">
                <a:solidFill>
                  <a:schemeClr val="bg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Tree>
    <p:extLst>
      <p:ext uri="{BB962C8B-B14F-4D97-AF65-F5344CB8AC3E}">
        <p14:creationId xmlns:p14="http://schemas.microsoft.com/office/powerpoint/2010/main" val="235682512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left + content r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82D6636-D6A0-C337-4A05-2425732FF2BC}"/>
              </a:ext>
            </a:extLst>
          </p:cNvPr>
          <p:cNvSpPr/>
          <p:nvPr userDrawn="1"/>
        </p:nvSpPr>
        <p:spPr>
          <a:xfrm>
            <a:off x="0" y="0"/>
            <a:ext cx="6096000" cy="6858000"/>
          </a:xfrm>
          <a:prstGeom prst="rect">
            <a:avLst/>
          </a:prstGeom>
          <a:solidFill>
            <a:srgbClr val="E9E9E9"/>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5" name="Picture Placeholder 14">
            <a:extLst>
              <a:ext uri="{FF2B5EF4-FFF2-40B4-BE49-F238E27FC236}">
                <a16:creationId xmlns:a16="http://schemas.microsoft.com/office/drawing/2014/main" id="{FD387F8D-8C3F-FF40-223D-B4A1BC7AD224}"/>
              </a:ext>
            </a:extLst>
          </p:cNvPr>
          <p:cNvSpPr>
            <a:spLocks noGrp="1"/>
          </p:cNvSpPr>
          <p:nvPr>
            <p:ph type="pic" sz="quarter" idx="17" hasCustomPrompt="1"/>
          </p:nvPr>
        </p:nvSpPr>
        <p:spPr>
          <a:xfrm>
            <a:off x="0" y="0"/>
            <a:ext cx="6096000" cy="6858000"/>
          </a:xfrm>
          <a:prstGeom prst="rect">
            <a:avLst/>
          </a:prstGeom>
          <a:noFill/>
        </p:spPr>
        <p:txBody>
          <a:bodyPr anchor="ctr"/>
          <a:lstStyle>
            <a:lvl1pPr marL="0" indent="0" algn="ctr">
              <a:buNone/>
              <a:defRPr sz="1300">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Click to insert image</a:t>
            </a:r>
          </a:p>
        </p:txBody>
      </p:sp>
      <p:sp>
        <p:nvSpPr>
          <p:cNvPr id="2" name="Text Placeholder 14">
            <a:extLst>
              <a:ext uri="{FF2B5EF4-FFF2-40B4-BE49-F238E27FC236}">
                <a16:creationId xmlns:a16="http://schemas.microsoft.com/office/drawing/2014/main" id="{68D833D0-D1EA-0453-7C67-5B1CE3BAD783}"/>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3" name="Text Placeholder 14">
            <a:extLst>
              <a:ext uri="{FF2B5EF4-FFF2-40B4-BE49-F238E27FC236}">
                <a16:creationId xmlns:a16="http://schemas.microsoft.com/office/drawing/2014/main" id="{9264E6B0-F9AE-B1F9-93AC-8A519A4A5EE8}"/>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8" name="Text Placeholder 5">
            <a:extLst>
              <a:ext uri="{FF2B5EF4-FFF2-40B4-BE49-F238E27FC236}">
                <a16:creationId xmlns:a16="http://schemas.microsoft.com/office/drawing/2014/main" id="{DD516C67-2149-579A-F47C-55BEB51847AF}"/>
              </a:ext>
            </a:extLst>
          </p:cNvPr>
          <p:cNvSpPr>
            <a:spLocks noGrp="1"/>
          </p:cNvSpPr>
          <p:nvPr>
            <p:ph type="body" sz="quarter" idx="20" hasCustomPrompt="1"/>
          </p:nvPr>
        </p:nvSpPr>
        <p:spPr>
          <a:xfrm>
            <a:off x="6503440" y="3522192"/>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endParaRPr lang="en-US"/>
          </a:p>
        </p:txBody>
      </p:sp>
      <p:sp>
        <p:nvSpPr>
          <p:cNvPr id="6" name="Title 4">
            <a:extLst>
              <a:ext uri="{FF2B5EF4-FFF2-40B4-BE49-F238E27FC236}">
                <a16:creationId xmlns:a16="http://schemas.microsoft.com/office/drawing/2014/main" id="{1A826A35-5634-6413-36C2-AEB0FFCA237D}"/>
              </a:ext>
            </a:extLst>
          </p:cNvPr>
          <p:cNvSpPr>
            <a:spLocks noGrp="1"/>
          </p:cNvSpPr>
          <p:nvPr>
            <p:ph type="title" hasCustomPrompt="1"/>
          </p:nvPr>
        </p:nvSpPr>
        <p:spPr>
          <a:xfrm>
            <a:off x="6503439" y="1605035"/>
            <a:ext cx="5040860" cy="1461431"/>
          </a:xfrm>
          <a:prstGeom prst="rect">
            <a:avLst/>
          </a:prstGeom>
        </p:spPr>
        <p:txBody>
          <a:bodyPr lIns="0" tIns="0" rIns="0" bIns="0" anchor="b"/>
          <a:lstStyle>
            <a:lvl1pPr>
              <a:lnSpc>
                <a:spcPct val="100000"/>
              </a:lnSpc>
              <a:defRPr sz="2800"/>
            </a:lvl1pPr>
          </a:lstStyle>
          <a:p>
            <a:r>
              <a:rPr lang="en-US"/>
              <a:t>Slide title goes </a:t>
            </a:r>
            <a:br>
              <a:rPr lang="en-US"/>
            </a:br>
            <a:r>
              <a:rPr lang="en-US"/>
              <a:t>here over multiple</a:t>
            </a:r>
            <a:br>
              <a:rPr lang="en-US"/>
            </a:br>
            <a:r>
              <a:rPr lang="en-US"/>
              <a:t>lines if required</a:t>
            </a:r>
          </a:p>
        </p:txBody>
      </p:sp>
      <p:sp>
        <p:nvSpPr>
          <p:cNvPr id="9" name="Text Placeholder 5">
            <a:extLst>
              <a:ext uri="{FF2B5EF4-FFF2-40B4-BE49-F238E27FC236}">
                <a16:creationId xmlns:a16="http://schemas.microsoft.com/office/drawing/2014/main" id="{4A5B9995-81AD-8AA9-683A-78DBE91BF8D1}"/>
              </a:ext>
            </a:extLst>
          </p:cNvPr>
          <p:cNvSpPr txBox="1">
            <a:spLocks/>
          </p:cNvSpPr>
          <p:nvPr userDrawn="1"/>
        </p:nvSpPr>
        <p:spPr>
          <a:xfrm>
            <a:off x="6724075"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latin typeface="Poppins SemiBold" pitchFamily="2" charset="77"/>
                <a:cs typeface="Poppins SemiBold" pitchFamily="2" charset="77"/>
              </a:rPr>
              <a:t>|  NXP  |  </a:t>
            </a:r>
            <a:r>
              <a:rPr lang="en-GB">
                <a:latin typeface="Poppins" panose="00000500000000000000" pitchFamily="2" charset="0"/>
                <a:cs typeface="Poppins" panose="00000500000000000000" pitchFamily="2" charset="0"/>
              </a:rPr>
              <a:t>Public</a:t>
            </a:r>
          </a:p>
        </p:txBody>
      </p:sp>
      <p:sp>
        <p:nvSpPr>
          <p:cNvPr id="10" name="Text Placeholder 5">
            <a:extLst>
              <a:ext uri="{FF2B5EF4-FFF2-40B4-BE49-F238E27FC236}">
                <a16:creationId xmlns:a16="http://schemas.microsoft.com/office/drawing/2014/main" id="{0CDFBD57-209D-51C7-4616-FF4C6F00C443}"/>
              </a:ext>
            </a:extLst>
          </p:cNvPr>
          <p:cNvSpPr txBox="1">
            <a:spLocks/>
          </p:cNvSpPr>
          <p:nvPr userDrawn="1"/>
        </p:nvSpPr>
        <p:spPr>
          <a:xfrm>
            <a:off x="6503439"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latin typeface="Poppins" panose="00000500000000000000" pitchFamily="2" charset="0"/>
                <a:cs typeface="Poppins" panose="00000500000000000000" pitchFamily="2" charset="0"/>
              </a:rPr>
              <a:t>‹#›</a:t>
            </a:fld>
            <a:endParaRPr lang="en-GB">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72398022"/>
      </p:ext>
    </p:extLst>
  </p:cSld>
  <p:clrMapOvr>
    <a:masterClrMapping/>
  </p:clrMapOvr>
  <p:extLst>
    <p:ext uri="{DCECCB84-F9BA-43D5-87BE-67443E8EF086}">
      <p15:sldGuideLst xmlns:p15="http://schemas.microsoft.com/office/powerpoint/2012/main">
        <p15:guide id="1" orient="horz" pos="459">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right + content left">
    <p:spTree>
      <p:nvGrpSpPr>
        <p:cNvPr id="1" name=""/>
        <p:cNvGrpSpPr/>
        <p:nvPr/>
      </p:nvGrpSpPr>
      <p:grpSpPr>
        <a:xfrm>
          <a:off x="0" y="0"/>
          <a:ext cx="0" cy="0"/>
          <a:chOff x="0" y="0"/>
          <a:chExt cx="0" cy="0"/>
        </a:xfrm>
      </p:grpSpPr>
      <p:sp>
        <p:nvSpPr>
          <p:cNvPr id="9" name="Footer Placeholder 10">
            <a:extLst>
              <a:ext uri="{FF2B5EF4-FFF2-40B4-BE49-F238E27FC236}">
                <a16:creationId xmlns:a16="http://schemas.microsoft.com/office/drawing/2014/main" id="{FF3C8D76-C793-E670-BDE5-146FB59F9F70}"/>
              </a:ext>
            </a:extLst>
          </p:cNvPr>
          <p:cNvSpPr>
            <a:spLocks noGrp="1"/>
          </p:cNvSpPr>
          <p:nvPr>
            <p:ph type="ftr" sz="quarter" idx="3"/>
          </p:nvPr>
        </p:nvSpPr>
        <p:spPr>
          <a:xfrm>
            <a:off x="2206358" y="6229255"/>
            <a:ext cx="3239642"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
        <p:nvSpPr>
          <p:cNvPr id="7" name="Rectangle 6">
            <a:extLst>
              <a:ext uri="{FF2B5EF4-FFF2-40B4-BE49-F238E27FC236}">
                <a16:creationId xmlns:a16="http://schemas.microsoft.com/office/drawing/2014/main" id="{56B93ABC-DF5B-7122-E497-8DAC3BDA3DFA}"/>
              </a:ext>
            </a:extLst>
          </p:cNvPr>
          <p:cNvSpPr/>
          <p:nvPr userDrawn="1"/>
        </p:nvSpPr>
        <p:spPr>
          <a:xfrm>
            <a:off x="6096000" y="0"/>
            <a:ext cx="6096000" cy="6858000"/>
          </a:xfrm>
          <a:prstGeom prst="rect">
            <a:avLst/>
          </a:prstGeom>
          <a:solidFill>
            <a:srgbClr val="E9E9E9"/>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5" name="Picture Placeholder 14">
            <a:extLst>
              <a:ext uri="{FF2B5EF4-FFF2-40B4-BE49-F238E27FC236}">
                <a16:creationId xmlns:a16="http://schemas.microsoft.com/office/drawing/2014/main" id="{FD387F8D-8C3F-FF40-223D-B4A1BC7AD224}"/>
              </a:ext>
            </a:extLst>
          </p:cNvPr>
          <p:cNvSpPr>
            <a:spLocks noGrp="1"/>
          </p:cNvSpPr>
          <p:nvPr>
            <p:ph type="pic" sz="quarter" idx="17" hasCustomPrompt="1"/>
          </p:nvPr>
        </p:nvSpPr>
        <p:spPr>
          <a:xfrm>
            <a:off x="6096000" y="0"/>
            <a:ext cx="6096000" cy="6858000"/>
          </a:xfrm>
          <a:prstGeom prst="rect">
            <a:avLst/>
          </a:prstGeom>
          <a:no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 name="Text Placeholder 14">
            <a:extLst>
              <a:ext uri="{FF2B5EF4-FFF2-40B4-BE49-F238E27FC236}">
                <a16:creationId xmlns:a16="http://schemas.microsoft.com/office/drawing/2014/main" id="{B3237A92-0813-4C72-03F2-E999D7F7C307}"/>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buNone/>
              <a:defRPr sz="1500" b="1"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5" name="Text Placeholder 14">
            <a:extLst>
              <a:ext uri="{FF2B5EF4-FFF2-40B4-BE49-F238E27FC236}">
                <a16:creationId xmlns:a16="http://schemas.microsoft.com/office/drawing/2014/main" id="{A93FC714-6301-1455-CB53-C2884948376E}"/>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3" name="Text Placeholder 5">
            <a:extLst>
              <a:ext uri="{FF2B5EF4-FFF2-40B4-BE49-F238E27FC236}">
                <a16:creationId xmlns:a16="http://schemas.microsoft.com/office/drawing/2014/main" id="{EF90636A-148D-D1E5-3FF5-12C46A7F7B6E}"/>
              </a:ext>
            </a:extLst>
          </p:cNvPr>
          <p:cNvSpPr>
            <a:spLocks noGrp="1"/>
          </p:cNvSpPr>
          <p:nvPr>
            <p:ph type="body" sz="quarter" idx="20" hasCustomPrompt="1"/>
          </p:nvPr>
        </p:nvSpPr>
        <p:spPr>
          <a:xfrm>
            <a:off x="407988" y="3431023"/>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r>
              <a:rPr lang="en-US"/>
              <a:t>.</a:t>
            </a:r>
          </a:p>
          <a:p>
            <a:pPr lvl="0"/>
            <a:endParaRPr lang="en-US"/>
          </a:p>
        </p:txBody>
      </p:sp>
      <p:sp>
        <p:nvSpPr>
          <p:cNvPr id="6" name="Title 4">
            <a:extLst>
              <a:ext uri="{FF2B5EF4-FFF2-40B4-BE49-F238E27FC236}">
                <a16:creationId xmlns:a16="http://schemas.microsoft.com/office/drawing/2014/main" id="{9028FE14-75D2-C23C-6FE7-530C1FD73CEC}"/>
              </a:ext>
            </a:extLst>
          </p:cNvPr>
          <p:cNvSpPr>
            <a:spLocks noGrp="1"/>
          </p:cNvSpPr>
          <p:nvPr>
            <p:ph type="title" hasCustomPrompt="1"/>
          </p:nvPr>
        </p:nvSpPr>
        <p:spPr>
          <a:xfrm>
            <a:off x="387514" y="1608657"/>
            <a:ext cx="5040860" cy="1454634"/>
          </a:xfrm>
          <a:prstGeom prst="rect">
            <a:avLst/>
          </a:prstGeom>
        </p:spPr>
        <p:txBody>
          <a:bodyPr lIns="0" tIns="0" rIns="0" bIns="0" anchor="b"/>
          <a:lstStyle>
            <a:lvl1pPr>
              <a:lnSpc>
                <a:spcPct val="100000"/>
              </a:lnSpc>
              <a:defRPr sz="2800"/>
            </a:lvl1pPr>
          </a:lstStyle>
          <a:p>
            <a:r>
              <a:rPr lang="en-US"/>
              <a:t>Slide title goes </a:t>
            </a:r>
            <a:br>
              <a:rPr lang="en-US"/>
            </a:br>
            <a:r>
              <a:rPr lang="en-US"/>
              <a:t>here over multiple</a:t>
            </a:r>
            <a:br>
              <a:rPr lang="en-US"/>
            </a:br>
            <a:r>
              <a:rPr lang="en-US"/>
              <a:t>lines if required</a:t>
            </a:r>
          </a:p>
        </p:txBody>
      </p:sp>
    </p:spTree>
    <p:extLst>
      <p:ext uri="{BB962C8B-B14F-4D97-AF65-F5344CB8AC3E}">
        <p14:creationId xmlns:p14="http://schemas.microsoft.com/office/powerpoint/2010/main" val="2855406270"/>
      </p:ext>
    </p:extLst>
  </p:cSld>
  <p:clrMapOvr>
    <a:masterClrMapping/>
  </p:clrMapOvr>
  <p:extLst>
    <p:ext uri="{DCECCB84-F9BA-43D5-87BE-67443E8EF086}">
      <p15:sldGuideLst xmlns:p15="http://schemas.microsoft.com/office/powerpoint/2012/main">
        <p15:guide id="1" orient="horz" pos="459">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image smal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2D7682D-4DE4-4B99-3A29-AED2B60445F6}"/>
              </a:ext>
            </a:extLst>
          </p:cNvPr>
          <p:cNvSpPr/>
          <p:nvPr userDrawn="1"/>
        </p:nvSpPr>
        <p:spPr>
          <a:xfrm>
            <a:off x="6096000" y="0"/>
            <a:ext cx="6096000" cy="6858000"/>
          </a:xfrm>
          <a:prstGeom prst="rect">
            <a:avLst/>
          </a:prstGeom>
          <a:solidFill>
            <a:srgbClr val="F7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4">
            <a:extLst>
              <a:ext uri="{FF2B5EF4-FFF2-40B4-BE49-F238E27FC236}">
                <a16:creationId xmlns:a16="http://schemas.microsoft.com/office/drawing/2014/main" id="{21245394-80EC-F0AD-009D-284FEEB2B031}"/>
              </a:ext>
            </a:extLst>
          </p:cNvPr>
          <p:cNvSpPr>
            <a:spLocks noGrp="1"/>
          </p:cNvSpPr>
          <p:nvPr>
            <p:ph type="pic" sz="quarter" idx="17" hasCustomPrompt="1"/>
          </p:nvPr>
        </p:nvSpPr>
        <p:spPr>
          <a:xfrm>
            <a:off x="6591300" y="1652127"/>
            <a:ext cx="5048250" cy="4748128"/>
          </a:xfrm>
          <a:prstGeom prst="rect">
            <a:avLst/>
          </a:prstGeom>
          <a:solidFill>
            <a:schemeClr val="tx2">
              <a:lumMod val="10000"/>
              <a:lumOff val="90000"/>
            </a:schemeClr>
          </a:solidFill>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GB"/>
              <a:t>Click to insert image</a:t>
            </a:r>
          </a:p>
        </p:txBody>
      </p:sp>
      <p:sp>
        <p:nvSpPr>
          <p:cNvPr id="4" name="Text Placeholder 14">
            <a:extLst>
              <a:ext uri="{FF2B5EF4-FFF2-40B4-BE49-F238E27FC236}">
                <a16:creationId xmlns:a16="http://schemas.microsoft.com/office/drawing/2014/main" id="{0D70F547-8B83-B174-3270-794B37206E09}"/>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5" name="Text Placeholder 14">
            <a:extLst>
              <a:ext uri="{FF2B5EF4-FFF2-40B4-BE49-F238E27FC236}">
                <a16:creationId xmlns:a16="http://schemas.microsoft.com/office/drawing/2014/main" id="{02BFD391-315F-7AC1-72E9-50EF2689B00A}"/>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2" name="Text Placeholder 5">
            <a:extLst>
              <a:ext uri="{FF2B5EF4-FFF2-40B4-BE49-F238E27FC236}">
                <a16:creationId xmlns:a16="http://schemas.microsoft.com/office/drawing/2014/main" id="{C6218B57-AD97-875E-74F8-922F32AFF782}"/>
              </a:ext>
            </a:extLst>
          </p:cNvPr>
          <p:cNvSpPr>
            <a:spLocks noGrp="1"/>
          </p:cNvSpPr>
          <p:nvPr>
            <p:ph type="body" sz="quarter" idx="20" hasCustomPrompt="1"/>
          </p:nvPr>
        </p:nvSpPr>
        <p:spPr>
          <a:xfrm>
            <a:off x="407988" y="3431023"/>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r>
              <a:rPr lang="en-US"/>
              <a:t>.</a:t>
            </a:r>
          </a:p>
          <a:p>
            <a:pPr lvl="0"/>
            <a:endParaRPr lang="en-US"/>
          </a:p>
        </p:txBody>
      </p:sp>
      <p:sp>
        <p:nvSpPr>
          <p:cNvPr id="3" name="Title 4">
            <a:extLst>
              <a:ext uri="{FF2B5EF4-FFF2-40B4-BE49-F238E27FC236}">
                <a16:creationId xmlns:a16="http://schemas.microsoft.com/office/drawing/2014/main" id="{8BA229B9-D9CA-C3D4-0C1C-2304030829B9}"/>
              </a:ext>
            </a:extLst>
          </p:cNvPr>
          <p:cNvSpPr>
            <a:spLocks noGrp="1"/>
          </p:cNvSpPr>
          <p:nvPr>
            <p:ph type="title" hasCustomPrompt="1"/>
          </p:nvPr>
        </p:nvSpPr>
        <p:spPr>
          <a:xfrm>
            <a:off x="387514" y="1608657"/>
            <a:ext cx="5040860" cy="1454634"/>
          </a:xfrm>
          <a:prstGeom prst="rect">
            <a:avLst/>
          </a:prstGeom>
        </p:spPr>
        <p:txBody>
          <a:bodyPr lIns="0" tIns="0" rIns="0" bIns="0" anchor="b"/>
          <a:lstStyle>
            <a:lvl1pPr>
              <a:lnSpc>
                <a:spcPct val="100000"/>
              </a:lnSpc>
              <a:defRPr sz="2800"/>
            </a:lvl1pPr>
          </a:lstStyle>
          <a:p>
            <a:r>
              <a:rPr lang="en-US"/>
              <a:t>Slide title goes </a:t>
            </a:r>
            <a:br>
              <a:rPr lang="en-US"/>
            </a:br>
            <a:r>
              <a:rPr lang="en-US"/>
              <a:t>here over multiple</a:t>
            </a:r>
            <a:br>
              <a:rPr lang="en-US"/>
            </a:br>
            <a:r>
              <a:rPr lang="en-US"/>
              <a:t>lines if required</a:t>
            </a:r>
          </a:p>
        </p:txBody>
      </p:sp>
    </p:spTree>
    <p:extLst>
      <p:ext uri="{BB962C8B-B14F-4D97-AF65-F5344CB8AC3E}">
        <p14:creationId xmlns:p14="http://schemas.microsoft.com/office/powerpoint/2010/main" val="273238301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guide id="5" orient="horz" pos="1865">
          <p15:clr>
            <a:srgbClr val="FBAE40"/>
          </p15:clr>
        </p15:guide>
        <p15:guide id="6" orient="horz" pos="159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 3 vertical">
    <p:spTree>
      <p:nvGrpSpPr>
        <p:cNvPr id="1" name=""/>
        <p:cNvGrpSpPr/>
        <p:nvPr/>
      </p:nvGrpSpPr>
      <p:grpSpPr>
        <a:xfrm>
          <a:off x="0" y="0"/>
          <a:ext cx="0" cy="0"/>
          <a:chOff x="0" y="0"/>
          <a:chExt cx="0" cy="0"/>
        </a:xfrm>
      </p:grpSpPr>
      <p:sp>
        <p:nvSpPr>
          <p:cNvPr id="4" name="Text Placeholder 14">
            <a:extLst>
              <a:ext uri="{FF2B5EF4-FFF2-40B4-BE49-F238E27FC236}">
                <a16:creationId xmlns:a16="http://schemas.microsoft.com/office/drawing/2014/main" id="{4195DF01-9D0D-7532-1195-7E763F0CDE57}"/>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7" name="Text Placeholder 14">
            <a:extLst>
              <a:ext uri="{FF2B5EF4-FFF2-40B4-BE49-F238E27FC236}">
                <a16:creationId xmlns:a16="http://schemas.microsoft.com/office/drawing/2014/main" id="{1AE905AA-AFA2-0B96-B385-D32652EF1BBB}"/>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3" name="Title 4">
            <a:extLst>
              <a:ext uri="{FF2B5EF4-FFF2-40B4-BE49-F238E27FC236}">
                <a16:creationId xmlns:a16="http://schemas.microsoft.com/office/drawing/2014/main" id="{A2CF2C2A-6861-B755-0D80-9B629CD0F7EA}"/>
              </a:ext>
            </a:extLst>
          </p:cNvPr>
          <p:cNvSpPr>
            <a:spLocks noGrp="1"/>
          </p:cNvSpPr>
          <p:nvPr>
            <p:ph type="title" hasCustomPrompt="1"/>
          </p:nvPr>
        </p:nvSpPr>
        <p:spPr>
          <a:xfrm>
            <a:off x="386074" y="1682705"/>
            <a:ext cx="5040860" cy="952758"/>
          </a:xfrm>
          <a:prstGeom prst="rect">
            <a:avLst/>
          </a:prstGeom>
        </p:spPr>
        <p:txBody>
          <a:bodyPr lIns="0" tIns="0" rIns="0" bIns="0" anchor="b"/>
          <a:lstStyle>
            <a:lvl1pPr>
              <a:lnSpc>
                <a:spcPct val="100000"/>
              </a:lnSpc>
              <a:defRPr sz="2800"/>
            </a:lvl1pPr>
          </a:lstStyle>
          <a:p>
            <a:r>
              <a:rPr lang="en-US"/>
              <a:t>Slide title goes here over multiple lines if required</a:t>
            </a:r>
          </a:p>
        </p:txBody>
      </p:sp>
      <p:sp>
        <p:nvSpPr>
          <p:cNvPr id="10" name="Text Placeholder 7">
            <a:extLst>
              <a:ext uri="{FF2B5EF4-FFF2-40B4-BE49-F238E27FC236}">
                <a16:creationId xmlns:a16="http://schemas.microsoft.com/office/drawing/2014/main" id="{CA3FDDD5-8639-18E9-8B3B-8437AADE25EE}"/>
              </a:ext>
            </a:extLst>
          </p:cNvPr>
          <p:cNvSpPr>
            <a:spLocks noGrp="1"/>
          </p:cNvSpPr>
          <p:nvPr>
            <p:ph type="body" sz="quarter" idx="14" hasCustomPrompt="1"/>
          </p:nvPr>
        </p:nvSpPr>
        <p:spPr>
          <a:xfrm>
            <a:off x="379413" y="2894274"/>
            <a:ext cx="5066587" cy="3038213"/>
          </a:xfrm>
          <a:prstGeom prst="rect">
            <a:avLst/>
          </a:prstGeom>
        </p:spPr>
        <p:txBody>
          <a:bodyPr lIns="0" tIns="0" rIns="0" bIns="0">
            <a:normAutofit/>
          </a:bodyPr>
          <a:lstStyle>
            <a:lvl1pPr marL="171450" indent="-171450">
              <a:lnSpc>
                <a:spcPct val="110000"/>
              </a:lnSpc>
              <a:spcBef>
                <a:spcPts val="1200"/>
              </a:spcBef>
              <a:buFont typeface="Arial" panose="020B0604020202020204" pitchFamily="34" charset="0"/>
              <a:buChar char="•"/>
              <a:defRPr sz="1800">
                <a:latin typeface="Poppins" panose="00000500000000000000" pitchFamily="2" charset="0"/>
                <a:cs typeface="Poppins" panose="00000500000000000000" pitchFamily="2" charset="0"/>
              </a:defRPr>
            </a:lvl1pPr>
            <a:lvl2pPr marL="344488" indent="-173038">
              <a:lnSpc>
                <a:spcPct val="110000"/>
              </a:lnSpc>
              <a:spcBef>
                <a:spcPts val="1200"/>
              </a:spcBef>
              <a:buFont typeface="Poppins" panose="00000500000000000000" pitchFamily="2" charset="0"/>
              <a:buChar char="−"/>
              <a:defRPr sz="1600">
                <a:latin typeface="Poppins" panose="00000500000000000000" pitchFamily="2" charset="0"/>
                <a:cs typeface="Poppins" panose="00000500000000000000" pitchFamily="2" charset="0"/>
              </a:defRPr>
            </a:lvl2pPr>
            <a:lvl3pPr marL="515938" indent="-171450">
              <a:lnSpc>
                <a:spcPct val="110000"/>
              </a:lnSpc>
              <a:spcBef>
                <a:spcPts val="1200"/>
              </a:spcBef>
              <a:defRPr sz="1400">
                <a:latin typeface="Poppins" panose="00000500000000000000" pitchFamily="2" charset="0"/>
                <a:cs typeface="Poppins" panose="00000500000000000000" pitchFamily="2" charset="0"/>
              </a:defRPr>
            </a:lvl3pPr>
            <a:lvl4pPr marL="688975" indent="-173038">
              <a:lnSpc>
                <a:spcPct val="110000"/>
              </a:lnSpc>
              <a:spcBef>
                <a:spcPts val="1200"/>
              </a:spcBef>
              <a:buFont typeface="Poppins" panose="00000500000000000000" pitchFamily="2" charset="0"/>
              <a:buChar char="−"/>
              <a:defRPr sz="1200">
                <a:latin typeface="Poppins" panose="00000500000000000000" pitchFamily="2" charset="0"/>
                <a:cs typeface="Poppins" panose="00000500000000000000" pitchFamily="2" charset="0"/>
              </a:defRPr>
            </a:lvl4pPr>
            <a:lvl5pPr marL="855663" indent="-166688">
              <a:lnSpc>
                <a:spcPct val="110000"/>
              </a:lnSpc>
              <a:spcBef>
                <a:spcPts val="1200"/>
              </a:spcBef>
              <a:defRPr sz="10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12" name="Picture Placeholder 7">
            <a:extLst>
              <a:ext uri="{FF2B5EF4-FFF2-40B4-BE49-F238E27FC236}">
                <a16:creationId xmlns:a16="http://schemas.microsoft.com/office/drawing/2014/main" id="{2A42E699-C892-2CB8-E3D4-0CE9521EA926}"/>
              </a:ext>
            </a:extLst>
          </p:cNvPr>
          <p:cNvSpPr>
            <a:spLocks noGrp="1"/>
          </p:cNvSpPr>
          <p:nvPr>
            <p:ph type="pic" sz="quarter" idx="25" hasCustomPrompt="1"/>
          </p:nvPr>
        </p:nvSpPr>
        <p:spPr>
          <a:xfrm>
            <a:off x="6113626" y="0"/>
            <a:ext cx="6078373" cy="2282024"/>
          </a:xfrm>
          <a:prstGeom prst="rect">
            <a:avLst/>
          </a:prstGeom>
          <a:solidFill>
            <a:srgbClr val="E9E9E9"/>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3" name="Picture Placeholder 7">
            <a:extLst>
              <a:ext uri="{FF2B5EF4-FFF2-40B4-BE49-F238E27FC236}">
                <a16:creationId xmlns:a16="http://schemas.microsoft.com/office/drawing/2014/main" id="{F4C96FE9-C037-14C3-012B-B741623D23DD}"/>
              </a:ext>
            </a:extLst>
          </p:cNvPr>
          <p:cNvSpPr>
            <a:spLocks noGrp="1"/>
          </p:cNvSpPr>
          <p:nvPr>
            <p:ph type="pic" sz="quarter" idx="26" hasCustomPrompt="1"/>
          </p:nvPr>
        </p:nvSpPr>
        <p:spPr>
          <a:xfrm>
            <a:off x="6113626" y="2287988"/>
            <a:ext cx="6078373" cy="2282024"/>
          </a:xfrm>
          <a:prstGeom prst="rect">
            <a:avLst/>
          </a:prstGeom>
          <a:solidFill>
            <a:schemeClr val="bg1">
              <a:lumMod val="95000"/>
            </a:schemeClr>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4" name="Picture Placeholder 7">
            <a:extLst>
              <a:ext uri="{FF2B5EF4-FFF2-40B4-BE49-F238E27FC236}">
                <a16:creationId xmlns:a16="http://schemas.microsoft.com/office/drawing/2014/main" id="{07DF25DC-1055-D2B2-98AF-5F29BBD47E9A}"/>
              </a:ext>
            </a:extLst>
          </p:cNvPr>
          <p:cNvSpPr>
            <a:spLocks noGrp="1"/>
          </p:cNvSpPr>
          <p:nvPr>
            <p:ph type="pic" sz="quarter" idx="27" hasCustomPrompt="1"/>
          </p:nvPr>
        </p:nvSpPr>
        <p:spPr>
          <a:xfrm>
            <a:off x="6113626" y="4575977"/>
            <a:ext cx="6078373" cy="2282024"/>
          </a:xfrm>
          <a:prstGeom prst="rect">
            <a:avLst/>
          </a:prstGeom>
          <a:solidFill>
            <a:srgbClr val="E9E9E9"/>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Tree>
    <p:extLst>
      <p:ext uri="{BB962C8B-B14F-4D97-AF65-F5344CB8AC3E}">
        <p14:creationId xmlns:p14="http://schemas.microsoft.com/office/powerpoint/2010/main" val="53734205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 2 phot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E9953E-1F03-B222-CC62-12EAF44E2ECD}"/>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4">
            <a:extLst>
              <a:ext uri="{FF2B5EF4-FFF2-40B4-BE49-F238E27FC236}">
                <a16:creationId xmlns:a16="http://schemas.microsoft.com/office/drawing/2014/main" id="{D952218D-93A7-0B20-45B9-5277563E2A25}"/>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7" name="Text Placeholder 14">
            <a:extLst>
              <a:ext uri="{FF2B5EF4-FFF2-40B4-BE49-F238E27FC236}">
                <a16:creationId xmlns:a16="http://schemas.microsoft.com/office/drawing/2014/main" id="{D4924678-329C-366B-4CA0-9F35F6C04FA9}"/>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3" name="Title 4">
            <a:extLst>
              <a:ext uri="{FF2B5EF4-FFF2-40B4-BE49-F238E27FC236}">
                <a16:creationId xmlns:a16="http://schemas.microsoft.com/office/drawing/2014/main" id="{5E9CC677-B687-DC73-8B66-FBAC46F9B3E2}"/>
              </a:ext>
            </a:extLst>
          </p:cNvPr>
          <p:cNvSpPr>
            <a:spLocks noGrp="1"/>
          </p:cNvSpPr>
          <p:nvPr>
            <p:ph type="title" hasCustomPrompt="1"/>
          </p:nvPr>
        </p:nvSpPr>
        <p:spPr>
          <a:xfrm>
            <a:off x="386074" y="1682705"/>
            <a:ext cx="5040860" cy="952758"/>
          </a:xfrm>
          <a:prstGeom prst="rect">
            <a:avLst/>
          </a:prstGeom>
        </p:spPr>
        <p:txBody>
          <a:bodyPr lIns="0" tIns="0" rIns="0" bIns="0" anchor="b"/>
          <a:lstStyle>
            <a:lvl1pPr>
              <a:lnSpc>
                <a:spcPct val="100000"/>
              </a:lnSpc>
              <a:defRPr sz="2800"/>
            </a:lvl1pPr>
          </a:lstStyle>
          <a:p>
            <a:r>
              <a:rPr lang="en-US"/>
              <a:t>Slide title goes here over multiple lines if required</a:t>
            </a:r>
          </a:p>
        </p:txBody>
      </p:sp>
      <p:sp>
        <p:nvSpPr>
          <p:cNvPr id="8" name="Text Placeholder 5">
            <a:extLst>
              <a:ext uri="{FF2B5EF4-FFF2-40B4-BE49-F238E27FC236}">
                <a16:creationId xmlns:a16="http://schemas.microsoft.com/office/drawing/2014/main" id="{35C9E828-1F1C-47CB-0CA6-96FD8BB6A5B8}"/>
              </a:ext>
            </a:extLst>
          </p:cNvPr>
          <p:cNvSpPr>
            <a:spLocks noGrp="1"/>
          </p:cNvSpPr>
          <p:nvPr>
            <p:ph type="body" sz="quarter" idx="22" hasCustomPrompt="1"/>
          </p:nvPr>
        </p:nvSpPr>
        <p:spPr>
          <a:xfrm>
            <a:off x="407988" y="2960689"/>
            <a:ext cx="5040860" cy="855937"/>
          </a:xfrm>
          <a:prstGeom prst="rect">
            <a:avLst/>
          </a:prstGeom>
        </p:spPr>
        <p:txBody>
          <a:bodyPr lIns="0" tIns="0" rIns="0" bIns="0"/>
          <a:lstStyle>
            <a:lvl1pPr marL="0" indent="0">
              <a:lnSpc>
                <a:spcPct val="100000"/>
              </a:lnSpc>
              <a:spcBef>
                <a:spcPts val="600"/>
              </a:spcBef>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r>
              <a:rPr lang="en-US"/>
              <a:t> cones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p:txBody>
      </p:sp>
      <p:sp>
        <p:nvSpPr>
          <p:cNvPr id="9" name="Text Placeholder 5">
            <a:extLst>
              <a:ext uri="{FF2B5EF4-FFF2-40B4-BE49-F238E27FC236}">
                <a16:creationId xmlns:a16="http://schemas.microsoft.com/office/drawing/2014/main" id="{0F931AB8-713E-C852-8385-691C99CC0799}"/>
              </a:ext>
            </a:extLst>
          </p:cNvPr>
          <p:cNvSpPr>
            <a:spLocks noGrp="1"/>
          </p:cNvSpPr>
          <p:nvPr>
            <p:ph type="body" sz="quarter" idx="23" hasCustomPrompt="1"/>
          </p:nvPr>
        </p:nvSpPr>
        <p:spPr>
          <a:xfrm>
            <a:off x="6600094" y="2960689"/>
            <a:ext cx="5040860" cy="855937"/>
          </a:xfrm>
          <a:prstGeom prst="rect">
            <a:avLst/>
          </a:prstGeom>
        </p:spPr>
        <p:txBody>
          <a:bodyPr lIns="0" tIns="0" rIns="0" bIns="0"/>
          <a:lstStyle>
            <a:lvl1pPr marL="0" indent="0">
              <a:lnSpc>
                <a:spcPct val="100000"/>
              </a:lnSpc>
              <a:spcBef>
                <a:spcPts val="600"/>
              </a:spcBef>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r>
              <a:rPr lang="en-US"/>
              <a:t> cones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p:txBody>
      </p:sp>
      <p:sp>
        <p:nvSpPr>
          <p:cNvPr id="10" name="Picture Placeholder 7">
            <a:extLst>
              <a:ext uri="{FF2B5EF4-FFF2-40B4-BE49-F238E27FC236}">
                <a16:creationId xmlns:a16="http://schemas.microsoft.com/office/drawing/2014/main" id="{0BA635FC-A312-CDFD-CEE2-71AE69C703CA}"/>
              </a:ext>
            </a:extLst>
          </p:cNvPr>
          <p:cNvSpPr>
            <a:spLocks noGrp="1"/>
          </p:cNvSpPr>
          <p:nvPr>
            <p:ph type="pic" sz="quarter" idx="24" hasCustomPrompt="1"/>
          </p:nvPr>
        </p:nvSpPr>
        <p:spPr>
          <a:xfrm>
            <a:off x="400050" y="4014788"/>
            <a:ext cx="5027613" cy="1963737"/>
          </a:xfrm>
          <a:prstGeom prst="rect">
            <a:avLst/>
          </a:prstGeom>
          <a:solidFill>
            <a:srgbClr val="E9E9E9"/>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1" name="Picture Placeholder 7">
            <a:extLst>
              <a:ext uri="{FF2B5EF4-FFF2-40B4-BE49-F238E27FC236}">
                <a16:creationId xmlns:a16="http://schemas.microsoft.com/office/drawing/2014/main" id="{97CDDFA3-A77C-84F6-C805-0F704B7EA5C5}"/>
              </a:ext>
            </a:extLst>
          </p:cNvPr>
          <p:cNvSpPr>
            <a:spLocks noGrp="1"/>
          </p:cNvSpPr>
          <p:nvPr>
            <p:ph type="pic" sz="quarter" idx="25" hasCustomPrompt="1"/>
          </p:nvPr>
        </p:nvSpPr>
        <p:spPr>
          <a:xfrm>
            <a:off x="6613341" y="4014788"/>
            <a:ext cx="5027613" cy="1963737"/>
          </a:xfrm>
          <a:prstGeom prst="rect">
            <a:avLst/>
          </a:prstGeom>
          <a:solidFill>
            <a:schemeClr val="bg1">
              <a:lumMod val="95000"/>
            </a:schemeClr>
          </a:solidFill>
        </p:spPr>
        <p:txBody>
          <a:bodyPr anchor="ctr"/>
          <a:lstStyle>
            <a:lvl1pPr marL="0" indent="0" algn="ctr">
              <a:buFontTx/>
              <a:buNone/>
              <a:defRPr sz="1300"/>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Tree>
    <p:extLst>
      <p:ext uri="{BB962C8B-B14F-4D97-AF65-F5344CB8AC3E}">
        <p14:creationId xmlns:p14="http://schemas.microsoft.com/office/powerpoint/2010/main" val="333483828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 chart light">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4CB21D0-309A-8549-2E95-F4ECA7D61980}"/>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5" name="Text Placeholder 5">
            <a:extLst>
              <a:ext uri="{FF2B5EF4-FFF2-40B4-BE49-F238E27FC236}">
                <a16:creationId xmlns:a16="http://schemas.microsoft.com/office/drawing/2014/main" id="{2900FB82-C8FF-91FA-02E0-EFFBDBA21157}"/>
              </a:ext>
            </a:extLst>
          </p:cNvPr>
          <p:cNvSpPr>
            <a:spLocks noGrp="1"/>
          </p:cNvSpPr>
          <p:nvPr>
            <p:ph type="body" sz="quarter" idx="21" hasCustomPrompt="1"/>
          </p:nvPr>
        </p:nvSpPr>
        <p:spPr>
          <a:xfrm>
            <a:off x="407988" y="2053989"/>
            <a:ext cx="5040860" cy="3883261"/>
          </a:xfrm>
          <a:prstGeom prst="rect">
            <a:avLst/>
          </a:prstGeom>
        </p:spPr>
        <p:txBody>
          <a:bodyPr lIns="0" tIns="0" rIns="0" bIns="0"/>
          <a:lstStyle>
            <a:lvl1pPr marL="0" indent="0">
              <a:lnSpc>
                <a:spcPct val="100000"/>
              </a:lnSpc>
              <a:spcBef>
                <a:spcPts val="1400"/>
              </a:spcBef>
              <a:buNone/>
              <a:defRPr sz="18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p>
        </p:txBody>
      </p:sp>
      <p:sp>
        <p:nvSpPr>
          <p:cNvPr id="3" name="Chart Placeholder 2">
            <a:extLst>
              <a:ext uri="{FF2B5EF4-FFF2-40B4-BE49-F238E27FC236}">
                <a16:creationId xmlns:a16="http://schemas.microsoft.com/office/drawing/2014/main" id="{48D8654F-C79C-9C2C-7718-1FD0D86A466F}"/>
              </a:ext>
            </a:extLst>
          </p:cNvPr>
          <p:cNvSpPr>
            <a:spLocks noGrp="1"/>
          </p:cNvSpPr>
          <p:nvPr>
            <p:ph type="chart" sz="quarter" idx="22" hasCustomPrompt="1"/>
          </p:nvPr>
        </p:nvSpPr>
        <p:spPr>
          <a:xfrm>
            <a:off x="6516805" y="879475"/>
            <a:ext cx="5179327" cy="5057775"/>
          </a:xfrm>
          <a:prstGeom prst="rect">
            <a:avLst/>
          </a:prstGeom>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US"/>
              <a:t>Click to insert chart</a:t>
            </a:r>
          </a:p>
        </p:txBody>
      </p:sp>
      <p:sp>
        <p:nvSpPr>
          <p:cNvPr id="4" name="Title 4">
            <a:extLst>
              <a:ext uri="{FF2B5EF4-FFF2-40B4-BE49-F238E27FC236}">
                <a16:creationId xmlns:a16="http://schemas.microsoft.com/office/drawing/2014/main" id="{F8A78F56-3208-0B1B-F4D6-5D837A040481}"/>
              </a:ext>
            </a:extLst>
          </p:cNvPr>
          <p:cNvSpPr>
            <a:spLocks noGrp="1"/>
          </p:cNvSpPr>
          <p:nvPr>
            <p:ph type="title" hasCustomPrompt="1"/>
          </p:nvPr>
        </p:nvSpPr>
        <p:spPr>
          <a:xfrm>
            <a:off x="386074" y="856309"/>
            <a:ext cx="5040860" cy="952758"/>
          </a:xfrm>
          <a:prstGeom prst="rect">
            <a:avLst/>
          </a:prstGeom>
        </p:spPr>
        <p:txBody>
          <a:bodyPr lIns="0" tIns="0" rIns="0" bIns="0" anchor="b"/>
          <a:lstStyle>
            <a:lvl1pPr>
              <a:lnSpc>
                <a:spcPct val="100000"/>
              </a:lnSpc>
              <a:defRPr sz="2800"/>
            </a:lvl1pPr>
          </a:lstStyle>
          <a:p>
            <a:r>
              <a:rPr lang="en-US"/>
              <a:t>Slide title goes here over multiple lines if required</a:t>
            </a:r>
          </a:p>
        </p:txBody>
      </p:sp>
      <p:sp>
        <p:nvSpPr>
          <p:cNvPr id="2" name="Footer Placeholder 10">
            <a:extLst>
              <a:ext uri="{FF2B5EF4-FFF2-40B4-BE49-F238E27FC236}">
                <a16:creationId xmlns:a16="http://schemas.microsoft.com/office/drawing/2014/main" id="{8539C609-7056-CF23-8C8B-48A01C532393}"/>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18501832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 chart spli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171BEE4-760E-ACDE-C810-291B26FBC1FD}"/>
              </a:ext>
            </a:extLst>
          </p:cNvPr>
          <p:cNvSpPr/>
          <p:nvPr userDrawn="1"/>
        </p:nvSpPr>
        <p:spPr>
          <a:xfrm>
            <a:off x="0" y="0"/>
            <a:ext cx="6096000" cy="6858000"/>
          </a:xfrm>
          <a:prstGeom prst="rect">
            <a:avLst/>
          </a:prstGeom>
          <a:solidFill>
            <a:srgbClr val="F7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4CB21D0-309A-8549-2E95-F4ECA7D61980}"/>
              </a:ext>
            </a:extLst>
          </p:cNvPr>
          <p:cNvSpPr/>
          <p:nvPr userDrawn="1"/>
        </p:nvSpPr>
        <p:spPr>
          <a:xfrm>
            <a:off x="609600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5" name="Text Placeholder 5">
            <a:extLst>
              <a:ext uri="{FF2B5EF4-FFF2-40B4-BE49-F238E27FC236}">
                <a16:creationId xmlns:a16="http://schemas.microsoft.com/office/drawing/2014/main" id="{2900FB82-C8FF-91FA-02E0-EFFBDBA21157}"/>
              </a:ext>
            </a:extLst>
          </p:cNvPr>
          <p:cNvSpPr>
            <a:spLocks noGrp="1"/>
          </p:cNvSpPr>
          <p:nvPr>
            <p:ph type="body" sz="quarter" idx="21" hasCustomPrompt="1"/>
          </p:nvPr>
        </p:nvSpPr>
        <p:spPr>
          <a:xfrm>
            <a:off x="407988" y="2053989"/>
            <a:ext cx="5040860" cy="3883261"/>
          </a:xfrm>
          <a:prstGeom prst="rect">
            <a:avLst/>
          </a:prstGeom>
        </p:spPr>
        <p:txBody>
          <a:bodyPr lIns="0" tIns="0" rIns="0" bIns="0"/>
          <a:lstStyle>
            <a:lvl1pPr marL="0" indent="0">
              <a:lnSpc>
                <a:spcPct val="100000"/>
              </a:lnSpc>
              <a:spcBef>
                <a:spcPts val="1400"/>
              </a:spcBef>
              <a:buNone/>
              <a:defRPr sz="18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p:txBody>
      </p:sp>
      <p:sp>
        <p:nvSpPr>
          <p:cNvPr id="3" name="Chart Placeholder 2">
            <a:extLst>
              <a:ext uri="{FF2B5EF4-FFF2-40B4-BE49-F238E27FC236}">
                <a16:creationId xmlns:a16="http://schemas.microsoft.com/office/drawing/2014/main" id="{48D8654F-C79C-9C2C-7718-1FD0D86A466F}"/>
              </a:ext>
            </a:extLst>
          </p:cNvPr>
          <p:cNvSpPr>
            <a:spLocks noGrp="1"/>
          </p:cNvSpPr>
          <p:nvPr>
            <p:ph type="chart" sz="quarter" idx="22" hasCustomPrompt="1"/>
          </p:nvPr>
        </p:nvSpPr>
        <p:spPr>
          <a:xfrm>
            <a:off x="6516805" y="879475"/>
            <a:ext cx="5179327" cy="5057775"/>
          </a:xfrm>
          <a:prstGeom prst="rect">
            <a:avLst/>
          </a:prstGeom>
        </p:spPr>
        <p:txBody>
          <a:bodyPr anchor="ctr"/>
          <a:lstStyle>
            <a:lvl1pPr marL="0" indent="0" algn="ctr">
              <a:buNone/>
              <a:defRPr sz="1300">
                <a:latin typeface="Poppins" panose="00000500000000000000" pitchFamily="2" charset="0"/>
                <a:cs typeface="Poppins" panose="00000500000000000000" pitchFamily="2" charset="0"/>
              </a:defRPr>
            </a:lvl1pPr>
          </a:lstStyle>
          <a:p>
            <a:r>
              <a:rPr lang="en-US"/>
              <a:t>Click to insert chart</a:t>
            </a:r>
          </a:p>
        </p:txBody>
      </p:sp>
      <p:sp>
        <p:nvSpPr>
          <p:cNvPr id="2" name="Text Placeholder 5">
            <a:extLst>
              <a:ext uri="{FF2B5EF4-FFF2-40B4-BE49-F238E27FC236}">
                <a16:creationId xmlns:a16="http://schemas.microsoft.com/office/drawing/2014/main" id="{BE7A7B9D-0596-435F-260E-F986AD70309C}"/>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latin typeface="Poppins SemiBold" pitchFamily="2" charset="77"/>
                <a:cs typeface="Poppins SemiBold" pitchFamily="2" charset="77"/>
              </a:rPr>
              <a:t>|  NXP  |  </a:t>
            </a:r>
            <a:r>
              <a:rPr lang="en-GB">
                <a:latin typeface="Poppins" panose="00000500000000000000" pitchFamily="2" charset="0"/>
                <a:cs typeface="Poppins" panose="00000500000000000000" pitchFamily="2" charset="0"/>
              </a:rPr>
              <a:t>Public</a:t>
            </a:r>
          </a:p>
        </p:txBody>
      </p:sp>
      <p:sp>
        <p:nvSpPr>
          <p:cNvPr id="4" name="Text Placeholder 5">
            <a:extLst>
              <a:ext uri="{FF2B5EF4-FFF2-40B4-BE49-F238E27FC236}">
                <a16:creationId xmlns:a16="http://schemas.microsoft.com/office/drawing/2014/main" id="{25F03E6F-5303-0DBD-3EBD-9F67494B3E0B}"/>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latin typeface="Poppins" panose="00000500000000000000" pitchFamily="2" charset="0"/>
                <a:cs typeface="Poppins" panose="00000500000000000000" pitchFamily="2" charset="0"/>
              </a:rPr>
              <a:t>‹#›</a:t>
            </a:fld>
            <a:endParaRPr lang="en-GB">
              <a:latin typeface="Poppins" panose="00000500000000000000" pitchFamily="2" charset="0"/>
              <a:cs typeface="Poppins" panose="00000500000000000000" pitchFamily="2" charset="0"/>
            </a:endParaRPr>
          </a:p>
        </p:txBody>
      </p:sp>
      <p:sp>
        <p:nvSpPr>
          <p:cNvPr id="7" name="Title 4">
            <a:extLst>
              <a:ext uri="{FF2B5EF4-FFF2-40B4-BE49-F238E27FC236}">
                <a16:creationId xmlns:a16="http://schemas.microsoft.com/office/drawing/2014/main" id="{969FB07F-BB62-D658-9816-1E1BD86A2941}"/>
              </a:ext>
            </a:extLst>
          </p:cNvPr>
          <p:cNvSpPr>
            <a:spLocks noGrp="1"/>
          </p:cNvSpPr>
          <p:nvPr>
            <p:ph type="title" hasCustomPrompt="1"/>
          </p:nvPr>
        </p:nvSpPr>
        <p:spPr>
          <a:xfrm>
            <a:off x="386074" y="856309"/>
            <a:ext cx="5040860" cy="952758"/>
          </a:xfrm>
          <a:prstGeom prst="rect">
            <a:avLst/>
          </a:prstGeom>
        </p:spPr>
        <p:txBody>
          <a:bodyPr lIns="0" tIns="0" rIns="0" bIns="0" anchor="b"/>
          <a:lstStyle>
            <a:lvl1pPr>
              <a:lnSpc>
                <a:spcPct val="100000"/>
              </a:lnSpc>
              <a:defRPr sz="2800"/>
            </a:lvl1pPr>
          </a:lstStyle>
          <a:p>
            <a:r>
              <a:rPr lang="en-US"/>
              <a:t>Slide title goes here over multiple lines if required</a:t>
            </a:r>
          </a:p>
        </p:txBody>
      </p:sp>
      <p:sp>
        <p:nvSpPr>
          <p:cNvPr id="6" name="Footer Placeholder 10">
            <a:extLst>
              <a:ext uri="{FF2B5EF4-FFF2-40B4-BE49-F238E27FC236}">
                <a16:creationId xmlns:a16="http://schemas.microsoft.com/office/drawing/2014/main" id="{BF12AD3F-EA62-0DBF-75E9-F16434EAA426}"/>
              </a:ext>
            </a:extLst>
          </p:cNvPr>
          <p:cNvSpPr>
            <a:spLocks noGrp="1"/>
          </p:cNvSpPr>
          <p:nvPr>
            <p:ph type="ftr" sz="quarter" idx="3"/>
          </p:nvPr>
        </p:nvSpPr>
        <p:spPr>
          <a:xfrm>
            <a:off x="6516805" y="6229255"/>
            <a:ext cx="5179328"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1749198836"/>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38267D-D61B-F75E-86C1-3337F26300DD}"/>
              </a:ext>
            </a:extLst>
          </p:cNvPr>
          <p:cNvSpPr/>
          <p:nvPr userDrawn="1"/>
        </p:nvSpPr>
        <p:spPr>
          <a:xfrm>
            <a:off x="6096000" y="0"/>
            <a:ext cx="6096000" cy="6858000"/>
          </a:xfrm>
          <a:prstGeom prst="rect">
            <a:avLst/>
          </a:prstGeom>
          <a:solidFill>
            <a:srgbClr val="F7F4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5">
            <a:extLst>
              <a:ext uri="{FF2B5EF4-FFF2-40B4-BE49-F238E27FC236}">
                <a16:creationId xmlns:a16="http://schemas.microsoft.com/office/drawing/2014/main" id="{2900FB82-C8FF-91FA-02E0-EFFBDBA21157}"/>
              </a:ext>
            </a:extLst>
          </p:cNvPr>
          <p:cNvSpPr>
            <a:spLocks noGrp="1"/>
          </p:cNvSpPr>
          <p:nvPr>
            <p:ph type="body" sz="quarter" idx="21" hasCustomPrompt="1"/>
          </p:nvPr>
        </p:nvSpPr>
        <p:spPr>
          <a:xfrm>
            <a:off x="6503988" y="2053989"/>
            <a:ext cx="5040860" cy="3883261"/>
          </a:xfrm>
          <a:prstGeom prst="rect">
            <a:avLst/>
          </a:prstGeom>
        </p:spPr>
        <p:txBody>
          <a:bodyPr lIns="0" tIns="0" rIns="0" bIns="0"/>
          <a:lstStyle>
            <a:lvl1pPr marL="0" indent="0">
              <a:lnSpc>
                <a:spcPct val="100000"/>
              </a:lnSpc>
              <a:spcBef>
                <a:spcPts val="1400"/>
              </a:spcBef>
              <a:buNone/>
              <a:defRPr sz="1800">
                <a:solidFill>
                  <a:schemeClr val="tx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a:p>
            <a:pPr lvl="0"/>
            <a:endParaRPr lang="en-US"/>
          </a:p>
        </p:txBody>
      </p:sp>
      <p:sp>
        <p:nvSpPr>
          <p:cNvPr id="7" name="Text Placeholder 5">
            <a:extLst>
              <a:ext uri="{FF2B5EF4-FFF2-40B4-BE49-F238E27FC236}">
                <a16:creationId xmlns:a16="http://schemas.microsoft.com/office/drawing/2014/main" id="{D193D7AF-C152-458B-C821-B576A22C3EA5}"/>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solidFill>
                <a:latin typeface="Poppins" panose="00000500000000000000" pitchFamily="2" charset="0"/>
                <a:cs typeface="Poppins" panose="00000500000000000000" pitchFamily="2" charset="0"/>
              </a:rPr>
              <a:t>‹#›</a:t>
            </a:fld>
            <a:endParaRPr lang="en-GB">
              <a:solidFill>
                <a:schemeClr val="tx1"/>
              </a:solidFill>
              <a:latin typeface="Poppins" panose="00000500000000000000" pitchFamily="2" charset="0"/>
              <a:cs typeface="Poppins" panose="00000500000000000000" pitchFamily="2" charset="0"/>
            </a:endParaRPr>
          </a:p>
        </p:txBody>
      </p:sp>
      <p:sp>
        <p:nvSpPr>
          <p:cNvPr id="9" name="Table Placeholder 8">
            <a:extLst>
              <a:ext uri="{FF2B5EF4-FFF2-40B4-BE49-F238E27FC236}">
                <a16:creationId xmlns:a16="http://schemas.microsoft.com/office/drawing/2014/main" id="{0922529C-6040-DCAB-4A00-BEF58343F003}"/>
              </a:ext>
            </a:extLst>
          </p:cNvPr>
          <p:cNvSpPr>
            <a:spLocks noGrp="1"/>
          </p:cNvSpPr>
          <p:nvPr>
            <p:ph type="tbl" sz="quarter" idx="22" hasCustomPrompt="1"/>
          </p:nvPr>
        </p:nvSpPr>
        <p:spPr>
          <a:xfrm>
            <a:off x="347663" y="855663"/>
            <a:ext cx="5240337" cy="5081587"/>
          </a:xfrm>
          <a:prstGeom prst="rect">
            <a:avLst/>
          </a:prstGeom>
        </p:spPr>
        <p:txBody>
          <a:bodyPr anchor="ctr"/>
          <a:lstStyle>
            <a:lvl1pPr marL="0" indent="0" algn="ctr">
              <a:buNone/>
              <a:defRPr sz="1200">
                <a:latin typeface="Poppins" panose="00000500000000000000" pitchFamily="2" charset="0"/>
                <a:cs typeface="Poppins" panose="00000500000000000000" pitchFamily="2" charset="0"/>
              </a:defRPr>
            </a:lvl1pPr>
          </a:lstStyle>
          <a:p>
            <a:r>
              <a:rPr lang="en-US"/>
              <a:t>Click to insert table</a:t>
            </a:r>
          </a:p>
        </p:txBody>
      </p:sp>
      <p:sp>
        <p:nvSpPr>
          <p:cNvPr id="3" name="Title 4">
            <a:extLst>
              <a:ext uri="{FF2B5EF4-FFF2-40B4-BE49-F238E27FC236}">
                <a16:creationId xmlns:a16="http://schemas.microsoft.com/office/drawing/2014/main" id="{3B5149C6-63EE-0A45-E5D3-310AF131E7C4}"/>
              </a:ext>
            </a:extLst>
          </p:cNvPr>
          <p:cNvSpPr>
            <a:spLocks noGrp="1"/>
          </p:cNvSpPr>
          <p:nvPr>
            <p:ph type="title" hasCustomPrompt="1"/>
          </p:nvPr>
        </p:nvSpPr>
        <p:spPr>
          <a:xfrm>
            <a:off x="6482073" y="856309"/>
            <a:ext cx="5040860" cy="952758"/>
          </a:xfrm>
          <a:prstGeom prst="rect">
            <a:avLst/>
          </a:prstGeom>
        </p:spPr>
        <p:txBody>
          <a:bodyPr lIns="0" tIns="0" rIns="0" bIns="0" anchor="b"/>
          <a:lstStyle>
            <a:lvl1pPr>
              <a:lnSpc>
                <a:spcPct val="100000"/>
              </a:lnSpc>
              <a:defRPr sz="2800"/>
            </a:lvl1pPr>
          </a:lstStyle>
          <a:p>
            <a:r>
              <a:rPr lang="en-US"/>
              <a:t>Slide title here goes over multiple lines if required</a:t>
            </a:r>
          </a:p>
        </p:txBody>
      </p:sp>
      <p:sp>
        <p:nvSpPr>
          <p:cNvPr id="2" name="Footer Placeholder 10">
            <a:extLst>
              <a:ext uri="{FF2B5EF4-FFF2-40B4-BE49-F238E27FC236}">
                <a16:creationId xmlns:a16="http://schemas.microsoft.com/office/drawing/2014/main" id="{40D0B0E0-4167-6A10-1CB8-CFFD4B3D3DBA}"/>
              </a:ext>
            </a:extLst>
          </p:cNvPr>
          <p:cNvSpPr>
            <a:spLocks noGrp="1"/>
          </p:cNvSpPr>
          <p:nvPr>
            <p:ph type="ftr" sz="quarter" idx="3"/>
          </p:nvPr>
        </p:nvSpPr>
        <p:spPr>
          <a:xfrm>
            <a:off x="6503987" y="6229255"/>
            <a:ext cx="5040861" cy="365125"/>
          </a:xfrm>
          <a:prstGeom prst="rect">
            <a:avLst/>
          </a:prstGeom>
        </p:spPr>
        <p:txBody>
          <a:bodyPr vert="horz" lIns="0" tIns="0" rIns="0" bIns="0" rtlCol="0" anchor="b"/>
          <a:lstStyle>
            <a:lvl1pPr algn="l">
              <a:defRPr sz="800">
                <a:solidFill>
                  <a:schemeClr val="tx1">
                    <a:tint val="82000"/>
                  </a:schemeClr>
                </a:solidFill>
              </a:defRPr>
            </a:lvl1pPr>
          </a:lstStyle>
          <a:p>
            <a:r>
              <a:rPr lang="en-US"/>
              <a:t>Notes and sources</a:t>
            </a:r>
          </a:p>
        </p:txBody>
      </p:sp>
    </p:spTree>
    <p:extLst>
      <p:ext uri="{BB962C8B-B14F-4D97-AF65-F5344CB8AC3E}">
        <p14:creationId xmlns:p14="http://schemas.microsoft.com/office/powerpoint/2010/main" val="406055846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0" name="Text Placeholder 5">
            <a:extLst>
              <a:ext uri="{FF2B5EF4-FFF2-40B4-BE49-F238E27FC236}">
                <a16:creationId xmlns:a16="http://schemas.microsoft.com/office/drawing/2014/main" id="{B61CC271-180C-648D-087D-DEC613F81762}"/>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bg2">
                    <a:lumMod val="50000"/>
                    <a:lumOff val="50000"/>
                  </a:schemeClr>
                </a:solidFill>
                <a:latin typeface="Poppins SemiBold" pitchFamily="2" charset="77"/>
                <a:cs typeface="Poppins SemiBold" pitchFamily="2" charset="77"/>
              </a:rPr>
              <a:t>|  Public  |  </a:t>
            </a:r>
            <a:r>
              <a:rPr lang="en-US" sz="800" b="0" i="0">
                <a:solidFill>
                  <a:schemeClr val="bg2">
                    <a:lumMod val="50000"/>
                    <a:lumOff val="50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bg2">
                    <a:lumMod val="50000"/>
                    <a:lumOff val="50000"/>
                  </a:schemeClr>
                </a:solidFill>
                <a:latin typeface="Poppins" panose="00000500000000000000" pitchFamily="2" charset="0"/>
                <a:cs typeface="Poppins" panose="00000500000000000000" pitchFamily="2" charset="0"/>
              </a:rPr>
            </a:br>
            <a:r>
              <a:rPr lang="en-US" sz="800" b="0" i="0">
                <a:solidFill>
                  <a:schemeClr val="bg2">
                    <a:lumMod val="50000"/>
                    <a:lumOff val="50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sp>
        <p:nvSpPr>
          <p:cNvPr id="19" name="Title 17">
            <a:extLst>
              <a:ext uri="{FF2B5EF4-FFF2-40B4-BE49-F238E27FC236}">
                <a16:creationId xmlns:a16="http://schemas.microsoft.com/office/drawing/2014/main" id="{7604B72C-3E22-5D39-D192-EC4666871B0F}"/>
              </a:ext>
            </a:extLst>
          </p:cNvPr>
          <p:cNvSpPr>
            <a:spLocks noGrp="1"/>
          </p:cNvSpPr>
          <p:nvPr>
            <p:ph type="title" hasCustomPrompt="1"/>
          </p:nvPr>
        </p:nvSpPr>
        <p:spPr>
          <a:xfrm>
            <a:off x="1343025" y="1616532"/>
            <a:ext cx="5062539" cy="2610984"/>
          </a:xfrm>
          <a:prstGeom prst="rect">
            <a:avLst/>
          </a:prstGeom>
        </p:spPr>
        <p:txBody>
          <a:bodyPr lIns="0" tIns="0" rIns="0" bIns="0" anchor="b"/>
          <a:lstStyle>
            <a:lvl1pPr>
              <a:defRPr lang="en-US" sz="4200" dirty="0">
                <a:latin typeface="Poppins SemiBold" panose="00000700000000000000" pitchFamily="2" charset="0"/>
                <a:ea typeface="+mn-ea"/>
                <a:cs typeface="Poppins SemiBold" panose="00000700000000000000" pitchFamily="2" charset="0"/>
              </a:defRPr>
            </a:lvl1pPr>
          </a:lstStyle>
          <a:p>
            <a:pPr marL="0" lvl="0" indent="0">
              <a:lnSpc>
                <a:spcPct val="100000"/>
              </a:lnSpc>
              <a:spcBef>
                <a:spcPts val="1000"/>
              </a:spcBef>
              <a:buFontTx/>
            </a:pPr>
            <a:r>
              <a:rPr lang="en-US"/>
              <a:t>The Presentation Title Goes Here</a:t>
            </a:r>
          </a:p>
        </p:txBody>
      </p:sp>
      <p:sp>
        <p:nvSpPr>
          <p:cNvPr id="22" name="Text Placeholder 20">
            <a:extLst>
              <a:ext uri="{FF2B5EF4-FFF2-40B4-BE49-F238E27FC236}">
                <a16:creationId xmlns:a16="http://schemas.microsoft.com/office/drawing/2014/main" id="{83503EB8-22AC-2652-541F-328652BFB8EE}"/>
              </a:ext>
            </a:extLst>
          </p:cNvPr>
          <p:cNvSpPr>
            <a:spLocks noGrp="1"/>
          </p:cNvSpPr>
          <p:nvPr>
            <p:ph type="body" sz="quarter" idx="13" hasCustomPrompt="1"/>
          </p:nvPr>
        </p:nvSpPr>
        <p:spPr>
          <a:xfrm>
            <a:off x="1342652" y="4695137"/>
            <a:ext cx="5062539" cy="423152"/>
          </a:xfrm>
          <a:prstGeom prst="rect">
            <a:avLst/>
          </a:prstGeom>
        </p:spPr>
        <p:txBody>
          <a:bodyPr lIns="0" tIns="0" rIns="0" bIns="0" anchor="b"/>
          <a:lstStyle>
            <a:lvl1pPr marL="0" indent="0">
              <a:lnSpc>
                <a:spcPct val="100000"/>
              </a:lnSpc>
              <a:buFontTx/>
              <a:buNone/>
              <a:defRPr sz="22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Subheading or speaker name</a:t>
            </a:r>
          </a:p>
        </p:txBody>
      </p:sp>
      <p:sp>
        <p:nvSpPr>
          <p:cNvPr id="24" name="Text Placeholder 20">
            <a:extLst>
              <a:ext uri="{FF2B5EF4-FFF2-40B4-BE49-F238E27FC236}">
                <a16:creationId xmlns:a16="http://schemas.microsoft.com/office/drawing/2014/main" id="{D8507CC8-D535-4BC6-E58E-11FA855D0C8A}"/>
              </a:ext>
            </a:extLst>
          </p:cNvPr>
          <p:cNvSpPr>
            <a:spLocks noGrp="1"/>
          </p:cNvSpPr>
          <p:nvPr>
            <p:ph type="body" sz="quarter" idx="14" hasCustomPrompt="1"/>
          </p:nvPr>
        </p:nvSpPr>
        <p:spPr>
          <a:xfrm>
            <a:off x="1342652" y="5223518"/>
            <a:ext cx="5062539" cy="847618"/>
          </a:xfrm>
          <a:prstGeom prst="rect">
            <a:avLst/>
          </a:prstGeom>
        </p:spPr>
        <p:txBody>
          <a:bodyPr lIns="0" tIns="0" rIns="0" bIns="0" anchor="t"/>
          <a:lstStyle>
            <a:lvl1pPr marL="0" indent="0">
              <a:lnSpc>
                <a:spcPct val="100000"/>
              </a:lnSpc>
              <a:buFontTx/>
              <a:buNone/>
              <a:defRPr sz="18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If required goes here | speaker title, </a:t>
            </a:r>
            <a:br>
              <a:rPr lang="en-US"/>
            </a:br>
            <a:r>
              <a:rPr lang="en-US"/>
              <a:t>date and /or additional information</a:t>
            </a:r>
          </a:p>
        </p:txBody>
      </p:sp>
      <p:grpSp>
        <p:nvGrpSpPr>
          <p:cNvPr id="4" name="Group 3">
            <a:extLst>
              <a:ext uri="{FF2B5EF4-FFF2-40B4-BE49-F238E27FC236}">
                <a16:creationId xmlns:a16="http://schemas.microsoft.com/office/drawing/2014/main" id="{1BEB20A5-EF9D-B4CD-8327-7B9564DB7690}"/>
              </a:ext>
            </a:extLst>
          </p:cNvPr>
          <p:cNvGrpSpPr/>
          <p:nvPr userDrawn="1"/>
        </p:nvGrpSpPr>
        <p:grpSpPr>
          <a:xfrm>
            <a:off x="532238" y="532263"/>
            <a:ext cx="1522954" cy="515204"/>
            <a:chOff x="532238" y="532263"/>
            <a:chExt cx="1522954" cy="515204"/>
          </a:xfrm>
        </p:grpSpPr>
        <p:sp>
          <p:nvSpPr>
            <p:cNvPr id="6" name="Freeform: Shape 5">
              <a:extLst>
                <a:ext uri="{FF2B5EF4-FFF2-40B4-BE49-F238E27FC236}">
                  <a16:creationId xmlns:a16="http://schemas.microsoft.com/office/drawing/2014/main" id="{4B8B0E0D-A07D-CED0-324D-F6B0BD7878E5}"/>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7" name="Freeform: Shape 6">
              <a:extLst>
                <a:ext uri="{FF2B5EF4-FFF2-40B4-BE49-F238E27FC236}">
                  <a16:creationId xmlns:a16="http://schemas.microsoft.com/office/drawing/2014/main" id="{E4B9C520-802F-607D-CD32-293B8F5FF939}"/>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9" name="Freeform: Shape 8">
              <a:extLst>
                <a:ext uri="{FF2B5EF4-FFF2-40B4-BE49-F238E27FC236}">
                  <a16:creationId xmlns:a16="http://schemas.microsoft.com/office/drawing/2014/main" id="{0CCDBBF9-3E97-0881-79C2-B541C6F19CD2}"/>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grpSp>
        <p:nvGrpSpPr>
          <p:cNvPr id="310" name="Group 309">
            <a:extLst>
              <a:ext uri="{FF2B5EF4-FFF2-40B4-BE49-F238E27FC236}">
                <a16:creationId xmlns:a16="http://schemas.microsoft.com/office/drawing/2014/main" id="{824B6165-D02C-EB96-6C2E-DD015A12BAEA}"/>
              </a:ext>
            </a:extLst>
          </p:cNvPr>
          <p:cNvGrpSpPr/>
          <p:nvPr userDrawn="1"/>
        </p:nvGrpSpPr>
        <p:grpSpPr>
          <a:xfrm>
            <a:off x="6473825" y="1"/>
            <a:ext cx="5818893" cy="6874913"/>
            <a:chOff x="6473825" y="1"/>
            <a:chExt cx="5818893" cy="6874913"/>
          </a:xfrm>
        </p:grpSpPr>
        <p:sp>
          <p:nvSpPr>
            <p:cNvPr id="265" name="Rectangle 261">
              <a:extLst>
                <a:ext uri="{FF2B5EF4-FFF2-40B4-BE49-F238E27FC236}">
                  <a16:creationId xmlns:a16="http://schemas.microsoft.com/office/drawing/2014/main" id="{03CD1AC5-6981-4E67-5263-0F100BDB77CC}"/>
                </a:ext>
              </a:extLst>
            </p:cNvPr>
            <p:cNvSpPr/>
            <p:nvPr userDrawn="1"/>
          </p:nvSpPr>
          <p:spPr>
            <a:xfrm>
              <a:off x="8319247" y="1"/>
              <a:ext cx="2498165" cy="3446946"/>
            </a:xfrm>
            <a:custGeom>
              <a:avLst/>
              <a:gdLst>
                <a:gd name="connsiteX0" fmla="*/ 0 w 723153"/>
                <a:gd name="connsiteY0" fmla="*/ 0 h 328706"/>
                <a:gd name="connsiteX1" fmla="*/ 723153 w 723153"/>
                <a:gd name="connsiteY1" fmla="*/ 0 h 328706"/>
                <a:gd name="connsiteX2" fmla="*/ 723153 w 723153"/>
                <a:gd name="connsiteY2" fmla="*/ 328706 h 328706"/>
                <a:gd name="connsiteX3" fmla="*/ 0 w 723153"/>
                <a:gd name="connsiteY3" fmla="*/ 328706 h 328706"/>
                <a:gd name="connsiteX4" fmla="*/ 0 w 723153"/>
                <a:gd name="connsiteY4" fmla="*/ 0 h 328706"/>
                <a:gd name="connsiteX0" fmla="*/ 1775012 w 2498165"/>
                <a:gd name="connsiteY0" fmla="*/ 0 h 3442447"/>
                <a:gd name="connsiteX1" fmla="*/ 2498165 w 2498165"/>
                <a:gd name="connsiteY1" fmla="*/ 0 h 3442447"/>
                <a:gd name="connsiteX2" fmla="*/ 2498165 w 2498165"/>
                <a:gd name="connsiteY2" fmla="*/ 328706 h 3442447"/>
                <a:gd name="connsiteX3" fmla="*/ 0 w 2498165"/>
                <a:gd name="connsiteY3" fmla="*/ 3442447 h 3442447"/>
                <a:gd name="connsiteX4" fmla="*/ 1775012 w 2498165"/>
                <a:gd name="connsiteY4" fmla="*/ 0 h 3442447"/>
                <a:gd name="connsiteX0" fmla="*/ 1775012 w 2498165"/>
                <a:gd name="connsiteY0" fmla="*/ 0 h 3442447"/>
                <a:gd name="connsiteX1" fmla="*/ 2498165 w 2498165"/>
                <a:gd name="connsiteY1" fmla="*/ 0 h 3442447"/>
                <a:gd name="connsiteX2" fmla="*/ 0 w 2498165"/>
                <a:gd name="connsiteY2" fmla="*/ 3442447 h 3442447"/>
                <a:gd name="connsiteX3" fmla="*/ 1775012 w 2498165"/>
                <a:gd name="connsiteY3" fmla="*/ 0 h 3442447"/>
              </a:gdLst>
              <a:ahLst/>
              <a:cxnLst>
                <a:cxn ang="0">
                  <a:pos x="connsiteX0" y="connsiteY0"/>
                </a:cxn>
                <a:cxn ang="0">
                  <a:pos x="connsiteX1" y="connsiteY1"/>
                </a:cxn>
                <a:cxn ang="0">
                  <a:pos x="connsiteX2" y="connsiteY2"/>
                </a:cxn>
                <a:cxn ang="0">
                  <a:pos x="connsiteX3" y="connsiteY3"/>
                </a:cxn>
              </a:cxnLst>
              <a:rect l="l" t="t" r="r" b="b"/>
              <a:pathLst>
                <a:path w="2498165" h="3442447">
                  <a:moveTo>
                    <a:pt x="1775012" y="0"/>
                  </a:moveTo>
                  <a:lnTo>
                    <a:pt x="2498165" y="0"/>
                  </a:lnTo>
                  <a:lnTo>
                    <a:pt x="0" y="3442447"/>
                  </a:lnTo>
                  <a:lnTo>
                    <a:pt x="1775012" y="0"/>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66" name="Rectangle 260">
              <a:extLst>
                <a:ext uri="{FF2B5EF4-FFF2-40B4-BE49-F238E27FC236}">
                  <a16:creationId xmlns:a16="http://schemas.microsoft.com/office/drawing/2014/main" id="{4548090A-0DE4-470D-DA9F-C5D8D30230C9}"/>
                </a:ext>
              </a:extLst>
            </p:cNvPr>
            <p:cNvSpPr/>
            <p:nvPr userDrawn="1"/>
          </p:nvSpPr>
          <p:spPr>
            <a:xfrm>
              <a:off x="7129929" y="1"/>
              <a:ext cx="1176282" cy="3464900"/>
            </a:xfrm>
            <a:custGeom>
              <a:avLst/>
              <a:gdLst>
                <a:gd name="connsiteX0" fmla="*/ 0 w 644376"/>
                <a:gd name="connsiteY0" fmla="*/ 0 h 1392518"/>
                <a:gd name="connsiteX1" fmla="*/ 644376 w 644376"/>
                <a:gd name="connsiteY1" fmla="*/ 0 h 1392518"/>
                <a:gd name="connsiteX2" fmla="*/ 644376 w 644376"/>
                <a:gd name="connsiteY2" fmla="*/ 1392518 h 1392518"/>
                <a:gd name="connsiteX3" fmla="*/ 0 w 644376"/>
                <a:gd name="connsiteY3" fmla="*/ 1392518 h 1392518"/>
                <a:gd name="connsiteX4" fmla="*/ 0 w 644376"/>
                <a:gd name="connsiteY4" fmla="*/ 0 h 1392518"/>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1392518 h 3460377"/>
                <a:gd name="connsiteX4" fmla="*/ 0 w 1176282"/>
                <a:gd name="connsiteY4" fmla="*/ 0 h 3460377"/>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0 h 3460377"/>
              </a:gdLst>
              <a:ahLst/>
              <a:cxnLst>
                <a:cxn ang="0">
                  <a:pos x="connsiteX0" y="connsiteY0"/>
                </a:cxn>
                <a:cxn ang="0">
                  <a:pos x="connsiteX1" y="connsiteY1"/>
                </a:cxn>
                <a:cxn ang="0">
                  <a:pos x="connsiteX2" y="connsiteY2"/>
                </a:cxn>
                <a:cxn ang="0">
                  <a:pos x="connsiteX3" y="connsiteY3"/>
                </a:cxn>
              </a:cxnLst>
              <a:rect l="l" t="t" r="r" b="b"/>
              <a:pathLst>
                <a:path w="1176282" h="3460377">
                  <a:moveTo>
                    <a:pt x="0" y="0"/>
                  </a:moveTo>
                  <a:lnTo>
                    <a:pt x="644376" y="0"/>
                  </a:lnTo>
                  <a:lnTo>
                    <a:pt x="1176282" y="3460377"/>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67" name="Rectangle 259">
              <a:extLst>
                <a:ext uri="{FF2B5EF4-FFF2-40B4-BE49-F238E27FC236}">
                  <a16:creationId xmlns:a16="http://schemas.microsoft.com/office/drawing/2014/main" id="{7478D6D7-9F0B-B5B9-677E-6B2B1541B11F}"/>
                </a:ext>
              </a:extLst>
            </p:cNvPr>
            <p:cNvSpPr/>
            <p:nvPr userDrawn="1"/>
          </p:nvSpPr>
          <p:spPr>
            <a:xfrm>
              <a:off x="8331201" y="3535753"/>
              <a:ext cx="3762468" cy="3331212"/>
            </a:xfrm>
            <a:custGeom>
              <a:avLst/>
              <a:gdLst>
                <a:gd name="connsiteX0" fmla="*/ 0 w 792163"/>
                <a:gd name="connsiteY0" fmla="*/ 0 h 786864"/>
                <a:gd name="connsiteX1" fmla="*/ 792163 w 792163"/>
                <a:gd name="connsiteY1" fmla="*/ 0 h 786864"/>
                <a:gd name="connsiteX2" fmla="*/ 792163 w 792163"/>
                <a:gd name="connsiteY2" fmla="*/ 786864 h 786864"/>
                <a:gd name="connsiteX3" fmla="*/ 0 w 792163"/>
                <a:gd name="connsiteY3" fmla="*/ 786864 h 786864"/>
                <a:gd name="connsiteX4" fmla="*/ 0 w 792163"/>
                <a:gd name="connsiteY4" fmla="*/ 0 h 786864"/>
                <a:gd name="connsiteX0" fmla="*/ 0 w 3762468"/>
                <a:gd name="connsiteY0" fmla="*/ 0 h 3326864"/>
                <a:gd name="connsiteX1" fmla="*/ 3762468 w 3762468"/>
                <a:gd name="connsiteY1" fmla="*/ 2540000 h 3326864"/>
                <a:gd name="connsiteX2" fmla="*/ 3762468 w 3762468"/>
                <a:gd name="connsiteY2" fmla="*/ 3326864 h 3326864"/>
                <a:gd name="connsiteX3" fmla="*/ 2970305 w 3762468"/>
                <a:gd name="connsiteY3" fmla="*/ 3326864 h 3326864"/>
                <a:gd name="connsiteX4" fmla="*/ 0 w 3762468"/>
                <a:gd name="connsiteY4" fmla="*/ 0 h 3326864"/>
                <a:gd name="connsiteX0" fmla="*/ 0 w 3762468"/>
                <a:gd name="connsiteY0" fmla="*/ 0 h 3326864"/>
                <a:gd name="connsiteX1" fmla="*/ 3744539 w 3762468"/>
                <a:gd name="connsiteY1" fmla="*/ 3036047 h 3326864"/>
                <a:gd name="connsiteX2" fmla="*/ 3762468 w 3762468"/>
                <a:gd name="connsiteY2" fmla="*/ 3326864 h 3326864"/>
                <a:gd name="connsiteX3" fmla="*/ 2970305 w 3762468"/>
                <a:gd name="connsiteY3" fmla="*/ 3326864 h 3326864"/>
                <a:gd name="connsiteX4" fmla="*/ 0 w 3762468"/>
                <a:gd name="connsiteY4" fmla="*/ 0 h 332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468" h="3326864">
                  <a:moveTo>
                    <a:pt x="0" y="0"/>
                  </a:moveTo>
                  <a:lnTo>
                    <a:pt x="3744539" y="3036047"/>
                  </a:lnTo>
                  <a:lnTo>
                    <a:pt x="3762468" y="3326864"/>
                  </a:lnTo>
                  <a:lnTo>
                    <a:pt x="2970305" y="3326864"/>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68" name="Freeform: Shape 267">
              <a:extLst>
                <a:ext uri="{FF2B5EF4-FFF2-40B4-BE49-F238E27FC236}">
                  <a16:creationId xmlns:a16="http://schemas.microsoft.com/office/drawing/2014/main" id="{4990AC88-BC87-9DE1-B30F-F338F8830281}"/>
                </a:ext>
              </a:extLst>
            </p:cNvPr>
            <p:cNvSpPr/>
            <p:nvPr userDrawn="1"/>
          </p:nvSpPr>
          <p:spPr>
            <a:xfrm>
              <a:off x="8189844" y="3527033"/>
              <a:ext cx="747423" cy="3339931"/>
            </a:xfrm>
            <a:custGeom>
              <a:avLst/>
              <a:gdLst>
                <a:gd name="connsiteX0" fmla="*/ 115294 w 747423"/>
                <a:gd name="connsiteY0" fmla="*/ 0 h 3319669"/>
                <a:gd name="connsiteX1" fmla="*/ 0 w 747423"/>
                <a:gd name="connsiteY1" fmla="*/ 3319669 h 3319669"/>
                <a:gd name="connsiteX2" fmla="*/ 747423 w 747423"/>
                <a:gd name="connsiteY2" fmla="*/ 3319669 h 3319669"/>
                <a:gd name="connsiteX3" fmla="*/ 115294 w 747423"/>
                <a:gd name="connsiteY3" fmla="*/ 0 h 3319669"/>
              </a:gdLst>
              <a:ahLst/>
              <a:cxnLst>
                <a:cxn ang="0">
                  <a:pos x="connsiteX0" y="connsiteY0"/>
                </a:cxn>
                <a:cxn ang="0">
                  <a:pos x="connsiteX1" y="connsiteY1"/>
                </a:cxn>
                <a:cxn ang="0">
                  <a:pos x="connsiteX2" y="connsiteY2"/>
                </a:cxn>
                <a:cxn ang="0">
                  <a:pos x="connsiteX3" y="connsiteY3"/>
                </a:cxn>
              </a:cxnLst>
              <a:rect l="l" t="t" r="r" b="b"/>
              <a:pathLst>
                <a:path w="747423" h="3319669">
                  <a:moveTo>
                    <a:pt x="115294" y="0"/>
                  </a:moveTo>
                  <a:lnTo>
                    <a:pt x="0" y="3319669"/>
                  </a:lnTo>
                  <a:lnTo>
                    <a:pt x="747423" y="3319669"/>
                  </a:lnTo>
                  <a:lnTo>
                    <a:pt x="115294"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69" name="Isosceles Triangle 724">
              <a:extLst>
                <a:ext uri="{FF2B5EF4-FFF2-40B4-BE49-F238E27FC236}">
                  <a16:creationId xmlns:a16="http://schemas.microsoft.com/office/drawing/2014/main" id="{DDEFEC77-5F98-B3E5-5D6B-7BF6CF41C4EC}"/>
                </a:ext>
              </a:extLst>
            </p:cNvPr>
            <p:cNvSpPr/>
            <p:nvPr userDrawn="1"/>
          </p:nvSpPr>
          <p:spPr>
            <a:xfrm>
              <a:off x="8308035" y="3532015"/>
              <a:ext cx="1605682" cy="3342899"/>
            </a:xfrm>
            <a:custGeom>
              <a:avLst/>
              <a:gdLst>
                <a:gd name="connsiteX0" fmla="*/ 0 w 126740"/>
                <a:gd name="connsiteY0" fmla="*/ 3361690 h 3361690"/>
                <a:gd name="connsiteX1" fmla="*/ 63370 w 126740"/>
                <a:gd name="connsiteY1" fmla="*/ 0 h 3361690"/>
                <a:gd name="connsiteX2" fmla="*/ 126740 w 126740"/>
                <a:gd name="connsiteY2" fmla="*/ 3361690 h 3361690"/>
                <a:gd name="connsiteX3" fmla="*/ 0 w 126740"/>
                <a:gd name="connsiteY3" fmla="*/ 3361690 h 3361690"/>
                <a:gd name="connsiteX0" fmla="*/ 0 w 126740"/>
                <a:gd name="connsiteY0" fmla="*/ 3325831 h 3325831"/>
                <a:gd name="connsiteX1" fmla="*/ 27511 w 126740"/>
                <a:gd name="connsiteY1" fmla="*/ 0 h 3325831"/>
                <a:gd name="connsiteX2" fmla="*/ 126740 w 126740"/>
                <a:gd name="connsiteY2" fmla="*/ 3325831 h 3325831"/>
                <a:gd name="connsiteX3" fmla="*/ 0 w 126740"/>
                <a:gd name="connsiteY3" fmla="*/ 3325831 h 3325831"/>
                <a:gd name="connsiteX0" fmla="*/ 0 w 126740"/>
                <a:gd name="connsiteY0" fmla="*/ 3330594 h 3330594"/>
                <a:gd name="connsiteX1" fmla="*/ 1318 w 126740"/>
                <a:gd name="connsiteY1" fmla="*/ 0 h 3330594"/>
                <a:gd name="connsiteX2" fmla="*/ 126740 w 126740"/>
                <a:gd name="connsiteY2" fmla="*/ 3330594 h 3330594"/>
                <a:gd name="connsiteX3" fmla="*/ 0 w 126740"/>
                <a:gd name="connsiteY3" fmla="*/ 3330594 h 3330594"/>
                <a:gd name="connsiteX0" fmla="*/ 0 w 1605682"/>
                <a:gd name="connsiteY0" fmla="*/ 3330594 h 3338536"/>
                <a:gd name="connsiteX1" fmla="*/ 1318 w 1605682"/>
                <a:gd name="connsiteY1" fmla="*/ 0 h 3338536"/>
                <a:gd name="connsiteX2" fmla="*/ 1605682 w 1605682"/>
                <a:gd name="connsiteY2" fmla="*/ 3338536 h 3338536"/>
                <a:gd name="connsiteX3" fmla="*/ 0 w 1605682"/>
                <a:gd name="connsiteY3" fmla="*/ 3330594 h 3338536"/>
              </a:gdLst>
              <a:ahLst/>
              <a:cxnLst>
                <a:cxn ang="0">
                  <a:pos x="connsiteX0" y="connsiteY0"/>
                </a:cxn>
                <a:cxn ang="0">
                  <a:pos x="connsiteX1" y="connsiteY1"/>
                </a:cxn>
                <a:cxn ang="0">
                  <a:pos x="connsiteX2" y="connsiteY2"/>
                </a:cxn>
                <a:cxn ang="0">
                  <a:pos x="connsiteX3" y="connsiteY3"/>
                </a:cxn>
              </a:cxnLst>
              <a:rect l="l" t="t" r="r" b="b"/>
              <a:pathLst>
                <a:path w="1605682" h="3338536">
                  <a:moveTo>
                    <a:pt x="0" y="3330594"/>
                  </a:moveTo>
                  <a:cubicBezTo>
                    <a:pt x="439" y="2220396"/>
                    <a:pt x="879" y="1110198"/>
                    <a:pt x="1318" y="0"/>
                  </a:cubicBezTo>
                  <a:lnTo>
                    <a:pt x="1605682" y="3338536"/>
                  </a:lnTo>
                  <a:lnTo>
                    <a:pt x="0" y="3330594"/>
                  </a:lnTo>
                  <a:close/>
                </a:path>
              </a:pathLst>
            </a:custGeom>
            <a:solidFill>
              <a:srgbClr val="F8AC15"/>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0" name="Isosceles Triangle 721">
              <a:extLst>
                <a:ext uri="{FF2B5EF4-FFF2-40B4-BE49-F238E27FC236}">
                  <a16:creationId xmlns:a16="http://schemas.microsoft.com/office/drawing/2014/main" id="{AB42F7B9-B9D2-71EE-A899-1EAD8193BC7A}"/>
                </a:ext>
              </a:extLst>
            </p:cNvPr>
            <p:cNvSpPr/>
            <p:nvPr userDrawn="1"/>
          </p:nvSpPr>
          <p:spPr>
            <a:xfrm rot="10800000">
              <a:off x="8326958" y="2"/>
              <a:ext cx="1112912" cy="3452931"/>
            </a:xfrm>
            <a:custGeom>
              <a:avLst/>
              <a:gdLst>
                <a:gd name="connsiteX0" fmla="*/ 0 w 659990"/>
                <a:gd name="connsiteY0" fmla="*/ 2946400 h 2946400"/>
                <a:gd name="connsiteX1" fmla="*/ 329995 w 659990"/>
                <a:gd name="connsiteY1" fmla="*/ 0 h 2946400"/>
                <a:gd name="connsiteX2" fmla="*/ 659990 w 659990"/>
                <a:gd name="connsiteY2" fmla="*/ 2946400 h 2946400"/>
                <a:gd name="connsiteX3" fmla="*/ 0 w 659990"/>
                <a:gd name="connsiteY3" fmla="*/ 2946400 h 2946400"/>
                <a:gd name="connsiteX0" fmla="*/ 0 w 682606"/>
                <a:gd name="connsiteY0" fmla="*/ 3442447 h 3442447"/>
                <a:gd name="connsiteX1" fmla="*/ 682606 w 682606"/>
                <a:gd name="connsiteY1" fmla="*/ 0 h 3442447"/>
                <a:gd name="connsiteX2" fmla="*/ 659990 w 682606"/>
                <a:gd name="connsiteY2" fmla="*/ 3442447 h 3442447"/>
                <a:gd name="connsiteX3" fmla="*/ 0 w 682606"/>
                <a:gd name="connsiteY3" fmla="*/ 3442447 h 3442447"/>
                <a:gd name="connsiteX0" fmla="*/ 0 w 682606"/>
                <a:gd name="connsiteY0" fmla="*/ 3442447 h 3442447"/>
                <a:gd name="connsiteX1" fmla="*/ 682606 w 682606"/>
                <a:gd name="connsiteY1" fmla="*/ 0 h 3442447"/>
                <a:gd name="connsiteX2" fmla="*/ 361166 w 682606"/>
                <a:gd name="connsiteY2" fmla="*/ 3442447 h 3442447"/>
                <a:gd name="connsiteX3" fmla="*/ 0 w 682606"/>
                <a:gd name="connsiteY3" fmla="*/ 3442447 h 3442447"/>
                <a:gd name="connsiteX0" fmla="*/ 0 w 1112912"/>
                <a:gd name="connsiteY0" fmla="*/ 3448424 h 3448424"/>
                <a:gd name="connsiteX1" fmla="*/ 1112912 w 1112912"/>
                <a:gd name="connsiteY1" fmla="*/ 0 h 3448424"/>
                <a:gd name="connsiteX2" fmla="*/ 361166 w 1112912"/>
                <a:gd name="connsiteY2" fmla="*/ 3448424 h 3448424"/>
                <a:gd name="connsiteX3" fmla="*/ 0 w 1112912"/>
                <a:gd name="connsiteY3" fmla="*/ 3448424 h 3448424"/>
              </a:gdLst>
              <a:ahLst/>
              <a:cxnLst>
                <a:cxn ang="0">
                  <a:pos x="connsiteX0" y="connsiteY0"/>
                </a:cxn>
                <a:cxn ang="0">
                  <a:pos x="connsiteX1" y="connsiteY1"/>
                </a:cxn>
                <a:cxn ang="0">
                  <a:pos x="connsiteX2" y="connsiteY2"/>
                </a:cxn>
                <a:cxn ang="0">
                  <a:pos x="connsiteX3" y="connsiteY3"/>
                </a:cxn>
              </a:cxnLst>
              <a:rect l="l" t="t" r="r" b="b"/>
              <a:pathLst>
                <a:path w="1112912" h="3448424">
                  <a:moveTo>
                    <a:pt x="0" y="3448424"/>
                  </a:moveTo>
                  <a:lnTo>
                    <a:pt x="1112912" y="0"/>
                  </a:lnTo>
                  <a:lnTo>
                    <a:pt x="361166" y="3448424"/>
                  </a:lnTo>
                  <a:lnTo>
                    <a:pt x="0" y="3448424"/>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2" name="Freeform: Shape 271">
              <a:extLst>
                <a:ext uri="{FF2B5EF4-FFF2-40B4-BE49-F238E27FC236}">
                  <a16:creationId xmlns:a16="http://schemas.microsoft.com/office/drawing/2014/main" id="{98632352-17A1-965C-47DB-DFEFB8792903}"/>
                </a:ext>
              </a:extLst>
            </p:cNvPr>
            <p:cNvSpPr/>
            <p:nvPr/>
          </p:nvSpPr>
          <p:spPr>
            <a:xfrm>
              <a:off x="8300084" y="3500879"/>
              <a:ext cx="1438592" cy="3366084"/>
            </a:xfrm>
            <a:custGeom>
              <a:avLst/>
              <a:gdLst>
                <a:gd name="connsiteX0" fmla="*/ 1438593 w 1438592"/>
                <a:gd name="connsiteY0" fmla="*/ 3361690 h 3361690"/>
                <a:gd name="connsiteX1" fmla="*/ 0 w 1438592"/>
                <a:gd name="connsiteY1" fmla="*/ 0 h 3361690"/>
                <a:gd name="connsiteX2" fmla="*/ 530543 w 1438592"/>
                <a:gd name="connsiteY2" fmla="*/ 3361690 h 3361690"/>
                <a:gd name="connsiteX3" fmla="*/ 1438593 w 143859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1438592" h="3361690">
                  <a:moveTo>
                    <a:pt x="1438593" y="3361690"/>
                  </a:moveTo>
                  <a:lnTo>
                    <a:pt x="0" y="0"/>
                  </a:lnTo>
                  <a:lnTo>
                    <a:pt x="530543" y="3361690"/>
                  </a:lnTo>
                  <a:lnTo>
                    <a:pt x="1438593" y="3361690"/>
                  </a:lnTo>
                  <a:close/>
                </a:path>
              </a:pathLst>
            </a:custGeom>
            <a:solidFill>
              <a:srgbClr val="FF9A00"/>
            </a:solidFill>
            <a:ln w="317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1C694484-28CD-2629-4E45-BF327D85CF90}"/>
                </a:ext>
              </a:extLst>
            </p:cNvPr>
            <p:cNvSpPr/>
            <p:nvPr/>
          </p:nvSpPr>
          <p:spPr>
            <a:xfrm>
              <a:off x="8300084" y="3500879"/>
              <a:ext cx="2147570" cy="3366084"/>
            </a:xfrm>
            <a:custGeom>
              <a:avLst/>
              <a:gdLst>
                <a:gd name="connsiteX0" fmla="*/ 2147571 w 2147570"/>
                <a:gd name="connsiteY0" fmla="*/ 3361690 h 3361690"/>
                <a:gd name="connsiteX1" fmla="*/ 0 w 2147570"/>
                <a:gd name="connsiteY1" fmla="*/ 0 h 3361690"/>
                <a:gd name="connsiteX2" fmla="*/ 1438593 w 2147570"/>
                <a:gd name="connsiteY2" fmla="*/ 3361690 h 3361690"/>
                <a:gd name="connsiteX3" fmla="*/ 2147571 w 2147570"/>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147570" h="3361690">
                  <a:moveTo>
                    <a:pt x="2147571" y="3361690"/>
                  </a:moveTo>
                  <a:lnTo>
                    <a:pt x="0" y="0"/>
                  </a:lnTo>
                  <a:lnTo>
                    <a:pt x="1438593" y="3361690"/>
                  </a:lnTo>
                  <a:lnTo>
                    <a:pt x="2147571" y="3361690"/>
                  </a:lnTo>
                  <a:close/>
                </a:path>
              </a:pathLst>
            </a:custGeom>
            <a:solidFill>
              <a:srgbClr val="FFDD1F"/>
            </a:solidFill>
            <a:ln w="317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412276BA-9B06-79DF-F433-D8B134B00B13}"/>
                </a:ext>
              </a:extLst>
            </p:cNvPr>
            <p:cNvSpPr/>
            <p:nvPr/>
          </p:nvSpPr>
          <p:spPr>
            <a:xfrm>
              <a:off x="8300084" y="3500879"/>
              <a:ext cx="530542" cy="3366084"/>
            </a:xfrm>
            <a:custGeom>
              <a:avLst/>
              <a:gdLst>
                <a:gd name="connsiteX0" fmla="*/ 530543 w 530542"/>
                <a:gd name="connsiteY0" fmla="*/ 3361690 h 3361690"/>
                <a:gd name="connsiteX1" fmla="*/ 0 w 530542"/>
                <a:gd name="connsiteY1" fmla="*/ 0 h 3361690"/>
                <a:gd name="connsiteX2" fmla="*/ 240983 w 530542"/>
                <a:gd name="connsiteY2" fmla="*/ 3361690 h 3361690"/>
                <a:gd name="connsiteX3" fmla="*/ 530543 w 53054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530542" h="3361690">
                  <a:moveTo>
                    <a:pt x="530543" y="3361690"/>
                  </a:moveTo>
                  <a:lnTo>
                    <a:pt x="0" y="0"/>
                  </a:lnTo>
                  <a:lnTo>
                    <a:pt x="240983" y="3361690"/>
                  </a:lnTo>
                  <a:lnTo>
                    <a:pt x="530543" y="3361690"/>
                  </a:lnTo>
                  <a:close/>
                </a:path>
              </a:pathLst>
            </a:custGeom>
            <a:solidFill>
              <a:srgbClr val="FFB000"/>
            </a:solidFill>
            <a:ln w="317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1B49E259-7A20-ACB0-C55F-25C0A15EA087}"/>
                </a:ext>
              </a:extLst>
            </p:cNvPr>
            <p:cNvSpPr/>
            <p:nvPr/>
          </p:nvSpPr>
          <p:spPr>
            <a:xfrm>
              <a:off x="8300084" y="3500879"/>
              <a:ext cx="240982" cy="3366084"/>
            </a:xfrm>
            <a:custGeom>
              <a:avLst/>
              <a:gdLst>
                <a:gd name="connsiteX0" fmla="*/ 240983 w 240982"/>
                <a:gd name="connsiteY0" fmla="*/ 3361690 h 3361690"/>
                <a:gd name="connsiteX1" fmla="*/ 0 w 240982"/>
                <a:gd name="connsiteY1" fmla="*/ 0 h 3361690"/>
                <a:gd name="connsiteX2" fmla="*/ 58420 w 240982"/>
                <a:gd name="connsiteY2" fmla="*/ 3361690 h 3361690"/>
                <a:gd name="connsiteX3" fmla="*/ 240983 w 24098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40982" h="3361690">
                  <a:moveTo>
                    <a:pt x="240983" y="3361690"/>
                  </a:moveTo>
                  <a:lnTo>
                    <a:pt x="0" y="0"/>
                  </a:lnTo>
                  <a:lnTo>
                    <a:pt x="58420" y="3361690"/>
                  </a:lnTo>
                  <a:lnTo>
                    <a:pt x="240983" y="3361690"/>
                  </a:lnTo>
                  <a:close/>
                </a:path>
              </a:pathLst>
            </a:custGeom>
            <a:solidFill>
              <a:srgbClr val="FF9100"/>
            </a:solidFill>
            <a:ln w="317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7FFDA5B5-C063-3B10-B718-5A2BEABA43CD}"/>
                </a:ext>
              </a:extLst>
            </p:cNvPr>
            <p:cNvSpPr/>
            <p:nvPr/>
          </p:nvSpPr>
          <p:spPr>
            <a:xfrm>
              <a:off x="7504747" y="3500879"/>
              <a:ext cx="853757" cy="3366084"/>
            </a:xfrm>
            <a:custGeom>
              <a:avLst/>
              <a:gdLst>
                <a:gd name="connsiteX0" fmla="*/ 853758 w 853757"/>
                <a:gd name="connsiteY0" fmla="*/ 3361690 h 3361690"/>
                <a:gd name="connsiteX1" fmla="*/ 795338 w 853757"/>
                <a:gd name="connsiteY1" fmla="*/ 0 h 3361690"/>
                <a:gd name="connsiteX2" fmla="*/ 0 w 853757"/>
                <a:gd name="connsiteY2" fmla="*/ 3361690 h 3361690"/>
                <a:gd name="connsiteX3" fmla="*/ 853758 w 853757"/>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853757" h="3361690">
                  <a:moveTo>
                    <a:pt x="853758" y="3361690"/>
                  </a:moveTo>
                  <a:lnTo>
                    <a:pt x="795338" y="0"/>
                  </a:lnTo>
                  <a:lnTo>
                    <a:pt x="0" y="3361690"/>
                  </a:lnTo>
                  <a:lnTo>
                    <a:pt x="853758" y="3361690"/>
                  </a:lnTo>
                  <a:close/>
                </a:path>
              </a:pathLst>
            </a:custGeom>
            <a:gradFill>
              <a:gsLst>
                <a:gs pos="0">
                  <a:srgbClr val="FF7400">
                    <a:alpha val="89804"/>
                  </a:srgbClr>
                </a:gs>
                <a:gs pos="20000">
                  <a:srgbClr val="FD7F04">
                    <a:alpha val="89804"/>
                  </a:srgbClr>
                </a:gs>
                <a:gs pos="70000">
                  <a:srgbClr val="F99E0F"/>
                </a:gs>
                <a:gs pos="100000">
                  <a:srgbClr val="F7B518"/>
                </a:gs>
              </a:gsLst>
              <a:lin ang="0" scaled="1"/>
            </a:gradFill>
            <a:ln w="317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A63AB3FB-0226-C2AA-717C-DA86E44E0788}"/>
                </a:ext>
              </a:extLst>
            </p:cNvPr>
            <p:cNvSpPr/>
            <p:nvPr/>
          </p:nvSpPr>
          <p:spPr>
            <a:xfrm>
              <a:off x="8300084" y="3500879"/>
              <a:ext cx="3891915" cy="3366084"/>
            </a:xfrm>
            <a:custGeom>
              <a:avLst/>
              <a:gdLst>
                <a:gd name="connsiteX0" fmla="*/ 3891915 w 3891915"/>
                <a:gd name="connsiteY0" fmla="*/ 3361690 h 3361690"/>
                <a:gd name="connsiteX1" fmla="*/ 3306763 w 3891915"/>
                <a:gd name="connsiteY1" fmla="*/ 3361690 h 3361690"/>
                <a:gd name="connsiteX2" fmla="*/ 0 w 3891915"/>
                <a:gd name="connsiteY2" fmla="*/ 0 h 3361690"/>
                <a:gd name="connsiteX3" fmla="*/ 3891915 w 3891915"/>
                <a:gd name="connsiteY3" fmla="*/ 2713990 h 3361690"/>
                <a:gd name="connsiteX4" fmla="*/ 3891915 w 3891915"/>
                <a:gd name="connsiteY4" fmla="*/ 3361690 h 336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361690">
                  <a:moveTo>
                    <a:pt x="3891915" y="3361690"/>
                  </a:moveTo>
                  <a:lnTo>
                    <a:pt x="3306763" y="3361690"/>
                  </a:lnTo>
                  <a:lnTo>
                    <a:pt x="0" y="0"/>
                  </a:lnTo>
                  <a:lnTo>
                    <a:pt x="3891915" y="2713990"/>
                  </a:lnTo>
                  <a:lnTo>
                    <a:pt x="3891915" y="3361690"/>
                  </a:lnTo>
                  <a:close/>
                </a:path>
              </a:pathLst>
            </a:custGeom>
            <a:solidFill>
              <a:srgbClr val="FF9A00"/>
            </a:solidFill>
            <a:ln w="317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0F7E6732-7C27-19CF-3BB5-30400A81ACC9}"/>
                </a:ext>
              </a:extLst>
            </p:cNvPr>
            <p:cNvSpPr/>
            <p:nvPr/>
          </p:nvSpPr>
          <p:spPr>
            <a:xfrm>
              <a:off x="8300084" y="3500879"/>
              <a:ext cx="3306762" cy="3366084"/>
            </a:xfrm>
            <a:custGeom>
              <a:avLst/>
              <a:gdLst>
                <a:gd name="connsiteX0" fmla="*/ 3306763 w 3306762"/>
                <a:gd name="connsiteY0" fmla="*/ 3361690 h 3361690"/>
                <a:gd name="connsiteX1" fmla="*/ 3012440 w 3306762"/>
                <a:gd name="connsiteY1" fmla="*/ 3361690 h 3361690"/>
                <a:gd name="connsiteX2" fmla="*/ 0 w 3306762"/>
                <a:gd name="connsiteY2" fmla="*/ 0 h 3361690"/>
                <a:gd name="connsiteX3" fmla="*/ 3306763 w 330676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3306762" h="3361690">
                  <a:moveTo>
                    <a:pt x="3306763" y="3361690"/>
                  </a:moveTo>
                  <a:lnTo>
                    <a:pt x="3012440" y="3361690"/>
                  </a:lnTo>
                  <a:lnTo>
                    <a:pt x="0" y="0"/>
                  </a:lnTo>
                  <a:lnTo>
                    <a:pt x="3306763" y="3361690"/>
                  </a:lnTo>
                  <a:close/>
                </a:path>
              </a:pathLst>
            </a:custGeom>
            <a:solidFill>
              <a:srgbClr val="FF8000"/>
            </a:solidFill>
            <a:ln w="317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6A916C59-D903-AE94-DB23-A8615F2A9A51}"/>
                </a:ext>
              </a:extLst>
            </p:cNvPr>
            <p:cNvSpPr/>
            <p:nvPr/>
          </p:nvSpPr>
          <p:spPr>
            <a:xfrm>
              <a:off x="7310119" y="1"/>
              <a:ext cx="989965" cy="3500878"/>
            </a:xfrm>
            <a:custGeom>
              <a:avLst/>
              <a:gdLst>
                <a:gd name="connsiteX0" fmla="*/ 0 w 989965"/>
                <a:gd name="connsiteY0" fmla="*/ 0 h 3496309"/>
                <a:gd name="connsiteX1" fmla="*/ 989965 w 989965"/>
                <a:gd name="connsiteY1" fmla="*/ 3496310 h 3496309"/>
                <a:gd name="connsiteX2" fmla="*/ 464186 w 989965"/>
                <a:gd name="connsiteY2" fmla="*/ 0 h 3496309"/>
                <a:gd name="connsiteX3" fmla="*/ 0 w 989965"/>
                <a:gd name="connsiteY3" fmla="*/ 0 h 3496309"/>
              </a:gdLst>
              <a:ahLst/>
              <a:cxnLst>
                <a:cxn ang="0">
                  <a:pos x="connsiteX0" y="connsiteY0"/>
                </a:cxn>
                <a:cxn ang="0">
                  <a:pos x="connsiteX1" y="connsiteY1"/>
                </a:cxn>
                <a:cxn ang="0">
                  <a:pos x="connsiteX2" y="connsiteY2"/>
                </a:cxn>
                <a:cxn ang="0">
                  <a:pos x="connsiteX3" y="connsiteY3"/>
                </a:cxn>
              </a:cxnLst>
              <a:rect l="l" t="t" r="r" b="b"/>
              <a:pathLst>
                <a:path w="989965" h="3496309">
                  <a:moveTo>
                    <a:pt x="0" y="0"/>
                  </a:moveTo>
                  <a:lnTo>
                    <a:pt x="989965" y="3496310"/>
                  </a:lnTo>
                  <a:lnTo>
                    <a:pt x="464186" y="0"/>
                  </a:lnTo>
                  <a:lnTo>
                    <a:pt x="0" y="0"/>
                  </a:lnTo>
                  <a:close/>
                </a:path>
              </a:pathLst>
            </a:custGeom>
            <a:solidFill>
              <a:srgbClr val="69CA00"/>
            </a:solidFill>
            <a:ln w="3175" cap="flat">
              <a:noFill/>
              <a:prstDash val="solid"/>
              <a:miter/>
            </a:ln>
          </p:spPr>
          <p:txBody>
            <a:bodyPr rtlCol="0" anchor="ctr"/>
            <a:lstStyle/>
            <a:p>
              <a:endParaRPr lang="en-US"/>
            </a:p>
          </p:txBody>
        </p:sp>
        <p:grpSp>
          <p:nvGrpSpPr>
            <p:cNvPr id="280" name="Graphic 613">
              <a:extLst>
                <a:ext uri="{FF2B5EF4-FFF2-40B4-BE49-F238E27FC236}">
                  <a16:creationId xmlns:a16="http://schemas.microsoft.com/office/drawing/2014/main" id="{54A50C0D-B0DA-BA20-749D-D32E70BCE906}"/>
                </a:ext>
              </a:extLst>
            </p:cNvPr>
            <p:cNvGrpSpPr/>
            <p:nvPr/>
          </p:nvGrpSpPr>
          <p:grpSpPr>
            <a:xfrm>
              <a:off x="6473825" y="1"/>
              <a:ext cx="1826259" cy="3500878"/>
              <a:chOff x="6473825" y="0"/>
              <a:chExt cx="1826259" cy="3496309"/>
            </a:xfrm>
          </p:grpSpPr>
          <p:sp>
            <p:nvSpPr>
              <p:cNvPr id="308" name="Freeform: Shape 307">
                <a:extLst>
                  <a:ext uri="{FF2B5EF4-FFF2-40B4-BE49-F238E27FC236}">
                    <a16:creationId xmlns:a16="http://schemas.microsoft.com/office/drawing/2014/main" id="{E834AA28-32C3-FF09-4E60-A9CB11B88378}"/>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69CA00"/>
              </a:solidFill>
              <a:ln w="317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C04A7BC7-1032-F429-D6E0-4BC6DC25DE90}"/>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21B221">
                  <a:alpha val="60000"/>
                </a:srgbClr>
              </a:solidFill>
              <a:ln w="3175" cap="flat">
                <a:noFill/>
                <a:prstDash val="solid"/>
                <a:miter/>
              </a:ln>
            </p:spPr>
            <p:txBody>
              <a:bodyPr rtlCol="0" anchor="ctr"/>
              <a:lstStyle/>
              <a:p>
                <a:endParaRPr lang="en-US"/>
              </a:p>
            </p:txBody>
          </p:sp>
        </p:grpSp>
        <p:grpSp>
          <p:nvGrpSpPr>
            <p:cNvPr id="281" name="Graphic 613">
              <a:extLst>
                <a:ext uri="{FF2B5EF4-FFF2-40B4-BE49-F238E27FC236}">
                  <a16:creationId xmlns:a16="http://schemas.microsoft.com/office/drawing/2014/main" id="{976E33D6-AE9E-8B62-BFD0-EF21CD820076}"/>
                </a:ext>
              </a:extLst>
            </p:cNvPr>
            <p:cNvGrpSpPr/>
            <p:nvPr/>
          </p:nvGrpSpPr>
          <p:grpSpPr>
            <a:xfrm>
              <a:off x="6654165" y="1"/>
              <a:ext cx="1645919" cy="3500878"/>
              <a:chOff x="6654165" y="0"/>
              <a:chExt cx="1645919" cy="3496309"/>
            </a:xfrm>
          </p:grpSpPr>
          <p:sp>
            <p:nvSpPr>
              <p:cNvPr id="306" name="Freeform: Shape 305">
                <a:extLst>
                  <a:ext uri="{FF2B5EF4-FFF2-40B4-BE49-F238E27FC236}">
                    <a16:creationId xmlns:a16="http://schemas.microsoft.com/office/drawing/2014/main" id="{AA23B759-0189-0AA8-1FF7-ABC09CF3247C}"/>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solidFill>
                <a:srgbClr val="80D226"/>
              </a:solidFill>
              <a:ln w="317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F353DE0-703C-C5EC-19C0-EC2A05B9C523}"/>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gradFill>
                <a:gsLst>
                  <a:gs pos="10000">
                    <a:srgbClr val="C6EB00"/>
                  </a:gs>
                  <a:gs pos="41000">
                    <a:srgbClr val="C6EB00"/>
                  </a:gs>
                  <a:gs pos="67000">
                    <a:srgbClr val="00A700">
                      <a:alpha val="49804"/>
                    </a:srgbClr>
                  </a:gs>
                  <a:gs pos="83000">
                    <a:schemeClr val="accent6"/>
                  </a:gs>
                </a:gsLst>
                <a:lin ang="20460000" scaled="0"/>
              </a:gradFill>
              <a:ln w="3175" cap="flat">
                <a:noFill/>
                <a:prstDash val="solid"/>
                <a:miter/>
              </a:ln>
            </p:spPr>
            <p:txBody>
              <a:bodyPr rtlCol="0" anchor="ctr"/>
              <a:lstStyle/>
              <a:p>
                <a:endParaRPr lang="en-US"/>
              </a:p>
            </p:txBody>
          </p:sp>
        </p:grpSp>
        <p:grpSp>
          <p:nvGrpSpPr>
            <p:cNvPr id="282" name="Graphic 613">
              <a:extLst>
                <a:ext uri="{FF2B5EF4-FFF2-40B4-BE49-F238E27FC236}">
                  <a16:creationId xmlns:a16="http://schemas.microsoft.com/office/drawing/2014/main" id="{052BE8C9-1F83-D564-B272-060E0867ADD6}"/>
                </a:ext>
              </a:extLst>
            </p:cNvPr>
            <p:cNvGrpSpPr/>
            <p:nvPr/>
          </p:nvGrpSpPr>
          <p:grpSpPr>
            <a:xfrm>
              <a:off x="7774305" y="1"/>
              <a:ext cx="960437" cy="3500878"/>
              <a:chOff x="7774305" y="0"/>
              <a:chExt cx="960437" cy="3496309"/>
            </a:xfrm>
          </p:grpSpPr>
          <p:sp>
            <p:nvSpPr>
              <p:cNvPr id="304" name="Freeform: Shape 303">
                <a:extLst>
                  <a:ext uri="{FF2B5EF4-FFF2-40B4-BE49-F238E27FC236}">
                    <a16:creationId xmlns:a16="http://schemas.microsoft.com/office/drawing/2014/main" id="{76F8F309-2449-B9C0-3857-C780FD333BF1}"/>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solidFill>
                <a:srgbClr val="69CA00"/>
              </a:solidFill>
              <a:ln w="317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E5183DE6-6011-3654-0E24-9C9158CD8410}"/>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gradFill>
                <a:gsLst>
                  <a:gs pos="22000">
                    <a:srgbClr val="C6EB00">
                      <a:alpha val="89804"/>
                    </a:srgbClr>
                  </a:gs>
                  <a:gs pos="35000">
                    <a:srgbClr val="C6EB00">
                      <a:alpha val="69804"/>
                    </a:srgbClr>
                  </a:gs>
                  <a:gs pos="60000">
                    <a:srgbClr val="C6EB00">
                      <a:alpha val="29804"/>
                    </a:srgbClr>
                  </a:gs>
                  <a:gs pos="90000">
                    <a:srgbClr val="C6EB00">
                      <a:alpha val="0"/>
                    </a:srgbClr>
                  </a:gs>
                </a:gsLst>
                <a:lin ang="0" scaled="0"/>
              </a:gradFill>
              <a:ln w="3175" cap="flat">
                <a:noFill/>
                <a:prstDash val="solid"/>
                <a:miter/>
              </a:ln>
            </p:spPr>
            <p:txBody>
              <a:bodyPr rtlCol="0" anchor="ctr"/>
              <a:lstStyle/>
              <a:p>
                <a:endParaRPr lang="en-US"/>
              </a:p>
            </p:txBody>
          </p:sp>
        </p:grpSp>
        <p:sp>
          <p:nvSpPr>
            <p:cNvPr id="283" name="Freeform: Shape 282">
              <a:extLst>
                <a:ext uri="{FF2B5EF4-FFF2-40B4-BE49-F238E27FC236}">
                  <a16:creationId xmlns:a16="http://schemas.microsoft.com/office/drawing/2014/main" id="{4E7FC01E-1A43-635F-EF41-2056C06E9527}"/>
                </a:ext>
              </a:extLst>
            </p:cNvPr>
            <p:cNvSpPr/>
            <p:nvPr/>
          </p:nvSpPr>
          <p:spPr>
            <a:xfrm>
              <a:off x="8300084" y="1"/>
              <a:ext cx="2220595" cy="3500878"/>
            </a:xfrm>
            <a:custGeom>
              <a:avLst/>
              <a:gdLst>
                <a:gd name="connsiteX0" fmla="*/ 2220596 w 2220595"/>
                <a:gd name="connsiteY0" fmla="*/ 0 h 3496309"/>
                <a:gd name="connsiteX1" fmla="*/ 0 w 2220595"/>
                <a:gd name="connsiteY1" fmla="*/ 3496310 h 3496309"/>
                <a:gd name="connsiteX2" fmla="*/ 1883093 w 2220595"/>
                <a:gd name="connsiteY2" fmla="*/ 0 h 3496309"/>
                <a:gd name="connsiteX3" fmla="*/ 2220596 w 2220595"/>
                <a:gd name="connsiteY3" fmla="*/ 0 h 3496309"/>
              </a:gdLst>
              <a:ahLst/>
              <a:cxnLst>
                <a:cxn ang="0">
                  <a:pos x="connsiteX0" y="connsiteY0"/>
                </a:cxn>
                <a:cxn ang="0">
                  <a:pos x="connsiteX1" y="connsiteY1"/>
                </a:cxn>
                <a:cxn ang="0">
                  <a:pos x="connsiteX2" y="connsiteY2"/>
                </a:cxn>
                <a:cxn ang="0">
                  <a:pos x="connsiteX3" y="connsiteY3"/>
                </a:cxn>
              </a:cxnLst>
              <a:rect l="l" t="t" r="r" b="b"/>
              <a:pathLst>
                <a:path w="2220595" h="3496309">
                  <a:moveTo>
                    <a:pt x="2220596" y="0"/>
                  </a:moveTo>
                  <a:lnTo>
                    <a:pt x="0" y="3496310"/>
                  </a:lnTo>
                  <a:lnTo>
                    <a:pt x="1883093" y="0"/>
                  </a:lnTo>
                  <a:lnTo>
                    <a:pt x="2220596" y="0"/>
                  </a:lnTo>
                  <a:close/>
                </a:path>
              </a:pathLst>
            </a:custGeom>
            <a:solidFill>
              <a:srgbClr val="3ECAFB"/>
            </a:solidFill>
            <a:ln w="317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E4C3C298-0E34-86E1-956E-72BA70D829A9}"/>
                </a:ext>
              </a:extLst>
            </p:cNvPr>
            <p:cNvSpPr/>
            <p:nvPr/>
          </p:nvSpPr>
          <p:spPr>
            <a:xfrm>
              <a:off x="8300084" y="1"/>
              <a:ext cx="1398587" cy="3500878"/>
            </a:xfrm>
            <a:custGeom>
              <a:avLst/>
              <a:gdLst>
                <a:gd name="connsiteX0" fmla="*/ 1046163 w 1398587"/>
                <a:gd name="connsiteY0" fmla="*/ 0 h 3496309"/>
                <a:gd name="connsiteX1" fmla="*/ 0 w 1398587"/>
                <a:gd name="connsiteY1" fmla="*/ 3496310 h 3496309"/>
                <a:gd name="connsiteX2" fmla="*/ 1398588 w 1398587"/>
                <a:gd name="connsiteY2" fmla="*/ 0 h 3496309"/>
                <a:gd name="connsiteX3" fmla="*/ 1046163 w 1398587"/>
                <a:gd name="connsiteY3" fmla="*/ 0 h 3496309"/>
              </a:gdLst>
              <a:ahLst/>
              <a:cxnLst>
                <a:cxn ang="0">
                  <a:pos x="connsiteX0" y="connsiteY0"/>
                </a:cxn>
                <a:cxn ang="0">
                  <a:pos x="connsiteX1" y="connsiteY1"/>
                </a:cxn>
                <a:cxn ang="0">
                  <a:pos x="connsiteX2" y="connsiteY2"/>
                </a:cxn>
                <a:cxn ang="0">
                  <a:pos x="connsiteX3" y="connsiteY3"/>
                </a:cxn>
              </a:cxnLst>
              <a:rect l="l" t="t" r="r" b="b"/>
              <a:pathLst>
                <a:path w="1398587" h="3496309">
                  <a:moveTo>
                    <a:pt x="1046163" y="0"/>
                  </a:moveTo>
                  <a:lnTo>
                    <a:pt x="0" y="3496310"/>
                  </a:lnTo>
                  <a:lnTo>
                    <a:pt x="1398588" y="0"/>
                  </a:lnTo>
                  <a:lnTo>
                    <a:pt x="1046163" y="0"/>
                  </a:lnTo>
                  <a:close/>
                </a:path>
              </a:pathLst>
            </a:custGeom>
            <a:solidFill>
              <a:srgbClr val="3ECAFB"/>
            </a:solidFill>
            <a:ln w="317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A455CEC7-A637-69D0-67F6-EEBAE57643AB}"/>
                </a:ext>
              </a:extLst>
            </p:cNvPr>
            <p:cNvSpPr/>
            <p:nvPr/>
          </p:nvSpPr>
          <p:spPr>
            <a:xfrm>
              <a:off x="8300084" y="1"/>
              <a:ext cx="1046162" cy="3500878"/>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solidFill>
              <a:srgbClr val="3ECAFB"/>
            </a:solidFill>
            <a:ln w="317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7E9A95D4-237A-D0C0-C88A-9AA7EDB5F103}"/>
                </a:ext>
              </a:extLst>
            </p:cNvPr>
            <p:cNvSpPr/>
            <p:nvPr/>
          </p:nvSpPr>
          <p:spPr>
            <a:xfrm>
              <a:off x="8300084" y="1"/>
              <a:ext cx="1046162" cy="3500878"/>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gradFill>
              <a:gsLst>
                <a:gs pos="36000">
                  <a:srgbClr val="C6EB00"/>
                </a:gs>
                <a:gs pos="43000">
                  <a:srgbClr val="9EE545">
                    <a:alpha val="69804"/>
                  </a:srgbClr>
                </a:gs>
                <a:gs pos="100000">
                  <a:schemeClr val="accent1"/>
                </a:gs>
                <a:gs pos="53000">
                  <a:srgbClr val="4EDAD3">
                    <a:alpha val="0"/>
                  </a:srgbClr>
                </a:gs>
              </a:gsLst>
              <a:lin ang="780000" scaled="0"/>
            </a:gradFill>
            <a:ln w="317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57F9B014-7D0A-0FF5-6269-3D12E91802BC}"/>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0EAFE0"/>
            </a:solidFill>
            <a:ln w="317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6149BAE4-D98E-3F06-6B6B-2D026B412EE4}"/>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1F7AE3">
                <a:alpha val="60000"/>
              </a:srgbClr>
            </a:solidFill>
            <a:ln w="317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86EB1460-444B-07EF-C50B-A97242B0369D}"/>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noFill/>
            <a:ln w="317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4A3C2E29-A17C-353E-380F-FA93B262D948}"/>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0EAFE0"/>
            </a:solidFill>
            <a:ln w="317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12095E46-93F9-9A69-2532-572247913FE5}"/>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3ECAFB"/>
            </a:solidFill>
            <a:ln w="317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C9D5E58A-C716-C789-1AB4-FB6F82CFF8A2}"/>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gradFill>
              <a:gsLst>
                <a:gs pos="0">
                  <a:srgbClr val="3ECAFB">
                    <a:alpha val="0"/>
                  </a:srgbClr>
                </a:gs>
                <a:gs pos="40000">
                  <a:srgbClr val="3CC7FA">
                    <a:alpha val="52000"/>
                  </a:srgbClr>
                </a:gs>
                <a:gs pos="54000">
                  <a:srgbClr val="0068DF"/>
                </a:gs>
              </a:gsLst>
              <a:lin ang="2400000" scaled="0"/>
            </a:gradFill>
            <a:ln w="317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9213E81A-E416-FAEC-70B5-30127049996D}"/>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noFill/>
            <a:ln w="3175" cap="flat">
              <a:noFill/>
              <a:prstDash val="solid"/>
              <a:miter/>
            </a:ln>
          </p:spPr>
          <p:txBody>
            <a:bodyPr rtlCol="0" anchor="ctr"/>
            <a:lstStyle/>
            <a:p>
              <a:endParaRPr lang="en-US"/>
            </a:p>
          </p:txBody>
        </p:sp>
        <p:grpSp>
          <p:nvGrpSpPr>
            <p:cNvPr id="294" name="Graphic 613">
              <a:extLst>
                <a:ext uri="{FF2B5EF4-FFF2-40B4-BE49-F238E27FC236}">
                  <a16:creationId xmlns:a16="http://schemas.microsoft.com/office/drawing/2014/main" id="{83EC16FD-782A-F58B-6083-A2F5180D6468}"/>
                </a:ext>
              </a:extLst>
            </p:cNvPr>
            <p:cNvGrpSpPr/>
            <p:nvPr/>
          </p:nvGrpSpPr>
          <p:grpSpPr>
            <a:xfrm>
              <a:off x="8300084" y="1"/>
              <a:ext cx="3891915" cy="3500878"/>
              <a:chOff x="8300084" y="0"/>
              <a:chExt cx="3891915" cy="3496309"/>
            </a:xfrm>
          </p:grpSpPr>
          <p:sp>
            <p:nvSpPr>
              <p:cNvPr id="302" name="Freeform: Shape 301">
                <a:extLst>
                  <a:ext uri="{FF2B5EF4-FFF2-40B4-BE49-F238E27FC236}">
                    <a16:creationId xmlns:a16="http://schemas.microsoft.com/office/drawing/2014/main" id="{59869991-36F0-44A8-69B9-7D2602EEED2C}"/>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solidFill>
                <a:srgbClr val="0EAFE0"/>
              </a:solidFill>
              <a:ln w="317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2D92D112-5F67-06DD-1547-8E87E1E57873}"/>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gradFill>
                <a:gsLst>
                  <a:gs pos="46000">
                    <a:srgbClr val="0068DF"/>
                  </a:gs>
                  <a:gs pos="100000">
                    <a:srgbClr val="39C7F8"/>
                  </a:gs>
                  <a:gs pos="53000">
                    <a:srgbClr val="3ECAFB">
                      <a:alpha val="89804"/>
                    </a:srgbClr>
                  </a:gs>
                </a:gsLst>
                <a:lin ang="2760000" scaled="0"/>
              </a:gradFill>
              <a:ln w="3175" cap="flat">
                <a:noFill/>
                <a:prstDash val="solid"/>
                <a:miter/>
              </a:ln>
            </p:spPr>
            <p:txBody>
              <a:bodyPr rtlCol="0" anchor="ctr"/>
              <a:lstStyle/>
              <a:p>
                <a:endParaRPr lang="en-US"/>
              </a:p>
            </p:txBody>
          </p:sp>
        </p:grpSp>
        <p:grpSp>
          <p:nvGrpSpPr>
            <p:cNvPr id="295" name="Graphic 613">
              <a:extLst>
                <a:ext uri="{FF2B5EF4-FFF2-40B4-BE49-F238E27FC236}">
                  <a16:creationId xmlns:a16="http://schemas.microsoft.com/office/drawing/2014/main" id="{B1582B1F-7AC2-28FA-8EA9-5CE9105DE7FC}"/>
                </a:ext>
              </a:extLst>
            </p:cNvPr>
            <p:cNvGrpSpPr/>
            <p:nvPr/>
          </p:nvGrpSpPr>
          <p:grpSpPr>
            <a:xfrm>
              <a:off x="8300084" y="684789"/>
              <a:ext cx="3930650" cy="2816090"/>
              <a:chOff x="8300084" y="683894"/>
              <a:chExt cx="3930650" cy="2812414"/>
            </a:xfrm>
          </p:grpSpPr>
          <p:sp>
            <p:nvSpPr>
              <p:cNvPr id="300" name="Freeform: Shape 299">
                <a:extLst>
                  <a:ext uri="{FF2B5EF4-FFF2-40B4-BE49-F238E27FC236}">
                    <a16:creationId xmlns:a16="http://schemas.microsoft.com/office/drawing/2014/main" id="{D7446763-159E-F879-573A-D209FAE4ED3B}"/>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solidFill>
                <a:srgbClr val="0EAFE0"/>
              </a:solidFill>
              <a:ln w="317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637C2AD9-C638-46B8-D081-864F17BE5057}"/>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gradFill>
                <a:gsLst>
                  <a:gs pos="47000">
                    <a:srgbClr val="0068DF">
                      <a:alpha val="89804"/>
                    </a:srgbClr>
                  </a:gs>
                  <a:gs pos="34000">
                    <a:srgbClr val="0068DF">
                      <a:alpha val="89804"/>
                    </a:srgbClr>
                  </a:gs>
                  <a:gs pos="58000">
                    <a:srgbClr val="0EAFE0"/>
                  </a:gs>
                </a:gsLst>
                <a:lin ang="3600000" scaled="0"/>
              </a:gradFill>
              <a:ln w="3175" cap="flat">
                <a:noFill/>
                <a:prstDash val="solid"/>
                <a:miter/>
              </a:ln>
            </p:spPr>
            <p:txBody>
              <a:bodyPr rtlCol="0" anchor="ctr"/>
              <a:lstStyle/>
              <a:p>
                <a:endParaRPr lang="en-US"/>
              </a:p>
            </p:txBody>
          </p:sp>
        </p:grpSp>
        <p:grpSp>
          <p:nvGrpSpPr>
            <p:cNvPr id="296" name="Graphic 613">
              <a:extLst>
                <a:ext uri="{FF2B5EF4-FFF2-40B4-BE49-F238E27FC236}">
                  <a16:creationId xmlns:a16="http://schemas.microsoft.com/office/drawing/2014/main" id="{4AF4ACD0-F47B-6931-8EDE-77CDC16570B6}"/>
                </a:ext>
              </a:extLst>
            </p:cNvPr>
            <p:cNvGrpSpPr/>
            <p:nvPr/>
          </p:nvGrpSpPr>
          <p:grpSpPr>
            <a:xfrm>
              <a:off x="8300084" y="1819428"/>
              <a:ext cx="3930650" cy="1681452"/>
              <a:chOff x="8300084" y="1817052"/>
              <a:chExt cx="3930650" cy="1679257"/>
            </a:xfrm>
          </p:grpSpPr>
          <p:sp>
            <p:nvSpPr>
              <p:cNvPr id="298" name="Freeform: Shape 297">
                <a:extLst>
                  <a:ext uri="{FF2B5EF4-FFF2-40B4-BE49-F238E27FC236}">
                    <a16:creationId xmlns:a16="http://schemas.microsoft.com/office/drawing/2014/main" id="{8D4585CF-8D5B-46AF-3659-F41ED9F5181A}"/>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0EAFE0"/>
              </a:solidFill>
              <a:ln w="317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3EE5F515-EAC2-2C3A-6D9E-C8BBB8507DC9}"/>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26BCED"/>
              </a:solidFill>
              <a:ln w="3175" cap="flat">
                <a:noFill/>
                <a:prstDash val="solid"/>
                <a:miter/>
              </a:ln>
            </p:spPr>
            <p:txBody>
              <a:bodyPr rtlCol="0" anchor="ctr"/>
              <a:lstStyle/>
              <a:p>
                <a:endParaRPr lang="en-US"/>
              </a:p>
            </p:txBody>
          </p:sp>
        </p:grpSp>
        <p:sp>
          <p:nvSpPr>
            <p:cNvPr id="297" name="Rectangle 296">
              <a:extLst>
                <a:ext uri="{FF2B5EF4-FFF2-40B4-BE49-F238E27FC236}">
                  <a16:creationId xmlns:a16="http://schemas.microsoft.com/office/drawing/2014/main" id="{29AAFAE4-0A02-5B9F-2A40-F425177BA9A8}"/>
                </a:ext>
              </a:extLst>
            </p:cNvPr>
            <p:cNvSpPr/>
            <p:nvPr userDrawn="1"/>
          </p:nvSpPr>
          <p:spPr>
            <a:xfrm>
              <a:off x="12200310" y="1"/>
              <a:ext cx="92408" cy="6866963"/>
            </a:xfrm>
            <a:prstGeom prst="rect">
              <a:avLst/>
            </a:prstGeom>
            <a:solidFill>
              <a:srgbClr val="E9EDF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spTree>
    <p:extLst>
      <p:ext uri="{BB962C8B-B14F-4D97-AF65-F5344CB8AC3E}">
        <p14:creationId xmlns:p14="http://schemas.microsoft.com/office/powerpoint/2010/main" val="2859705311"/>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et in touch">
    <p:spTree>
      <p:nvGrpSpPr>
        <p:cNvPr id="1" name=""/>
        <p:cNvGrpSpPr/>
        <p:nvPr/>
      </p:nvGrpSpPr>
      <p:grpSpPr>
        <a:xfrm>
          <a:off x="0" y="0"/>
          <a:ext cx="0" cy="0"/>
          <a:chOff x="0" y="0"/>
          <a:chExt cx="0" cy="0"/>
        </a:xfrm>
      </p:grpSpPr>
      <p:sp>
        <p:nvSpPr>
          <p:cNvPr id="12" name="Rectangle: Rounded Corners 11">
            <a:hlinkClick r:id="rId2"/>
            <a:extLst>
              <a:ext uri="{FF2B5EF4-FFF2-40B4-BE49-F238E27FC236}">
                <a16:creationId xmlns:a16="http://schemas.microsoft.com/office/drawing/2014/main" id="{0E20C2A2-7AA6-B5F7-298D-A81D64A664DD}"/>
              </a:ext>
            </a:extLst>
          </p:cNvPr>
          <p:cNvSpPr/>
          <p:nvPr userDrawn="1"/>
        </p:nvSpPr>
        <p:spPr>
          <a:xfrm>
            <a:off x="1342652" y="5351951"/>
            <a:ext cx="1509927" cy="305544"/>
          </a:xfrm>
          <a:prstGeom prst="roundRect">
            <a:avLst>
              <a:gd name="adj" fmla="val 50000"/>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a:solidFill>
                  <a:schemeClr val="tx1"/>
                </a:solidFill>
                <a:latin typeface="Poppins SemiBold" panose="00000700000000000000" pitchFamily="2" charset="0"/>
                <a:cs typeface="Poppins SemiBold" panose="00000700000000000000" pitchFamily="2" charset="0"/>
              </a:rPr>
              <a:t>nxp.com</a:t>
            </a:r>
          </a:p>
        </p:txBody>
      </p:sp>
      <p:sp>
        <p:nvSpPr>
          <p:cNvPr id="14" name="Text Placeholder 20">
            <a:extLst>
              <a:ext uri="{FF2B5EF4-FFF2-40B4-BE49-F238E27FC236}">
                <a16:creationId xmlns:a16="http://schemas.microsoft.com/office/drawing/2014/main" id="{FE5A13CC-41AD-B8D9-9E1B-73CEF87EF736}"/>
              </a:ext>
            </a:extLst>
          </p:cNvPr>
          <p:cNvSpPr>
            <a:spLocks noGrp="1"/>
          </p:cNvSpPr>
          <p:nvPr>
            <p:ph type="body" sz="quarter" idx="13" hasCustomPrompt="1"/>
          </p:nvPr>
        </p:nvSpPr>
        <p:spPr>
          <a:xfrm>
            <a:off x="1342650" y="4184148"/>
            <a:ext cx="5122488" cy="423152"/>
          </a:xfrm>
          <a:prstGeom prst="rect">
            <a:avLst/>
          </a:prstGeom>
        </p:spPr>
        <p:txBody>
          <a:bodyPr lIns="0" tIns="0" rIns="0" bIns="0" anchor="b"/>
          <a:lstStyle>
            <a:lvl1pPr marL="0" indent="0">
              <a:lnSpc>
                <a:spcPct val="100000"/>
              </a:lnSpc>
              <a:buFontTx/>
              <a:buNone/>
              <a:defRPr sz="2000">
                <a:latin typeface="+mj-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First name, Last name</a:t>
            </a:r>
          </a:p>
        </p:txBody>
      </p:sp>
      <p:sp>
        <p:nvSpPr>
          <p:cNvPr id="16" name="Text Placeholder 20">
            <a:extLst>
              <a:ext uri="{FF2B5EF4-FFF2-40B4-BE49-F238E27FC236}">
                <a16:creationId xmlns:a16="http://schemas.microsoft.com/office/drawing/2014/main" id="{3128669A-EC9C-6B64-81BD-C3297B926353}"/>
              </a:ext>
            </a:extLst>
          </p:cNvPr>
          <p:cNvSpPr>
            <a:spLocks noGrp="1"/>
          </p:cNvSpPr>
          <p:nvPr>
            <p:ph type="body" sz="quarter" idx="14" hasCustomPrompt="1"/>
          </p:nvPr>
        </p:nvSpPr>
        <p:spPr>
          <a:xfrm>
            <a:off x="1342652" y="4685635"/>
            <a:ext cx="5122486" cy="531824"/>
          </a:xfrm>
          <a:prstGeom prst="rect">
            <a:avLst/>
          </a:prstGeom>
        </p:spPr>
        <p:txBody>
          <a:bodyPr lIns="0" tIns="0" rIns="0" bIns="0" anchor="t"/>
          <a:lstStyle>
            <a:lvl1pPr marL="0" indent="0">
              <a:lnSpc>
                <a:spcPct val="100000"/>
              </a:lnSpc>
              <a:spcBef>
                <a:spcPts val="300"/>
              </a:spcBef>
              <a:buFontTx/>
              <a:buNone/>
              <a:defRPr sz="1400">
                <a:latin typeface="+mn-lt"/>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email@nxp.com</a:t>
            </a:r>
          </a:p>
          <a:p>
            <a:pPr lvl="0"/>
            <a:r>
              <a:rPr lang="en-US"/>
              <a:t>+00 000 000</a:t>
            </a:r>
          </a:p>
          <a:p>
            <a:pPr lvl="0"/>
            <a:endParaRPr lang="en-US"/>
          </a:p>
        </p:txBody>
      </p:sp>
      <p:sp>
        <p:nvSpPr>
          <p:cNvPr id="20" name="Text Placeholder 5">
            <a:extLst>
              <a:ext uri="{FF2B5EF4-FFF2-40B4-BE49-F238E27FC236}">
                <a16:creationId xmlns:a16="http://schemas.microsoft.com/office/drawing/2014/main" id="{04C421D2-45C3-344D-F5A9-B20EDBE60D16}"/>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bg2">
                    <a:lumMod val="50000"/>
                    <a:lumOff val="50000"/>
                  </a:schemeClr>
                </a:solidFill>
                <a:latin typeface="Poppins SemiBold" pitchFamily="2" charset="77"/>
                <a:cs typeface="Poppins SemiBold" pitchFamily="2" charset="77"/>
              </a:rPr>
              <a:t>|  Public  |  </a:t>
            </a:r>
            <a:r>
              <a:rPr lang="en-US" sz="800" b="0" i="0">
                <a:solidFill>
                  <a:schemeClr val="bg2">
                    <a:lumMod val="50000"/>
                    <a:lumOff val="50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bg2">
                    <a:lumMod val="50000"/>
                    <a:lumOff val="50000"/>
                  </a:schemeClr>
                </a:solidFill>
                <a:latin typeface="Poppins" panose="00000500000000000000" pitchFamily="2" charset="0"/>
                <a:cs typeface="Poppins" panose="00000500000000000000" pitchFamily="2" charset="0"/>
              </a:rPr>
            </a:br>
            <a:r>
              <a:rPr lang="en-US" sz="800" b="0" i="0">
                <a:solidFill>
                  <a:schemeClr val="bg2">
                    <a:lumMod val="50000"/>
                    <a:lumOff val="50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sp>
        <p:nvSpPr>
          <p:cNvPr id="7" name="Title 6">
            <a:extLst>
              <a:ext uri="{FF2B5EF4-FFF2-40B4-BE49-F238E27FC236}">
                <a16:creationId xmlns:a16="http://schemas.microsoft.com/office/drawing/2014/main" id="{0407169C-F128-91C7-AC49-586C9613B8BF}"/>
              </a:ext>
            </a:extLst>
          </p:cNvPr>
          <p:cNvSpPr>
            <a:spLocks noGrp="1"/>
          </p:cNvSpPr>
          <p:nvPr>
            <p:ph type="title" hasCustomPrompt="1"/>
          </p:nvPr>
        </p:nvSpPr>
        <p:spPr>
          <a:xfrm>
            <a:off x="1342650" y="2122688"/>
            <a:ext cx="5122863" cy="1593836"/>
          </a:xfrm>
          <a:prstGeom prst="rect">
            <a:avLst/>
          </a:prstGeom>
        </p:spPr>
        <p:txBody>
          <a:bodyPr lIns="0" tIns="0" rIns="0" bIns="0" anchor="b"/>
          <a:lstStyle>
            <a:lvl1pPr>
              <a:lnSpc>
                <a:spcPct val="100000"/>
              </a:lnSpc>
              <a:defRPr lang="en-US" sz="4200" b="1" i="0" kern="1200" dirty="0">
                <a:solidFill>
                  <a:schemeClr val="tx2"/>
                </a:solidFill>
                <a:latin typeface="Poppins SemiBold" pitchFamily="2" charset="77"/>
                <a:ea typeface="+mn-ea"/>
                <a:cs typeface="Poppins SemiBold" pitchFamily="2" charset="77"/>
              </a:defRPr>
            </a:lvl1pPr>
          </a:lstStyle>
          <a:p>
            <a:r>
              <a:rPr lang="en-US"/>
              <a:t>Get in touch</a:t>
            </a:r>
          </a:p>
        </p:txBody>
      </p:sp>
      <p:grpSp>
        <p:nvGrpSpPr>
          <p:cNvPr id="3" name="Group 2">
            <a:extLst>
              <a:ext uri="{FF2B5EF4-FFF2-40B4-BE49-F238E27FC236}">
                <a16:creationId xmlns:a16="http://schemas.microsoft.com/office/drawing/2014/main" id="{EAEF5EDE-2021-9571-F58B-D3AF5A979807}"/>
              </a:ext>
            </a:extLst>
          </p:cNvPr>
          <p:cNvGrpSpPr/>
          <p:nvPr userDrawn="1"/>
        </p:nvGrpSpPr>
        <p:grpSpPr>
          <a:xfrm>
            <a:off x="532238" y="532263"/>
            <a:ext cx="1522954" cy="515204"/>
            <a:chOff x="532238" y="532263"/>
            <a:chExt cx="1522954" cy="515204"/>
          </a:xfrm>
        </p:grpSpPr>
        <p:sp>
          <p:nvSpPr>
            <p:cNvPr id="6" name="Freeform: Shape 5">
              <a:extLst>
                <a:ext uri="{FF2B5EF4-FFF2-40B4-BE49-F238E27FC236}">
                  <a16:creationId xmlns:a16="http://schemas.microsoft.com/office/drawing/2014/main" id="{05109736-310E-A974-DDC5-8F49907B1669}"/>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10" name="Freeform: Shape 9">
              <a:extLst>
                <a:ext uri="{FF2B5EF4-FFF2-40B4-BE49-F238E27FC236}">
                  <a16:creationId xmlns:a16="http://schemas.microsoft.com/office/drawing/2014/main" id="{EF7413E9-6D3A-96D8-051C-13A354A5AA14}"/>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11" name="Freeform: Shape 10">
              <a:extLst>
                <a:ext uri="{FF2B5EF4-FFF2-40B4-BE49-F238E27FC236}">
                  <a16:creationId xmlns:a16="http://schemas.microsoft.com/office/drawing/2014/main" id="{2D78B0F1-E317-7DC9-E5B0-502657A7FAD0}"/>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grpSp>
        <p:nvGrpSpPr>
          <p:cNvPr id="270" name="Group 269">
            <a:extLst>
              <a:ext uri="{FF2B5EF4-FFF2-40B4-BE49-F238E27FC236}">
                <a16:creationId xmlns:a16="http://schemas.microsoft.com/office/drawing/2014/main" id="{307DE27C-A204-5B0D-D4F0-8288A317245D}"/>
              </a:ext>
            </a:extLst>
          </p:cNvPr>
          <p:cNvGrpSpPr/>
          <p:nvPr userDrawn="1"/>
        </p:nvGrpSpPr>
        <p:grpSpPr>
          <a:xfrm>
            <a:off x="6473825" y="1"/>
            <a:ext cx="5818893" cy="6874913"/>
            <a:chOff x="6473825" y="1"/>
            <a:chExt cx="5818893" cy="6874913"/>
          </a:xfrm>
        </p:grpSpPr>
        <p:sp>
          <p:nvSpPr>
            <p:cNvPr id="271" name="Rectangle 261">
              <a:extLst>
                <a:ext uri="{FF2B5EF4-FFF2-40B4-BE49-F238E27FC236}">
                  <a16:creationId xmlns:a16="http://schemas.microsoft.com/office/drawing/2014/main" id="{B4E927DC-D2B2-7CD0-A18B-96EA502EAB6D}"/>
                </a:ext>
              </a:extLst>
            </p:cNvPr>
            <p:cNvSpPr/>
            <p:nvPr userDrawn="1"/>
          </p:nvSpPr>
          <p:spPr>
            <a:xfrm>
              <a:off x="8319247" y="1"/>
              <a:ext cx="2498165" cy="3446946"/>
            </a:xfrm>
            <a:custGeom>
              <a:avLst/>
              <a:gdLst>
                <a:gd name="connsiteX0" fmla="*/ 0 w 723153"/>
                <a:gd name="connsiteY0" fmla="*/ 0 h 328706"/>
                <a:gd name="connsiteX1" fmla="*/ 723153 w 723153"/>
                <a:gd name="connsiteY1" fmla="*/ 0 h 328706"/>
                <a:gd name="connsiteX2" fmla="*/ 723153 w 723153"/>
                <a:gd name="connsiteY2" fmla="*/ 328706 h 328706"/>
                <a:gd name="connsiteX3" fmla="*/ 0 w 723153"/>
                <a:gd name="connsiteY3" fmla="*/ 328706 h 328706"/>
                <a:gd name="connsiteX4" fmla="*/ 0 w 723153"/>
                <a:gd name="connsiteY4" fmla="*/ 0 h 328706"/>
                <a:gd name="connsiteX0" fmla="*/ 1775012 w 2498165"/>
                <a:gd name="connsiteY0" fmla="*/ 0 h 3442447"/>
                <a:gd name="connsiteX1" fmla="*/ 2498165 w 2498165"/>
                <a:gd name="connsiteY1" fmla="*/ 0 h 3442447"/>
                <a:gd name="connsiteX2" fmla="*/ 2498165 w 2498165"/>
                <a:gd name="connsiteY2" fmla="*/ 328706 h 3442447"/>
                <a:gd name="connsiteX3" fmla="*/ 0 w 2498165"/>
                <a:gd name="connsiteY3" fmla="*/ 3442447 h 3442447"/>
                <a:gd name="connsiteX4" fmla="*/ 1775012 w 2498165"/>
                <a:gd name="connsiteY4" fmla="*/ 0 h 3442447"/>
                <a:gd name="connsiteX0" fmla="*/ 1775012 w 2498165"/>
                <a:gd name="connsiteY0" fmla="*/ 0 h 3442447"/>
                <a:gd name="connsiteX1" fmla="*/ 2498165 w 2498165"/>
                <a:gd name="connsiteY1" fmla="*/ 0 h 3442447"/>
                <a:gd name="connsiteX2" fmla="*/ 0 w 2498165"/>
                <a:gd name="connsiteY2" fmla="*/ 3442447 h 3442447"/>
                <a:gd name="connsiteX3" fmla="*/ 1775012 w 2498165"/>
                <a:gd name="connsiteY3" fmla="*/ 0 h 3442447"/>
              </a:gdLst>
              <a:ahLst/>
              <a:cxnLst>
                <a:cxn ang="0">
                  <a:pos x="connsiteX0" y="connsiteY0"/>
                </a:cxn>
                <a:cxn ang="0">
                  <a:pos x="connsiteX1" y="connsiteY1"/>
                </a:cxn>
                <a:cxn ang="0">
                  <a:pos x="connsiteX2" y="connsiteY2"/>
                </a:cxn>
                <a:cxn ang="0">
                  <a:pos x="connsiteX3" y="connsiteY3"/>
                </a:cxn>
              </a:cxnLst>
              <a:rect l="l" t="t" r="r" b="b"/>
              <a:pathLst>
                <a:path w="2498165" h="3442447">
                  <a:moveTo>
                    <a:pt x="1775012" y="0"/>
                  </a:moveTo>
                  <a:lnTo>
                    <a:pt x="2498165" y="0"/>
                  </a:lnTo>
                  <a:lnTo>
                    <a:pt x="0" y="3442447"/>
                  </a:lnTo>
                  <a:lnTo>
                    <a:pt x="1775012" y="0"/>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2" name="Rectangle 260">
              <a:extLst>
                <a:ext uri="{FF2B5EF4-FFF2-40B4-BE49-F238E27FC236}">
                  <a16:creationId xmlns:a16="http://schemas.microsoft.com/office/drawing/2014/main" id="{4B138A3A-03F8-0F97-AF33-096F17AC4DDA}"/>
                </a:ext>
              </a:extLst>
            </p:cNvPr>
            <p:cNvSpPr/>
            <p:nvPr userDrawn="1"/>
          </p:nvSpPr>
          <p:spPr>
            <a:xfrm>
              <a:off x="7129929" y="1"/>
              <a:ext cx="1176282" cy="3464900"/>
            </a:xfrm>
            <a:custGeom>
              <a:avLst/>
              <a:gdLst>
                <a:gd name="connsiteX0" fmla="*/ 0 w 644376"/>
                <a:gd name="connsiteY0" fmla="*/ 0 h 1392518"/>
                <a:gd name="connsiteX1" fmla="*/ 644376 w 644376"/>
                <a:gd name="connsiteY1" fmla="*/ 0 h 1392518"/>
                <a:gd name="connsiteX2" fmla="*/ 644376 w 644376"/>
                <a:gd name="connsiteY2" fmla="*/ 1392518 h 1392518"/>
                <a:gd name="connsiteX3" fmla="*/ 0 w 644376"/>
                <a:gd name="connsiteY3" fmla="*/ 1392518 h 1392518"/>
                <a:gd name="connsiteX4" fmla="*/ 0 w 644376"/>
                <a:gd name="connsiteY4" fmla="*/ 0 h 1392518"/>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1392518 h 3460377"/>
                <a:gd name="connsiteX4" fmla="*/ 0 w 1176282"/>
                <a:gd name="connsiteY4" fmla="*/ 0 h 3460377"/>
                <a:gd name="connsiteX0" fmla="*/ 0 w 1176282"/>
                <a:gd name="connsiteY0" fmla="*/ 0 h 3460377"/>
                <a:gd name="connsiteX1" fmla="*/ 644376 w 1176282"/>
                <a:gd name="connsiteY1" fmla="*/ 0 h 3460377"/>
                <a:gd name="connsiteX2" fmla="*/ 1176282 w 1176282"/>
                <a:gd name="connsiteY2" fmla="*/ 3460377 h 3460377"/>
                <a:gd name="connsiteX3" fmla="*/ 0 w 1176282"/>
                <a:gd name="connsiteY3" fmla="*/ 0 h 3460377"/>
              </a:gdLst>
              <a:ahLst/>
              <a:cxnLst>
                <a:cxn ang="0">
                  <a:pos x="connsiteX0" y="connsiteY0"/>
                </a:cxn>
                <a:cxn ang="0">
                  <a:pos x="connsiteX1" y="connsiteY1"/>
                </a:cxn>
                <a:cxn ang="0">
                  <a:pos x="connsiteX2" y="connsiteY2"/>
                </a:cxn>
                <a:cxn ang="0">
                  <a:pos x="connsiteX3" y="connsiteY3"/>
                </a:cxn>
              </a:cxnLst>
              <a:rect l="l" t="t" r="r" b="b"/>
              <a:pathLst>
                <a:path w="1176282" h="3460377">
                  <a:moveTo>
                    <a:pt x="0" y="0"/>
                  </a:moveTo>
                  <a:lnTo>
                    <a:pt x="644376" y="0"/>
                  </a:lnTo>
                  <a:lnTo>
                    <a:pt x="1176282" y="3460377"/>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3" name="Rectangle 259">
              <a:extLst>
                <a:ext uri="{FF2B5EF4-FFF2-40B4-BE49-F238E27FC236}">
                  <a16:creationId xmlns:a16="http://schemas.microsoft.com/office/drawing/2014/main" id="{213E3CAD-58AC-7FDD-88D0-5F0CBB6BB145}"/>
                </a:ext>
              </a:extLst>
            </p:cNvPr>
            <p:cNvSpPr/>
            <p:nvPr userDrawn="1"/>
          </p:nvSpPr>
          <p:spPr>
            <a:xfrm>
              <a:off x="8331201" y="3535753"/>
              <a:ext cx="3762468" cy="3331212"/>
            </a:xfrm>
            <a:custGeom>
              <a:avLst/>
              <a:gdLst>
                <a:gd name="connsiteX0" fmla="*/ 0 w 792163"/>
                <a:gd name="connsiteY0" fmla="*/ 0 h 786864"/>
                <a:gd name="connsiteX1" fmla="*/ 792163 w 792163"/>
                <a:gd name="connsiteY1" fmla="*/ 0 h 786864"/>
                <a:gd name="connsiteX2" fmla="*/ 792163 w 792163"/>
                <a:gd name="connsiteY2" fmla="*/ 786864 h 786864"/>
                <a:gd name="connsiteX3" fmla="*/ 0 w 792163"/>
                <a:gd name="connsiteY3" fmla="*/ 786864 h 786864"/>
                <a:gd name="connsiteX4" fmla="*/ 0 w 792163"/>
                <a:gd name="connsiteY4" fmla="*/ 0 h 786864"/>
                <a:gd name="connsiteX0" fmla="*/ 0 w 3762468"/>
                <a:gd name="connsiteY0" fmla="*/ 0 h 3326864"/>
                <a:gd name="connsiteX1" fmla="*/ 3762468 w 3762468"/>
                <a:gd name="connsiteY1" fmla="*/ 2540000 h 3326864"/>
                <a:gd name="connsiteX2" fmla="*/ 3762468 w 3762468"/>
                <a:gd name="connsiteY2" fmla="*/ 3326864 h 3326864"/>
                <a:gd name="connsiteX3" fmla="*/ 2970305 w 3762468"/>
                <a:gd name="connsiteY3" fmla="*/ 3326864 h 3326864"/>
                <a:gd name="connsiteX4" fmla="*/ 0 w 3762468"/>
                <a:gd name="connsiteY4" fmla="*/ 0 h 3326864"/>
                <a:gd name="connsiteX0" fmla="*/ 0 w 3762468"/>
                <a:gd name="connsiteY0" fmla="*/ 0 h 3326864"/>
                <a:gd name="connsiteX1" fmla="*/ 3744539 w 3762468"/>
                <a:gd name="connsiteY1" fmla="*/ 3036047 h 3326864"/>
                <a:gd name="connsiteX2" fmla="*/ 3762468 w 3762468"/>
                <a:gd name="connsiteY2" fmla="*/ 3326864 h 3326864"/>
                <a:gd name="connsiteX3" fmla="*/ 2970305 w 3762468"/>
                <a:gd name="connsiteY3" fmla="*/ 3326864 h 3326864"/>
                <a:gd name="connsiteX4" fmla="*/ 0 w 3762468"/>
                <a:gd name="connsiteY4" fmla="*/ 0 h 3326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2468" h="3326864">
                  <a:moveTo>
                    <a:pt x="0" y="0"/>
                  </a:moveTo>
                  <a:lnTo>
                    <a:pt x="3744539" y="3036047"/>
                  </a:lnTo>
                  <a:lnTo>
                    <a:pt x="3762468" y="3326864"/>
                  </a:lnTo>
                  <a:lnTo>
                    <a:pt x="2970305" y="3326864"/>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4" name="Freeform: Shape 273">
              <a:extLst>
                <a:ext uri="{FF2B5EF4-FFF2-40B4-BE49-F238E27FC236}">
                  <a16:creationId xmlns:a16="http://schemas.microsoft.com/office/drawing/2014/main" id="{04B35D5F-5408-B569-A55A-318EB54E29BC}"/>
                </a:ext>
              </a:extLst>
            </p:cNvPr>
            <p:cNvSpPr/>
            <p:nvPr userDrawn="1"/>
          </p:nvSpPr>
          <p:spPr>
            <a:xfrm>
              <a:off x="8189844" y="3527033"/>
              <a:ext cx="747423" cy="3339931"/>
            </a:xfrm>
            <a:custGeom>
              <a:avLst/>
              <a:gdLst>
                <a:gd name="connsiteX0" fmla="*/ 115294 w 747423"/>
                <a:gd name="connsiteY0" fmla="*/ 0 h 3319669"/>
                <a:gd name="connsiteX1" fmla="*/ 0 w 747423"/>
                <a:gd name="connsiteY1" fmla="*/ 3319669 h 3319669"/>
                <a:gd name="connsiteX2" fmla="*/ 747423 w 747423"/>
                <a:gd name="connsiteY2" fmla="*/ 3319669 h 3319669"/>
                <a:gd name="connsiteX3" fmla="*/ 115294 w 747423"/>
                <a:gd name="connsiteY3" fmla="*/ 0 h 3319669"/>
              </a:gdLst>
              <a:ahLst/>
              <a:cxnLst>
                <a:cxn ang="0">
                  <a:pos x="connsiteX0" y="connsiteY0"/>
                </a:cxn>
                <a:cxn ang="0">
                  <a:pos x="connsiteX1" y="connsiteY1"/>
                </a:cxn>
                <a:cxn ang="0">
                  <a:pos x="connsiteX2" y="connsiteY2"/>
                </a:cxn>
                <a:cxn ang="0">
                  <a:pos x="connsiteX3" y="connsiteY3"/>
                </a:cxn>
              </a:cxnLst>
              <a:rect l="l" t="t" r="r" b="b"/>
              <a:pathLst>
                <a:path w="747423" h="3319669">
                  <a:moveTo>
                    <a:pt x="115294" y="0"/>
                  </a:moveTo>
                  <a:lnTo>
                    <a:pt x="0" y="3319669"/>
                  </a:lnTo>
                  <a:lnTo>
                    <a:pt x="747423" y="3319669"/>
                  </a:lnTo>
                  <a:lnTo>
                    <a:pt x="115294"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5" name="Isosceles Triangle 724">
              <a:extLst>
                <a:ext uri="{FF2B5EF4-FFF2-40B4-BE49-F238E27FC236}">
                  <a16:creationId xmlns:a16="http://schemas.microsoft.com/office/drawing/2014/main" id="{A7D0919E-4E09-5B28-C9A1-DD7528988673}"/>
                </a:ext>
              </a:extLst>
            </p:cNvPr>
            <p:cNvSpPr/>
            <p:nvPr userDrawn="1"/>
          </p:nvSpPr>
          <p:spPr>
            <a:xfrm>
              <a:off x="8308035" y="3532015"/>
              <a:ext cx="1605682" cy="3342899"/>
            </a:xfrm>
            <a:custGeom>
              <a:avLst/>
              <a:gdLst>
                <a:gd name="connsiteX0" fmla="*/ 0 w 126740"/>
                <a:gd name="connsiteY0" fmla="*/ 3361690 h 3361690"/>
                <a:gd name="connsiteX1" fmla="*/ 63370 w 126740"/>
                <a:gd name="connsiteY1" fmla="*/ 0 h 3361690"/>
                <a:gd name="connsiteX2" fmla="*/ 126740 w 126740"/>
                <a:gd name="connsiteY2" fmla="*/ 3361690 h 3361690"/>
                <a:gd name="connsiteX3" fmla="*/ 0 w 126740"/>
                <a:gd name="connsiteY3" fmla="*/ 3361690 h 3361690"/>
                <a:gd name="connsiteX0" fmla="*/ 0 w 126740"/>
                <a:gd name="connsiteY0" fmla="*/ 3325831 h 3325831"/>
                <a:gd name="connsiteX1" fmla="*/ 27511 w 126740"/>
                <a:gd name="connsiteY1" fmla="*/ 0 h 3325831"/>
                <a:gd name="connsiteX2" fmla="*/ 126740 w 126740"/>
                <a:gd name="connsiteY2" fmla="*/ 3325831 h 3325831"/>
                <a:gd name="connsiteX3" fmla="*/ 0 w 126740"/>
                <a:gd name="connsiteY3" fmla="*/ 3325831 h 3325831"/>
                <a:gd name="connsiteX0" fmla="*/ 0 w 126740"/>
                <a:gd name="connsiteY0" fmla="*/ 3330594 h 3330594"/>
                <a:gd name="connsiteX1" fmla="*/ 1318 w 126740"/>
                <a:gd name="connsiteY1" fmla="*/ 0 h 3330594"/>
                <a:gd name="connsiteX2" fmla="*/ 126740 w 126740"/>
                <a:gd name="connsiteY2" fmla="*/ 3330594 h 3330594"/>
                <a:gd name="connsiteX3" fmla="*/ 0 w 126740"/>
                <a:gd name="connsiteY3" fmla="*/ 3330594 h 3330594"/>
                <a:gd name="connsiteX0" fmla="*/ 0 w 1605682"/>
                <a:gd name="connsiteY0" fmla="*/ 3330594 h 3338536"/>
                <a:gd name="connsiteX1" fmla="*/ 1318 w 1605682"/>
                <a:gd name="connsiteY1" fmla="*/ 0 h 3338536"/>
                <a:gd name="connsiteX2" fmla="*/ 1605682 w 1605682"/>
                <a:gd name="connsiteY2" fmla="*/ 3338536 h 3338536"/>
                <a:gd name="connsiteX3" fmla="*/ 0 w 1605682"/>
                <a:gd name="connsiteY3" fmla="*/ 3330594 h 3338536"/>
              </a:gdLst>
              <a:ahLst/>
              <a:cxnLst>
                <a:cxn ang="0">
                  <a:pos x="connsiteX0" y="connsiteY0"/>
                </a:cxn>
                <a:cxn ang="0">
                  <a:pos x="connsiteX1" y="connsiteY1"/>
                </a:cxn>
                <a:cxn ang="0">
                  <a:pos x="connsiteX2" y="connsiteY2"/>
                </a:cxn>
                <a:cxn ang="0">
                  <a:pos x="connsiteX3" y="connsiteY3"/>
                </a:cxn>
              </a:cxnLst>
              <a:rect l="l" t="t" r="r" b="b"/>
              <a:pathLst>
                <a:path w="1605682" h="3338536">
                  <a:moveTo>
                    <a:pt x="0" y="3330594"/>
                  </a:moveTo>
                  <a:cubicBezTo>
                    <a:pt x="439" y="2220396"/>
                    <a:pt x="879" y="1110198"/>
                    <a:pt x="1318" y="0"/>
                  </a:cubicBezTo>
                  <a:lnTo>
                    <a:pt x="1605682" y="3338536"/>
                  </a:lnTo>
                  <a:lnTo>
                    <a:pt x="0" y="3330594"/>
                  </a:lnTo>
                  <a:close/>
                </a:path>
              </a:pathLst>
            </a:custGeom>
            <a:solidFill>
              <a:srgbClr val="F8AC15"/>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6" name="Isosceles Triangle 721">
              <a:extLst>
                <a:ext uri="{FF2B5EF4-FFF2-40B4-BE49-F238E27FC236}">
                  <a16:creationId xmlns:a16="http://schemas.microsoft.com/office/drawing/2014/main" id="{F3B677F8-F081-D7E3-07C9-502F5AE55F5D}"/>
                </a:ext>
              </a:extLst>
            </p:cNvPr>
            <p:cNvSpPr/>
            <p:nvPr userDrawn="1"/>
          </p:nvSpPr>
          <p:spPr>
            <a:xfrm rot="10800000">
              <a:off x="8326958" y="2"/>
              <a:ext cx="1112912" cy="3452931"/>
            </a:xfrm>
            <a:custGeom>
              <a:avLst/>
              <a:gdLst>
                <a:gd name="connsiteX0" fmla="*/ 0 w 659990"/>
                <a:gd name="connsiteY0" fmla="*/ 2946400 h 2946400"/>
                <a:gd name="connsiteX1" fmla="*/ 329995 w 659990"/>
                <a:gd name="connsiteY1" fmla="*/ 0 h 2946400"/>
                <a:gd name="connsiteX2" fmla="*/ 659990 w 659990"/>
                <a:gd name="connsiteY2" fmla="*/ 2946400 h 2946400"/>
                <a:gd name="connsiteX3" fmla="*/ 0 w 659990"/>
                <a:gd name="connsiteY3" fmla="*/ 2946400 h 2946400"/>
                <a:gd name="connsiteX0" fmla="*/ 0 w 682606"/>
                <a:gd name="connsiteY0" fmla="*/ 3442447 h 3442447"/>
                <a:gd name="connsiteX1" fmla="*/ 682606 w 682606"/>
                <a:gd name="connsiteY1" fmla="*/ 0 h 3442447"/>
                <a:gd name="connsiteX2" fmla="*/ 659990 w 682606"/>
                <a:gd name="connsiteY2" fmla="*/ 3442447 h 3442447"/>
                <a:gd name="connsiteX3" fmla="*/ 0 w 682606"/>
                <a:gd name="connsiteY3" fmla="*/ 3442447 h 3442447"/>
                <a:gd name="connsiteX0" fmla="*/ 0 w 682606"/>
                <a:gd name="connsiteY0" fmla="*/ 3442447 h 3442447"/>
                <a:gd name="connsiteX1" fmla="*/ 682606 w 682606"/>
                <a:gd name="connsiteY1" fmla="*/ 0 h 3442447"/>
                <a:gd name="connsiteX2" fmla="*/ 361166 w 682606"/>
                <a:gd name="connsiteY2" fmla="*/ 3442447 h 3442447"/>
                <a:gd name="connsiteX3" fmla="*/ 0 w 682606"/>
                <a:gd name="connsiteY3" fmla="*/ 3442447 h 3442447"/>
                <a:gd name="connsiteX0" fmla="*/ 0 w 1112912"/>
                <a:gd name="connsiteY0" fmla="*/ 3448424 h 3448424"/>
                <a:gd name="connsiteX1" fmla="*/ 1112912 w 1112912"/>
                <a:gd name="connsiteY1" fmla="*/ 0 h 3448424"/>
                <a:gd name="connsiteX2" fmla="*/ 361166 w 1112912"/>
                <a:gd name="connsiteY2" fmla="*/ 3448424 h 3448424"/>
                <a:gd name="connsiteX3" fmla="*/ 0 w 1112912"/>
                <a:gd name="connsiteY3" fmla="*/ 3448424 h 3448424"/>
              </a:gdLst>
              <a:ahLst/>
              <a:cxnLst>
                <a:cxn ang="0">
                  <a:pos x="connsiteX0" y="connsiteY0"/>
                </a:cxn>
                <a:cxn ang="0">
                  <a:pos x="connsiteX1" y="connsiteY1"/>
                </a:cxn>
                <a:cxn ang="0">
                  <a:pos x="connsiteX2" y="connsiteY2"/>
                </a:cxn>
                <a:cxn ang="0">
                  <a:pos x="connsiteX3" y="connsiteY3"/>
                </a:cxn>
              </a:cxnLst>
              <a:rect l="l" t="t" r="r" b="b"/>
              <a:pathLst>
                <a:path w="1112912" h="3448424">
                  <a:moveTo>
                    <a:pt x="0" y="3448424"/>
                  </a:moveTo>
                  <a:lnTo>
                    <a:pt x="1112912" y="0"/>
                  </a:lnTo>
                  <a:lnTo>
                    <a:pt x="361166" y="3448424"/>
                  </a:lnTo>
                  <a:lnTo>
                    <a:pt x="0" y="3448424"/>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77" name="Freeform: Shape 276">
              <a:extLst>
                <a:ext uri="{FF2B5EF4-FFF2-40B4-BE49-F238E27FC236}">
                  <a16:creationId xmlns:a16="http://schemas.microsoft.com/office/drawing/2014/main" id="{1A819530-FC41-DF39-1D69-418B59BC32CF}"/>
                </a:ext>
              </a:extLst>
            </p:cNvPr>
            <p:cNvSpPr/>
            <p:nvPr/>
          </p:nvSpPr>
          <p:spPr>
            <a:xfrm>
              <a:off x="8300084" y="3500879"/>
              <a:ext cx="1438592" cy="3366084"/>
            </a:xfrm>
            <a:custGeom>
              <a:avLst/>
              <a:gdLst>
                <a:gd name="connsiteX0" fmla="*/ 1438593 w 1438592"/>
                <a:gd name="connsiteY0" fmla="*/ 3361690 h 3361690"/>
                <a:gd name="connsiteX1" fmla="*/ 0 w 1438592"/>
                <a:gd name="connsiteY1" fmla="*/ 0 h 3361690"/>
                <a:gd name="connsiteX2" fmla="*/ 530543 w 1438592"/>
                <a:gd name="connsiteY2" fmla="*/ 3361690 h 3361690"/>
                <a:gd name="connsiteX3" fmla="*/ 1438593 w 143859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1438592" h="3361690">
                  <a:moveTo>
                    <a:pt x="1438593" y="3361690"/>
                  </a:moveTo>
                  <a:lnTo>
                    <a:pt x="0" y="0"/>
                  </a:lnTo>
                  <a:lnTo>
                    <a:pt x="530543" y="3361690"/>
                  </a:lnTo>
                  <a:lnTo>
                    <a:pt x="1438593" y="3361690"/>
                  </a:lnTo>
                  <a:close/>
                </a:path>
              </a:pathLst>
            </a:custGeom>
            <a:solidFill>
              <a:srgbClr val="FF9A00"/>
            </a:solidFill>
            <a:ln w="317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665007F-C8E9-31A8-8869-43FE02ADD851}"/>
                </a:ext>
              </a:extLst>
            </p:cNvPr>
            <p:cNvSpPr/>
            <p:nvPr/>
          </p:nvSpPr>
          <p:spPr>
            <a:xfrm>
              <a:off x="8300084" y="3500879"/>
              <a:ext cx="2147570" cy="3366084"/>
            </a:xfrm>
            <a:custGeom>
              <a:avLst/>
              <a:gdLst>
                <a:gd name="connsiteX0" fmla="*/ 2147571 w 2147570"/>
                <a:gd name="connsiteY0" fmla="*/ 3361690 h 3361690"/>
                <a:gd name="connsiteX1" fmla="*/ 0 w 2147570"/>
                <a:gd name="connsiteY1" fmla="*/ 0 h 3361690"/>
                <a:gd name="connsiteX2" fmla="*/ 1438593 w 2147570"/>
                <a:gd name="connsiteY2" fmla="*/ 3361690 h 3361690"/>
                <a:gd name="connsiteX3" fmla="*/ 2147571 w 2147570"/>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147570" h="3361690">
                  <a:moveTo>
                    <a:pt x="2147571" y="3361690"/>
                  </a:moveTo>
                  <a:lnTo>
                    <a:pt x="0" y="0"/>
                  </a:lnTo>
                  <a:lnTo>
                    <a:pt x="1438593" y="3361690"/>
                  </a:lnTo>
                  <a:lnTo>
                    <a:pt x="2147571" y="3361690"/>
                  </a:lnTo>
                  <a:close/>
                </a:path>
              </a:pathLst>
            </a:custGeom>
            <a:solidFill>
              <a:srgbClr val="FFDD1F"/>
            </a:solidFill>
            <a:ln w="317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106225F8-2208-822E-CF89-56EF5C9BD762}"/>
                </a:ext>
              </a:extLst>
            </p:cNvPr>
            <p:cNvSpPr/>
            <p:nvPr/>
          </p:nvSpPr>
          <p:spPr>
            <a:xfrm>
              <a:off x="8300084" y="3500879"/>
              <a:ext cx="530542" cy="3366084"/>
            </a:xfrm>
            <a:custGeom>
              <a:avLst/>
              <a:gdLst>
                <a:gd name="connsiteX0" fmla="*/ 530543 w 530542"/>
                <a:gd name="connsiteY0" fmla="*/ 3361690 h 3361690"/>
                <a:gd name="connsiteX1" fmla="*/ 0 w 530542"/>
                <a:gd name="connsiteY1" fmla="*/ 0 h 3361690"/>
                <a:gd name="connsiteX2" fmla="*/ 240983 w 530542"/>
                <a:gd name="connsiteY2" fmla="*/ 3361690 h 3361690"/>
                <a:gd name="connsiteX3" fmla="*/ 530543 w 53054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530542" h="3361690">
                  <a:moveTo>
                    <a:pt x="530543" y="3361690"/>
                  </a:moveTo>
                  <a:lnTo>
                    <a:pt x="0" y="0"/>
                  </a:lnTo>
                  <a:lnTo>
                    <a:pt x="240983" y="3361690"/>
                  </a:lnTo>
                  <a:lnTo>
                    <a:pt x="530543" y="3361690"/>
                  </a:lnTo>
                  <a:close/>
                </a:path>
              </a:pathLst>
            </a:custGeom>
            <a:solidFill>
              <a:srgbClr val="FFB000"/>
            </a:solidFill>
            <a:ln w="317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B63D85A2-58A5-1A64-9E81-92B0434522D1}"/>
                </a:ext>
              </a:extLst>
            </p:cNvPr>
            <p:cNvSpPr/>
            <p:nvPr/>
          </p:nvSpPr>
          <p:spPr>
            <a:xfrm>
              <a:off x="8300084" y="3500879"/>
              <a:ext cx="240982" cy="3366084"/>
            </a:xfrm>
            <a:custGeom>
              <a:avLst/>
              <a:gdLst>
                <a:gd name="connsiteX0" fmla="*/ 240983 w 240982"/>
                <a:gd name="connsiteY0" fmla="*/ 3361690 h 3361690"/>
                <a:gd name="connsiteX1" fmla="*/ 0 w 240982"/>
                <a:gd name="connsiteY1" fmla="*/ 0 h 3361690"/>
                <a:gd name="connsiteX2" fmla="*/ 58420 w 240982"/>
                <a:gd name="connsiteY2" fmla="*/ 3361690 h 3361690"/>
                <a:gd name="connsiteX3" fmla="*/ 240983 w 24098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240982" h="3361690">
                  <a:moveTo>
                    <a:pt x="240983" y="3361690"/>
                  </a:moveTo>
                  <a:lnTo>
                    <a:pt x="0" y="0"/>
                  </a:lnTo>
                  <a:lnTo>
                    <a:pt x="58420" y="3361690"/>
                  </a:lnTo>
                  <a:lnTo>
                    <a:pt x="240983" y="3361690"/>
                  </a:lnTo>
                  <a:close/>
                </a:path>
              </a:pathLst>
            </a:custGeom>
            <a:solidFill>
              <a:srgbClr val="FF9100"/>
            </a:solidFill>
            <a:ln w="317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B4A410EF-FA2C-0687-9E0D-FA04AA8BFD2A}"/>
                </a:ext>
              </a:extLst>
            </p:cNvPr>
            <p:cNvSpPr/>
            <p:nvPr/>
          </p:nvSpPr>
          <p:spPr>
            <a:xfrm>
              <a:off x="7504747" y="3500879"/>
              <a:ext cx="853757" cy="3366084"/>
            </a:xfrm>
            <a:custGeom>
              <a:avLst/>
              <a:gdLst>
                <a:gd name="connsiteX0" fmla="*/ 853758 w 853757"/>
                <a:gd name="connsiteY0" fmla="*/ 3361690 h 3361690"/>
                <a:gd name="connsiteX1" fmla="*/ 795338 w 853757"/>
                <a:gd name="connsiteY1" fmla="*/ 0 h 3361690"/>
                <a:gd name="connsiteX2" fmla="*/ 0 w 853757"/>
                <a:gd name="connsiteY2" fmla="*/ 3361690 h 3361690"/>
                <a:gd name="connsiteX3" fmla="*/ 853758 w 853757"/>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853757" h="3361690">
                  <a:moveTo>
                    <a:pt x="853758" y="3361690"/>
                  </a:moveTo>
                  <a:lnTo>
                    <a:pt x="795338" y="0"/>
                  </a:lnTo>
                  <a:lnTo>
                    <a:pt x="0" y="3361690"/>
                  </a:lnTo>
                  <a:lnTo>
                    <a:pt x="853758" y="3361690"/>
                  </a:lnTo>
                  <a:close/>
                </a:path>
              </a:pathLst>
            </a:custGeom>
            <a:gradFill>
              <a:gsLst>
                <a:gs pos="0">
                  <a:srgbClr val="FF7400">
                    <a:alpha val="89804"/>
                  </a:srgbClr>
                </a:gs>
                <a:gs pos="20000">
                  <a:srgbClr val="FD7F04">
                    <a:alpha val="89804"/>
                  </a:srgbClr>
                </a:gs>
                <a:gs pos="70000">
                  <a:srgbClr val="F99E0F"/>
                </a:gs>
                <a:gs pos="100000">
                  <a:srgbClr val="F7B518"/>
                </a:gs>
              </a:gsLst>
              <a:lin ang="0" scaled="1"/>
            </a:gradFill>
            <a:ln w="317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3D5B9316-0DF4-69FB-D325-4CF77E8E724F}"/>
                </a:ext>
              </a:extLst>
            </p:cNvPr>
            <p:cNvSpPr/>
            <p:nvPr/>
          </p:nvSpPr>
          <p:spPr>
            <a:xfrm>
              <a:off x="8300084" y="3500879"/>
              <a:ext cx="3891915" cy="3366084"/>
            </a:xfrm>
            <a:custGeom>
              <a:avLst/>
              <a:gdLst>
                <a:gd name="connsiteX0" fmla="*/ 3891915 w 3891915"/>
                <a:gd name="connsiteY0" fmla="*/ 3361690 h 3361690"/>
                <a:gd name="connsiteX1" fmla="*/ 3306763 w 3891915"/>
                <a:gd name="connsiteY1" fmla="*/ 3361690 h 3361690"/>
                <a:gd name="connsiteX2" fmla="*/ 0 w 3891915"/>
                <a:gd name="connsiteY2" fmla="*/ 0 h 3361690"/>
                <a:gd name="connsiteX3" fmla="*/ 3891915 w 3891915"/>
                <a:gd name="connsiteY3" fmla="*/ 2713990 h 3361690"/>
                <a:gd name="connsiteX4" fmla="*/ 3891915 w 3891915"/>
                <a:gd name="connsiteY4" fmla="*/ 3361690 h 3361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361690">
                  <a:moveTo>
                    <a:pt x="3891915" y="3361690"/>
                  </a:moveTo>
                  <a:lnTo>
                    <a:pt x="3306763" y="3361690"/>
                  </a:lnTo>
                  <a:lnTo>
                    <a:pt x="0" y="0"/>
                  </a:lnTo>
                  <a:lnTo>
                    <a:pt x="3891915" y="2713990"/>
                  </a:lnTo>
                  <a:lnTo>
                    <a:pt x="3891915" y="3361690"/>
                  </a:lnTo>
                  <a:close/>
                </a:path>
              </a:pathLst>
            </a:custGeom>
            <a:solidFill>
              <a:srgbClr val="FF9A00"/>
            </a:solidFill>
            <a:ln w="317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5A6F4524-DC2F-D2DA-42FC-B69628B2B6A7}"/>
                </a:ext>
              </a:extLst>
            </p:cNvPr>
            <p:cNvSpPr/>
            <p:nvPr/>
          </p:nvSpPr>
          <p:spPr>
            <a:xfrm>
              <a:off x="8300084" y="3500879"/>
              <a:ext cx="3306762" cy="3366084"/>
            </a:xfrm>
            <a:custGeom>
              <a:avLst/>
              <a:gdLst>
                <a:gd name="connsiteX0" fmla="*/ 3306763 w 3306762"/>
                <a:gd name="connsiteY0" fmla="*/ 3361690 h 3361690"/>
                <a:gd name="connsiteX1" fmla="*/ 3012440 w 3306762"/>
                <a:gd name="connsiteY1" fmla="*/ 3361690 h 3361690"/>
                <a:gd name="connsiteX2" fmla="*/ 0 w 3306762"/>
                <a:gd name="connsiteY2" fmla="*/ 0 h 3361690"/>
                <a:gd name="connsiteX3" fmla="*/ 3306763 w 3306762"/>
                <a:gd name="connsiteY3" fmla="*/ 3361690 h 3361690"/>
              </a:gdLst>
              <a:ahLst/>
              <a:cxnLst>
                <a:cxn ang="0">
                  <a:pos x="connsiteX0" y="connsiteY0"/>
                </a:cxn>
                <a:cxn ang="0">
                  <a:pos x="connsiteX1" y="connsiteY1"/>
                </a:cxn>
                <a:cxn ang="0">
                  <a:pos x="connsiteX2" y="connsiteY2"/>
                </a:cxn>
                <a:cxn ang="0">
                  <a:pos x="connsiteX3" y="connsiteY3"/>
                </a:cxn>
              </a:cxnLst>
              <a:rect l="l" t="t" r="r" b="b"/>
              <a:pathLst>
                <a:path w="3306762" h="3361690">
                  <a:moveTo>
                    <a:pt x="3306763" y="3361690"/>
                  </a:moveTo>
                  <a:lnTo>
                    <a:pt x="3012440" y="3361690"/>
                  </a:lnTo>
                  <a:lnTo>
                    <a:pt x="0" y="0"/>
                  </a:lnTo>
                  <a:lnTo>
                    <a:pt x="3306763" y="3361690"/>
                  </a:lnTo>
                  <a:close/>
                </a:path>
              </a:pathLst>
            </a:custGeom>
            <a:solidFill>
              <a:srgbClr val="FF8000"/>
            </a:solidFill>
            <a:ln w="317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46ECD80A-8878-8A47-9974-A1201EFB19E0}"/>
                </a:ext>
              </a:extLst>
            </p:cNvPr>
            <p:cNvSpPr/>
            <p:nvPr/>
          </p:nvSpPr>
          <p:spPr>
            <a:xfrm>
              <a:off x="7310119" y="1"/>
              <a:ext cx="989965" cy="3500878"/>
            </a:xfrm>
            <a:custGeom>
              <a:avLst/>
              <a:gdLst>
                <a:gd name="connsiteX0" fmla="*/ 0 w 989965"/>
                <a:gd name="connsiteY0" fmla="*/ 0 h 3496309"/>
                <a:gd name="connsiteX1" fmla="*/ 989965 w 989965"/>
                <a:gd name="connsiteY1" fmla="*/ 3496310 h 3496309"/>
                <a:gd name="connsiteX2" fmla="*/ 464186 w 989965"/>
                <a:gd name="connsiteY2" fmla="*/ 0 h 3496309"/>
                <a:gd name="connsiteX3" fmla="*/ 0 w 989965"/>
                <a:gd name="connsiteY3" fmla="*/ 0 h 3496309"/>
              </a:gdLst>
              <a:ahLst/>
              <a:cxnLst>
                <a:cxn ang="0">
                  <a:pos x="connsiteX0" y="connsiteY0"/>
                </a:cxn>
                <a:cxn ang="0">
                  <a:pos x="connsiteX1" y="connsiteY1"/>
                </a:cxn>
                <a:cxn ang="0">
                  <a:pos x="connsiteX2" y="connsiteY2"/>
                </a:cxn>
                <a:cxn ang="0">
                  <a:pos x="connsiteX3" y="connsiteY3"/>
                </a:cxn>
              </a:cxnLst>
              <a:rect l="l" t="t" r="r" b="b"/>
              <a:pathLst>
                <a:path w="989965" h="3496309">
                  <a:moveTo>
                    <a:pt x="0" y="0"/>
                  </a:moveTo>
                  <a:lnTo>
                    <a:pt x="989965" y="3496310"/>
                  </a:lnTo>
                  <a:lnTo>
                    <a:pt x="464186" y="0"/>
                  </a:lnTo>
                  <a:lnTo>
                    <a:pt x="0" y="0"/>
                  </a:lnTo>
                  <a:close/>
                </a:path>
              </a:pathLst>
            </a:custGeom>
            <a:solidFill>
              <a:srgbClr val="69CA00"/>
            </a:solidFill>
            <a:ln w="3175" cap="flat">
              <a:noFill/>
              <a:prstDash val="solid"/>
              <a:miter/>
            </a:ln>
          </p:spPr>
          <p:txBody>
            <a:bodyPr rtlCol="0" anchor="ctr"/>
            <a:lstStyle/>
            <a:p>
              <a:endParaRPr lang="en-US"/>
            </a:p>
          </p:txBody>
        </p:sp>
        <p:grpSp>
          <p:nvGrpSpPr>
            <p:cNvPr id="285" name="Graphic 613">
              <a:extLst>
                <a:ext uri="{FF2B5EF4-FFF2-40B4-BE49-F238E27FC236}">
                  <a16:creationId xmlns:a16="http://schemas.microsoft.com/office/drawing/2014/main" id="{CE970705-D0E7-65BC-D39F-A78D9DC9116C}"/>
                </a:ext>
              </a:extLst>
            </p:cNvPr>
            <p:cNvGrpSpPr/>
            <p:nvPr/>
          </p:nvGrpSpPr>
          <p:grpSpPr>
            <a:xfrm>
              <a:off x="6473825" y="1"/>
              <a:ext cx="1826259" cy="3500878"/>
              <a:chOff x="6473825" y="0"/>
              <a:chExt cx="1826259" cy="3496309"/>
            </a:xfrm>
          </p:grpSpPr>
          <p:sp>
            <p:nvSpPr>
              <p:cNvPr id="313" name="Freeform: Shape 312">
                <a:extLst>
                  <a:ext uri="{FF2B5EF4-FFF2-40B4-BE49-F238E27FC236}">
                    <a16:creationId xmlns:a16="http://schemas.microsoft.com/office/drawing/2014/main" id="{C73275D2-94DA-27F0-132D-1955F644AF6B}"/>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69CA00"/>
              </a:solidFill>
              <a:ln w="317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D061583A-C4DD-60C8-4D91-9020DE515F53}"/>
                  </a:ext>
                </a:extLst>
              </p:cNvPr>
              <p:cNvSpPr/>
              <p:nvPr/>
            </p:nvSpPr>
            <p:spPr>
              <a:xfrm>
                <a:off x="6473825" y="0"/>
                <a:ext cx="1826259" cy="3496309"/>
              </a:xfrm>
              <a:custGeom>
                <a:avLst/>
                <a:gdLst>
                  <a:gd name="connsiteX0" fmla="*/ 0 w 1826259"/>
                  <a:gd name="connsiteY0" fmla="*/ 0 h 3496309"/>
                  <a:gd name="connsiteX1" fmla="*/ 1826260 w 1826259"/>
                  <a:gd name="connsiteY1" fmla="*/ 3496310 h 3496309"/>
                  <a:gd name="connsiteX2" fmla="*/ 180340 w 1826259"/>
                  <a:gd name="connsiteY2" fmla="*/ 0 h 3496309"/>
                  <a:gd name="connsiteX3" fmla="*/ 0 w 1826259"/>
                  <a:gd name="connsiteY3" fmla="*/ 0 h 3496309"/>
                </a:gdLst>
                <a:ahLst/>
                <a:cxnLst>
                  <a:cxn ang="0">
                    <a:pos x="connsiteX0" y="connsiteY0"/>
                  </a:cxn>
                  <a:cxn ang="0">
                    <a:pos x="connsiteX1" y="connsiteY1"/>
                  </a:cxn>
                  <a:cxn ang="0">
                    <a:pos x="connsiteX2" y="connsiteY2"/>
                  </a:cxn>
                  <a:cxn ang="0">
                    <a:pos x="connsiteX3" y="connsiteY3"/>
                  </a:cxn>
                </a:cxnLst>
                <a:rect l="l" t="t" r="r" b="b"/>
                <a:pathLst>
                  <a:path w="1826259" h="3496309">
                    <a:moveTo>
                      <a:pt x="0" y="0"/>
                    </a:moveTo>
                    <a:lnTo>
                      <a:pt x="1826260" y="3496310"/>
                    </a:lnTo>
                    <a:lnTo>
                      <a:pt x="180340" y="0"/>
                    </a:lnTo>
                    <a:lnTo>
                      <a:pt x="0" y="0"/>
                    </a:lnTo>
                    <a:close/>
                  </a:path>
                </a:pathLst>
              </a:custGeom>
              <a:solidFill>
                <a:srgbClr val="21B221">
                  <a:alpha val="60000"/>
                </a:srgbClr>
              </a:solidFill>
              <a:ln w="3175" cap="flat">
                <a:noFill/>
                <a:prstDash val="solid"/>
                <a:miter/>
              </a:ln>
            </p:spPr>
            <p:txBody>
              <a:bodyPr rtlCol="0" anchor="ctr"/>
              <a:lstStyle/>
              <a:p>
                <a:endParaRPr lang="en-US"/>
              </a:p>
            </p:txBody>
          </p:sp>
        </p:grpSp>
        <p:grpSp>
          <p:nvGrpSpPr>
            <p:cNvPr id="286" name="Graphic 613">
              <a:extLst>
                <a:ext uri="{FF2B5EF4-FFF2-40B4-BE49-F238E27FC236}">
                  <a16:creationId xmlns:a16="http://schemas.microsoft.com/office/drawing/2014/main" id="{4BA4F619-A8B9-DB6C-BCD4-B3D5E5D9DF2F}"/>
                </a:ext>
              </a:extLst>
            </p:cNvPr>
            <p:cNvGrpSpPr/>
            <p:nvPr/>
          </p:nvGrpSpPr>
          <p:grpSpPr>
            <a:xfrm>
              <a:off x="6654165" y="1"/>
              <a:ext cx="1645919" cy="3500878"/>
              <a:chOff x="6654165" y="0"/>
              <a:chExt cx="1645919" cy="3496309"/>
            </a:xfrm>
          </p:grpSpPr>
          <p:sp>
            <p:nvSpPr>
              <p:cNvPr id="311" name="Freeform: Shape 310">
                <a:extLst>
                  <a:ext uri="{FF2B5EF4-FFF2-40B4-BE49-F238E27FC236}">
                    <a16:creationId xmlns:a16="http://schemas.microsoft.com/office/drawing/2014/main" id="{35D8D8A5-DB5E-054E-CC8B-ACF16B4A709D}"/>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solidFill>
                <a:srgbClr val="80D226"/>
              </a:solidFill>
              <a:ln w="317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5BAD2941-3978-A407-974E-E7875FF4B7DF}"/>
                  </a:ext>
                </a:extLst>
              </p:cNvPr>
              <p:cNvSpPr/>
              <p:nvPr/>
            </p:nvSpPr>
            <p:spPr>
              <a:xfrm>
                <a:off x="6654165" y="0"/>
                <a:ext cx="1645919" cy="3496309"/>
              </a:xfrm>
              <a:custGeom>
                <a:avLst/>
                <a:gdLst>
                  <a:gd name="connsiteX0" fmla="*/ 655955 w 1645919"/>
                  <a:gd name="connsiteY0" fmla="*/ 0 h 3496309"/>
                  <a:gd name="connsiteX1" fmla="*/ 1645920 w 1645919"/>
                  <a:gd name="connsiteY1" fmla="*/ 3496310 h 3496309"/>
                  <a:gd name="connsiteX2" fmla="*/ 0 w 1645919"/>
                  <a:gd name="connsiteY2" fmla="*/ 0 h 3496309"/>
                  <a:gd name="connsiteX3" fmla="*/ 655955 w 1645919"/>
                  <a:gd name="connsiteY3" fmla="*/ 0 h 3496309"/>
                </a:gdLst>
                <a:ahLst/>
                <a:cxnLst>
                  <a:cxn ang="0">
                    <a:pos x="connsiteX0" y="connsiteY0"/>
                  </a:cxn>
                  <a:cxn ang="0">
                    <a:pos x="connsiteX1" y="connsiteY1"/>
                  </a:cxn>
                  <a:cxn ang="0">
                    <a:pos x="connsiteX2" y="connsiteY2"/>
                  </a:cxn>
                  <a:cxn ang="0">
                    <a:pos x="connsiteX3" y="connsiteY3"/>
                  </a:cxn>
                </a:cxnLst>
                <a:rect l="l" t="t" r="r" b="b"/>
                <a:pathLst>
                  <a:path w="1645919" h="3496309">
                    <a:moveTo>
                      <a:pt x="655955" y="0"/>
                    </a:moveTo>
                    <a:lnTo>
                      <a:pt x="1645920" y="3496310"/>
                    </a:lnTo>
                    <a:lnTo>
                      <a:pt x="0" y="0"/>
                    </a:lnTo>
                    <a:lnTo>
                      <a:pt x="655955" y="0"/>
                    </a:lnTo>
                    <a:close/>
                  </a:path>
                </a:pathLst>
              </a:custGeom>
              <a:gradFill>
                <a:gsLst>
                  <a:gs pos="10000">
                    <a:srgbClr val="C6EB00"/>
                  </a:gs>
                  <a:gs pos="41000">
                    <a:srgbClr val="C6EB00"/>
                  </a:gs>
                  <a:gs pos="67000">
                    <a:srgbClr val="00A700">
                      <a:alpha val="49804"/>
                    </a:srgbClr>
                  </a:gs>
                  <a:gs pos="83000">
                    <a:schemeClr val="accent6"/>
                  </a:gs>
                </a:gsLst>
                <a:lin ang="20460000" scaled="0"/>
              </a:gradFill>
              <a:ln w="3175" cap="flat">
                <a:noFill/>
                <a:prstDash val="solid"/>
                <a:miter/>
              </a:ln>
            </p:spPr>
            <p:txBody>
              <a:bodyPr rtlCol="0" anchor="ctr"/>
              <a:lstStyle/>
              <a:p>
                <a:endParaRPr lang="en-US"/>
              </a:p>
            </p:txBody>
          </p:sp>
        </p:grpSp>
        <p:grpSp>
          <p:nvGrpSpPr>
            <p:cNvPr id="287" name="Graphic 613">
              <a:extLst>
                <a:ext uri="{FF2B5EF4-FFF2-40B4-BE49-F238E27FC236}">
                  <a16:creationId xmlns:a16="http://schemas.microsoft.com/office/drawing/2014/main" id="{9585ED92-DBC1-19F9-04AA-E444C1EB9577}"/>
                </a:ext>
              </a:extLst>
            </p:cNvPr>
            <p:cNvGrpSpPr/>
            <p:nvPr/>
          </p:nvGrpSpPr>
          <p:grpSpPr>
            <a:xfrm>
              <a:off x="7774305" y="1"/>
              <a:ext cx="960437" cy="3500878"/>
              <a:chOff x="7774305" y="0"/>
              <a:chExt cx="960437" cy="3496309"/>
            </a:xfrm>
          </p:grpSpPr>
          <p:sp>
            <p:nvSpPr>
              <p:cNvPr id="309" name="Freeform: Shape 308">
                <a:extLst>
                  <a:ext uri="{FF2B5EF4-FFF2-40B4-BE49-F238E27FC236}">
                    <a16:creationId xmlns:a16="http://schemas.microsoft.com/office/drawing/2014/main" id="{D4EEC7D5-8C6D-48EE-F417-22296D0030BD}"/>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solidFill>
                <a:srgbClr val="69CA00"/>
              </a:solidFill>
              <a:ln w="317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5F29394D-4A89-FE0C-33E1-AACCD115876B}"/>
                  </a:ext>
                </a:extLst>
              </p:cNvPr>
              <p:cNvSpPr/>
              <p:nvPr/>
            </p:nvSpPr>
            <p:spPr>
              <a:xfrm>
                <a:off x="7774305" y="0"/>
                <a:ext cx="960437" cy="3496309"/>
              </a:xfrm>
              <a:custGeom>
                <a:avLst/>
                <a:gdLst>
                  <a:gd name="connsiteX0" fmla="*/ 960438 w 960437"/>
                  <a:gd name="connsiteY0" fmla="*/ 0 h 3496309"/>
                  <a:gd name="connsiteX1" fmla="*/ 525780 w 960437"/>
                  <a:gd name="connsiteY1" fmla="*/ 3496310 h 3496309"/>
                  <a:gd name="connsiteX2" fmla="*/ 0 w 960437"/>
                  <a:gd name="connsiteY2" fmla="*/ 0 h 3496309"/>
                  <a:gd name="connsiteX3" fmla="*/ 960438 w 960437"/>
                  <a:gd name="connsiteY3" fmla="*/ 0 h 3496309"/>
                </a:gdLst>
                <a:ahLst/>
                <a:cxnLst>
                  <a:cxn ang="0">
                    <a:pos x="connsiteX0" y="connsiteY0"/>
                  </a:cxn>
                  <a:cxn ang="0">
                    <a:pos x="connsiteX1" y="connsiteY1"/>
                  </a:cxn>
                  <a:cxn ang="0">
                    <a:pos x="connsiteX2" y="connsiteY2"/>
                  </a:cxn>
                  <a:cxn ang="0">
                    <a:pos x="connsiteX3" y="connsiteY3"/>
                  </a:cxn>
                </a:cxnLst>
                <a:rect l="l" t="t" r="r" b="b"/>
                <a:pathLst>
                  <a:path w="960437" h="3496309">
                    <a:moveTo>
                      <a:pt x="960438" y="0"/>
                    </a:moveTo>
                    <a:lnTo>
                      <a:pt x="525780" y="3496310"/>
                    </a:lnTo>
                    <a:lnTo>
                      <a:pt x="0" y="0"/>
                    </a:lnTo>
                    <a:lnTo>
                      <a:pt x="960438" y="0"/>
                    </a:lnTo>
                    <a:close/>
                  </a:path>
                </a:pathLst>
              </a:custGeom>
              <a:gradFill>
                <a:gsLst>
                  <a:gs pos="22000">
                    <a:srgbClr val="C6EB00">
                      <a:alpha val="89804"/>
                    </a:srgbClr>
                  </a:gs>
                  <a:gs pos="35000">
                    <a:srgbClr val="C6EB00">
                      <a:alpha val="69804"/>
                    </a:srgbClr>
                  </a:gs>
                  <a:gs pos="60000">
                    <a:srgbClr val="C6EB00">
                      <a:alpha val="29804"/>
                    </a:srgbClr>
                  </a:gs>
                  <a:gs pos="90000">
                    <a:srgbClr val="C6EB00">
                      <a:alpha val="0"/>
                    </a:srgbClr>
                  </a:gs>
                </a:gsLst>
                <a:lin ang="0" scaled="0"/>
              </a:gradFill>
              <a:ln w="3175" cap="flat">
                <a:noFill/>
                <a:prstDash val="solid"/>
                <a:miter/>
              </a:ln>
            </p:spPr>
            <p:txBody>
              <a:bodyPr rtlCol="0" anchor="ctr"/>
              <a:lstStyle/>
              <a:p>
                <a:endParaRPr lang="en-US"/>
              </a:p>
            </p:txBody>
          </p:sp>
        </p:grpSp>
        <p:sp>
          <p:nvSpPr>
            <p:cNvPr id="288" name="Freeform: Shape 287">
              <a:extLst>
                <a:ext uri="{FF2B5EF4-FFF2-40B4-BE49-F238E27FC236}">
                  <a16:creationId xmlns:a16="http://schemas.microsoft.com/office/drawing/2014/main" id="{AAADA933-A7CB-5471-4826-CDF963AF8A73}"/>
                </a:ext>
              </a:extLst>
            </p:cNvPr>
            <p:cNvSpPr/>
            <p:nvPr/>
          </p:nvSpPr>
          <p:spPr>
            <a:xfrm>
              <a:off x="8300084" y="1"/>
              <a:ext cx="2220595" cy="3500878"/>
            </a:xfrm>
            <a:custGeom>
              <a:avLst/>
              <a:gdLst>
                <a:gd name="connsiteX0" fmla="*/ 2220596 w 2220595"/>
                <a:gd name="connsiteY0" fmla="*/ 0 h 3496309"/>
                <a:gd name="connsiteX1" fmla="*/ 0 w 2220595"/>
                <a:gd name="connsiteY1" fmla="*/ 3496310 h 3496309"/>
                <a:gd name="connsiteX2" fmla="*/ 1883093 w 2220595"/>
                <a:gd name="connsiteY2" fmla="*/ 0 h 3496309"/>
                <a:gd name="connsiteX3" fmla="*/ 2220596 w 2220595"/>
                <a:gd name="connsiteY3" fmla="*/ 0 h 3496309"/>
              </a:gdLst>
              <a:ahLst/>
              <a:cxnLst>
                <a:cxn ang="0">
                  <a:pos x="connsiteX0" y="connsiteY0"/>
                </a:cxn>
                <a:cxn ang="0">
                  <a:pos x="connsiteX1" y="connsiteY1"/>
                </a:cxn>
                <a:cxn ang="0">
                  <a:pos x="connsiteX2" y="connsiteY2"/>
                </a:cxn>
                <a:cxn ang="0">
                  <a:pos x="connsiteX3" y="connsiteY3"/>
                </a:cxn>
              </a:cxnLst>
              <a:rect l="l" t="t" r="r" b="b"/>
              <a:pathLst>
                <a:path w="2220595" h="3496309">
                  <a:moveTo>
                    <a:pt x="2220596" y="0"/>
                  </a:moveTo>
                  <a:lnTo>
                    <a:pt x="0" y="3496310"/>
                  </a:lnTo>
                  <a:lnTo>
                    <a:pt x="1883093" y="0"/>
                  </a:lnTo>
                  <a:lnTo>
                    <a:pt x="2220596" y="0"/>
                  </a:lnTo>
                  <a:close/>
                </a:path>
              </a:pathLst>
            </a:custGeom>
            <a:solidFill>
              <a:srgbClr val="3ECAFB"/>
            </a:solidFill>
            <a:ln w="317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B4D848F1-CAD5-0DD3-8B0A-4C291C173D8B}"/>
                </a:ext>
              </a:extLst>
            </p:cNvPr>
            <p:cNvSpPr/>
            <p:nvPr/>
          </p:nvSpPr>
          <p:spPr>
            <a:xfrm>
              <a:off x="8300084" y="1"/>
              <a:ext cx="1398587" cy="3500878"/>
            </a:xfrm>
            <a:custGeom>
              <a:avLst/>
              <a:gdLst>
                <a:gd name="connsiteX0" fmla="*/ 1046163 w 1398587"/>
                <a:gd name="connsiteY0" fmla="*/ 0 h 3496309"/>
                <a:gd name="connsiteX1" fmla="*/ 0 w 1398587"/>
                <a:gd name="connsiteY1" fmla="*/ 3496310 h 3496309"/>
                <a:gd name="connsiteX2" fmla="*/ 1398588 w 1398587"/>
                <a:gd name="connsiteY2" fmla="*/ 0 h 3496309"/>
                <a:gd name="connsiteX3" fmla="*/ 1046163 w 1398587"/>
                <a:gd name="connsiteY3" fmla="*/ 0 h 3496309"/>
              </a:gdLst>
              <a:ahLst/>
              <a:cxnLst>
                <a:cxn ang="0">
                  <a:pos x="connsiteX0" y="connsiteY0"/>
                </a:cxn>
                <a:cxn ang="0">
                  <a:pos x="connsiteX1" y="connsiteY1"/>
                </a:cxn>
                <a:cxn ang="0">
                  <a:pos x="connsiteX2" y="connsiteY2"/>
                </a:cxn>
                <a:cxn ang="0">
                  <a:pos x="connsiteX3" y="connsiteY3"/>
                </a:cxn>
              </a:cxnLst>
              <a:rect l="l" t="t" r="r" b="b"/>
              <a:pathLst>
                <a:path w="1398587" h="3496309">
                  <a:moveTo>
                    <a:pt x="1046163" y="0"/>
                  </a:moveTo>
                  <a:lnTo>
                    <a:pt x="0" y="3496310"/>
                  </a:lnTo>
                  <a:lnTo>
                    <a:pt x="1398588" y="0"/>
                  </a:lnTo>
                  <a:lnTo>
                    <a:pt x="1046163" y="0"/>
                  </a:lnTo>
                  <a:close/>
                </a:path>
              </a:pathLst>
            </a:custGeom>
            <a:solidFill>
              <a:srgbClr val="3ECAFB"/>
            </a:solidFill>
            <a:ln w="317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B7A43FF0-B0BF-1207-CEBC-B0F36C38C123}"/>
                </a:ext>
              </a:extLst>
            </p:cNvPr>
            <p:cNvSpPr/>
            <p:nvPr/>
          </p:nvSpPr>
          <p:spPr>
            <a:xfrm>
              <a:off x="8300084" y="1"/>
              <a:ext cx="1046162" cy="3500878"/>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solidFill>
              <a:srgbClr val="3ECAFB"/>
            </a:solidFill>
            <a:ln w="317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F96C9071-F0F7-BF68-0760-B1E4D827B5B9}"/>
                </a:ext>
              </a:extLst>
            </p:cNvPr>
            <p:cNvSpPr/>
            <p:nvPr/>
          </p:nvSpPr>
          <p:spPr>
            <a:xfrm>
              <a:off x="8300084" y="1"/>
              <a:ext cx="1046162" cy="3500878"/>
            </a:xfrm>
            <a:custGeom>
              <a:avLst/>
              <a:gdLst>
                <a:gd name="connsiteX0" fmla="*/ 434658 w 1046162"/>
                <a:gd name="connsiteY0" fmla="*/ 0 h 3496309"/>
                <a:gd name="connsiteX1" fmla="*/ 0 w 1046162"/>
                <a:gd name="connsiteY1" fmla="*/ 3496310 h 3496309"/>
                <a:gd name="connsiteX2" fmla="*/ 1046163 w 1046162"/>
                <a:gd name="connsiteY2" fmla="*/ 0 h 3496309"/>
                <a:gd name="connsiteX3" fmla="*/ 434658 w 1046162"/>
                <a:gd name="connsiteY3" fmla="*/ 0 h 3496309"/>
              </a:gdLst>
              <a:ahLst/>
              <a:cxnLst>
                <a:cxn ang="0">
                  <a:pos x="connsiteX0" y="connsiteY0"/>
                </a:cxn>
                <a:cxn ang="0">
                  <a:pos x="connsiteX1" y="connsiteY1"/>
                </a:cxn>
                <a:cxn ang="0">
                  <a:pos x="connsiteX2" y="connsiteY2"/>
                </a:cxn>
                <a:cxn ang="0">
                  <a:pos x="connsiteX3" y="connsiteY3"/>
                </a:cxn>
              </a:cxnLst>
              <a:rect l="l" t="t" r="r" b="b"/>
              <a:pathLst>
                <a:path w="1046162" h="3496309">
                  <a:moveTo>
                    <a:pt x="434658" y="0"/>
                  </a:moveTo>
                  <a:lnTo>
                    <a:pt x="0" y="3496310"/>
                  </a:lnTo>
                  <a:lnTo>
                    <a:pt x="1046163" y="0"/>
                  </a:lnTo>
                  <a:lnTo>
                    <a:pt x="434658" y="0"/>
                  </a:lnTo>
                  <a:close/>
                </a:path>
              </a:pathLst>
            </a:custGeom>
            <a:gradFill>
              <a:gsLst>
                <a:gs pos="36000">
                  <a:srgbClr val="C6EB00"/>
                </a:gs>
                <a:gs pos="43000">
                  <a:srgbClr val="9EE545">
                    <a:alpha val="69804"/>
                  </a:srgbClr>
                </a:gs>
                <a:gs pos="100000">
                  <a:schemeClr val="accent1"/>
                </a:gs>
                <a:gs pos="53000">
                  <a:srgbClr val="4EDAD3">
                    <a:alpha val="0"/>
                  </a:srgbClr>
                </a:gs>
              </a:gsLst>
              <a:lin ang="780000" scaled="0"/>
            </a:gradFill>
            <a:ln w="317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08F78B0F-D404-F4B2-F333-0A29A402C6F8}"/>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0EAFE0"/>
            </a:solidFill>
            <a:ln w="317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C2E13307-B623-C467-FD4D-9B8942ECD934}"/>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solidFill>
              <a:srgbClr val="1F7AE3">
                <a:alpha val="60000"/>
              </a:srgbClr>
            </a:solidFill>
            <a:ln w="317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3ED1ACAF-FAA8-C2E5-49AE-A8B8E4C6F103}"/>
                </a:ext>
              </a:extLst>
            </p:cNvPr>
            <p:cNvSpPr/>
            <p:nvPr/>
          </p:nvSpPr>
          <p:spPr>
            <a:xfrm>
              <a:off x="8300084" y="1"/>
              <a:ext cx="1883092" cy="3500878"/>
            </a:xfrm>
            <a:custGeom>
              <a:avLst/>
              <a:gdLst>
                <a:gd name="connsiteX0" fmla="*/ 1398588 w 1883092"/>
                <a:gd name="connsiteY0" fmla="*/ 0 h 3496309"/>
                <a:gd name="connsiteX1" fmla="*/ 0 w 1883092"/>
                <a:gd name="connsiteY1" fmla="*/ 3496310 h 3496309"/>
                <a:gd name="connsiteX2" fmla="*/ 1883093 w 1883092"/>
                <a:gd name="connsiteY2" fmla="*/ 0 h 3496309"/>
                <a:gd name="connsiteX3" fmla="*/ 1398588 w 1883092"/>
                <a:gd name="connsiteY3" fmla="*/ 0 h 3496309"/>
              </a:gdLst>
              <a:ahLst/>
              <a:cxnLst>
                <a:cxn ang="0">
                  <a:pos x="connsiteX0" y="connsiteY0"/>
                </a:cxn>
                <a:cxn ang="0">
                  <a:pos x="connsiteX1" y="connsiteY1"/>
                </a:cxn>
                <a:cxn ang="0">
                  <a:pos x="connsiteX2" y="connsiteY2"/>
                </a:cxn>
                <a:cxn ang="0">
                  <a:pos x="connsiteX3" y="connsiteY3"/>
                </a:cxn>
              </a:cxnLst>
              <a:rect l="l" t="t" r="r" b="b"/>
              <a:pathLst>
                <a:path w="1883092" h="3496309">
                  <a:moveTo>
                    <a:pt x="1398588" y="0"/>
                  </a:moveTo>
                  <a:lnTo>
                    <a:pt x="0" y="3496310"/>
                  </a:lnTo>
                  <a:lnTo>
                    <a:pt x="1883093" y="0"/>
                  </a:lnTo>
                  <a:lnTo>
                    <a:pt x="1398588" y="0"/>
                  </a:lnTo>
                  <a:close/>
                </a:path>
              </a:pathLst>
            </a:custGeom>
            <a:noFill/>
            <a:ln w="317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60F0B80D-F0E8-B30E-46FF-C39179F09361}"/>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0EAFE0"/>
            </a:solidFill>
            <a:ln w="317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352D49FC-DA0F-9DA8-A2B4-AF2D1A83A772}"/>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solidFill>
              <a:srgbClr val="3ECAFB"/>
            </a:solidFill>
            <a:ln w="317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B794C530-2DE3-A9D5-0E55-EB9940ADEB99}"/>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gradFill>
              <a:gsLst>
                <a:gs pos="0">
                  <a:srgbClr val="3ECAFB">
                    <a:alpha val="0"/>
                  </a:srgbClr>
                </a:gs>
                <a:gs pos="40000">
                  <a:srgbClr val="3CC7FA">
                    <a:alpha val="52000"/>
                  </a:srgbClr>
                </a:gs>
                <a:gs pos="54000">
                  <a:srgbClr val="0068DF"/>
                </a:gs>
              </a:gsLst>
              <a:lin ang="2400000" scaled="0"/>
            </a:gradFill>
            <a:ln w="317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C0EB4D49-3517-277E-DB54-A4947144B8C0}"/>
                </a:ext>
              </a:extLst>
            </p:cNvPr>
            <p:cNvSpPr/>
            <p:nvPr/>
          </p:nvSpPr>
          <p:spPr>
            <a:xfrm>
              <a:off x="8300084" y="1"/>
              <a:ext cx="3284855" cy="3500878"/>
            </a:xfrm>
            <a:custGeom>
              <a:avLst/>
              <a:gdLst>
                <a:gd name="connsiteX0" fmla="*/ 3284855 w 3284855"/>
                <a:gd name="connsiteY0" fmla="*/ 0 h 3496309"/>
                <a:gd name="connsiteX1" fmla="*/ 0 w 3284855"/>
                <a:gd name="connsiteY1" fmla="*/ 3496310 h 3496309"/>
                <a:gd name="connsiteX2" fmla="*/ 2220596 w 3284855"/>
                <a:gd name="connsiteY2" fmla="*/ 0 h 3496309"/>
                <a:gd name="connsiteX3" fmla="*/ 3284855 w 3284855"/>
                <a:gd name="connsiteY3" fmla="*/ 0 h 3496309"/>
              </a:gdLst>
              <a:ahLst/>
              <a:cxnLst>
                <a:cxn ang="0">
                  <a:pos x="connsiteX0" y="connsiteY0"/>
                </a:cxn>
                <a:cxn ang="0">
                  <a:pos x="connsiteX1" y="connsiteY1"/>
                </a:cxn>
                <a:cxn ang="0">
                  <a:pos x="connsiteX2" y="connsiteY2"/>
                </a:cxn>
                <a:cxn ang="0">
                  <a:pos x="connsiteX3" y="connsiteY3"/>
                </a:cxn>
              </a:cxnLst>
              <a:rect l="l" t="t" r="r" b="b"/>
              <a:pathLst>
                <a:path w="3284855" h="3496309">
                  <a:moveTo>
                    <a:pt x="3284855" y="0"/>
                  </a:moveTo>
                  <a:lnTo>
                    <a:pt x="0" y="3496310"/>
                  </a:lnTo>
                  <a:lnTo>
                    <a:pt x="2220596" y="0"/>
                  </a:lnTo>
                  <a:lnTo>
                    <a:pt x="3284855" y="0"/>
                  </a:lnTo>
                  <a:close/>
                </a:path>
              </a:pathLst>
            </a:custGeom>
            <a:noFill/>
            <a:ln w="3175" cap="flat">
              <a:noFill/>
              <a:prstDash val="solid"/>
              <a:miter/>
            </a:ln>
          </p:spPr>
          <p:txBody>
            <a:bodyPr rtlCol="0" anchor="ctr"/>
            <a:lstStyle/>
            <a:p>
              <a:endParaRPr lang="en-US"/>
            </a:p>
          </p:txBody>
        </p:sp>
        <p:grpSp>
          <p:nvGrpSpPr>
            <p:cNvPr id="299" name="Graphic 613">
              <a:extLst>
                <a:ext uri="{FF2B5EF4-FFF2-40B4-BE49-F238E27FC236}">
                  <a16:creationId xmlns:a16="http://schemas.microsoft.com/office/drawing/2014/main" id="{77A6F164-C859-3700-8E5E-8F76FB799086}"/>
                </a:ext>
              </a:extLst>
            </p:cNvPr>
            <p:cNvGrpSpPr/>
            <p:nvPr/>
          </p:nvGrpSpPr>
          <p:grpSpPr>
            <a:xfrm>
              <a:off x="8300084" y="1"/>
              <a:ext cx="3891915" cy="3500878"/>
              <a:chOff x="8300084" y="0"/>
              <a:chExt cx="3891915" cy="3496309"/>
            </a:xfrm>
          </p:grpSpPr>
          <p:sp>
            <p:nvSpPr>
              <p:cNvPr id="307" name="Freeform: Shape 306">
                <a:extLst>
                  <a:ext uri="{FF2B5EF4-FFF2-40B4-BE49-F238E27FC236}">
                    <a16:creationId xmlns:a16="http://schemas.microsoft.com/office/drawing/2014/main" id="{6053F398-C062-108A-D474-FEBDCF412386}"/>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solidFill>
                <a:srgbClr val="0EAFE0"/>
              </a:solidFill>
              <a:ln w="317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452EE8C4-4E9A-8FA7-20B2-8F725AAD1A40}"/>
                  </a:ext>
                </a:extLst>
              </p:cNvPr>
              <p:cNvSpPr/>
              <p:nvPr/>
            </p:nvSpPr>
            <p:spPr>
              <a:xfrm>
                <a:off x="8300084" y="0"/>
                <a:ext cx="3891915" cy="3496309"/>
              </a:xfrm>
              <a:custGeom>
                <a:avLst/>
                <a:gdLst>
                  <a:gd name="connsiteX0" fmla="*/ 3891915 w 3891915"/>
                  <a:gd name="connsiteY0" fmla="*/ 683895 h 3496309"/>
                  <a:gd name="connsiteX1" fmla="*/ 0 w 3891915"/>
                  <a:gd name="connsiteY1" fmla="*/ 3496310 h 3496309"/>
                  <a:gd name="connsiteX2" fmla="*/ 3284855 w 3891915"/>
                  <a:gd name="connsiteY2" fmla="*/ 0 h 3496309"/>
                  <a:gd name="connsiteX3" fmla="*/ 3891915 w 3891915"/>
                  <a:gd name="connsiteY3" fmla="*/ 0 h 3496309"/>
                  <a:gd name="connsiteX4" fmla="*/ 3891915 w 3891915"/>
                  <a:gd name="connsiteY4" fmla="*/ 683895 h 3496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1915" h="3496309">
                    <a:moveTo>
                      <a:pt x="3891915" y="683895"/>
                    </a:moveTo>
                    <a:lnTo>
                      <a:pt x="0" y="3496310"/>
                    </a:lnTo>
                    <a:lnTo>
                      <a:pt x="3284855" y="0"/>
                    </a:lnTo>
                    <a:lnTo>
                      <a:pt x="3891915" y="0"/>
                    </a:lnTo>
                    <a:lnTo>
                      <a:pt x="3891915" y="683895"/>
                    </a:lnTo>
                    <a:close/>
                  </a:path>
                </a:pathLst>
              </a:custGeom>
              <a:gradFill>
                <a:gsLst>
                  <a:gs pos="46000">
                    <a:srgbClr val="0068DF"/>
                  </a:gs>
                  <a:gs pos="100000">
                    <a:srgbClr val="39C7F8"/>
                  </a:gs>
                  <a:gs pos="53000">
                    <a:srgbClr val="3ECAFB">
                      <a:alpha val="89804"/>
                    </a:srgbClr>
                  </a:gs>
                </a:gsLst>
                <a:lin ang="2760000" scaled="0"/>
              </a:gradFill>
              <a:ln w="3175" cap="flat">
                <a:noFill/>
                <a:prstDash val="solid"/>
                <a:miter/>
              </a:ln>
            </p:spPr>
            <p:txBody>
              <a:bodyPr rtlCol="0" anchor="ctr"/>
              <a:lstStyle/>
              <a:p>
                <a:endParaRPr lang="en-US"/>
              </a:p>
            </p:txBody>
          </p:sp>
        </p:grpSp>
        <p:grpSp>
          <p:nvGrpSpPr>
            <p:cNvPr id="300" name="Graphic 613">
              <a:extLst>
                <a:ext uri="{FF2B5EF4-FFF2-40B4-BE49-F238E27FC236}">
                  <a16:creationId xmlns:a16="http://schemas.microsoft.com/office/drawing/2014/main" id="{59810255-E664-79BA-40D2-F2C2601BE972}"/>
                </a:ext>
              </a:extLst>
            </p:cNvPr>
            <p:cNvGrpSpPr/>
            <p:nvPr/>
          </p:nvGrpSpPr>
          <p:grpSpPr>
            <a:xfrm>
              <a:off x="8300084" y="684789"/>
              <a:ext cx="3930650" cy="2816090"/>
              <a:chOff x="8300084" y="683894"/>
              <a:chExt cx="3930650" cy="2812414"/>
            </a:xfrm>
          </p:grpSpPr>
          <p:sp>
            <p:nvSpPr>
              <p:cNvPr id="305" name="Freeform: Shape 304">
                <a:extLst>
                  <a:ext uri="{FF2B5EF4-FFF2-40B4-BE49-F238E27FC236}">
                    <a16:creationId xmlns:a16="http://schemas.microsoft.com/office/drawing/2014/main" id="{6F98B61E-7906-56B9-AD16-50ED7D684C37}"/>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solidFill>
                <a:srgbClr val="0EAFE0"/>
              </a:solidFill>
              <a:ln w="317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FC59ED0B-C029-A9DD-54AB-E329D6458E46}"/>
                  </a:ext>
                </a:extLst>
              </p:cNvPr>
              <p:cNvSpPr/>
              <p:nvPr/>
            </p:nvSpPr>
            <p:spPr>
              <a:xfrm>
                <a:off x="8300084" y="683894"/>
                <a:ext cx="3930650" cy="2812414"/>
              </a:xfrm>
              <a:custGeom>
                <a:avLst/>
                <a:gdLst>
                  <a:gd name="connsiteX0" fmla="*/ 3891915 w 3930650"/>
                  <a:gd name="connsiteY0" fmla="*/ 0 h 2812414"/>
                  <a:gd name="connsiteX1" fmla="*/ 0 w 3930650"/>
                  <a:gd name="connsiteY1" fmla="*/ 2812415 h 2812414"/>
                  <a:gd name="connsiteX2" fmla="*/ 3930650 w 3930650"/>
                  <a:gd name="connsiteY2" fmla="*/ 1133158 h 2812414"/>
                </a:gdLst>
                <a:ahLst/>
                <a:cxnLst>
                  <a:cxn ang="0">
                    <a:pos x="connsiteX0" y="connsiteY0"/>
                  </a:cxn>
                  <a:cxn ang="0">
                    <a:pos x="connsiteX1" y="connsiteY1"/>
                  </a:cxn>
                  <a:cxn ang="0">
                    <a:pos x="connsiteX2" y="connsiteY2"/>
                  </a:cxn>
                </a:cxnLst>
                <a:rect l="l" t="t" r="r" b="b"/>
                <a:pathLst>
                  <a:path w="3930650" h="2812414">
                    <a:moveTo>
                      <a:pt x="3891915" y="0"/>
                    </a:moveTo>
                    <a:lnTo>
                      <a:pt x="0" y="2812415"/>
                    </a:lnTo>
                    <a:lnTo>
                      <a:pt x="3930650" y="1133158"/>
                    </a:lnTo>
                  </a:path>
                </a:pathLst>
              </a:custGeom>
              <a:gradFill>
                <a:gsLst>
                  <a:gs pos="47000">
                    <a:srgbClr val="0068DF">
                      <a:alpha val="89804"/>
                    </a:srgbClr>
                  </a:gs>
                  <a:gs pos="34000">
                    <a:srgbClr val="0068DF">
                      <a:alpha val="89804"/>
                    </a:srgbClr>
                  </a:gs>
                  <a:gs pos="58000">
                    <a:srgbClr val="0EAFE0"/>
                  </a:gs>
                </a:gsLst>
                <a:lin ang="3600000" scaled="0"/>
              </a:gradFill>
              <a:ln w="3175" cap="flat">
                <a:noFill/>
                <a:prstDash val="solid"/>
                <a:miter/>
              </a:ln>
            </p:spPr>
            <p:txBody>
              <a:bodyPr rtlCol="0" anchor="ctr"/>
              <a:lstStyle/>
              <a:p>
                <a:endParaRPr lang="en-US"/>
              </a:p>
            </p:txBody>
          </p:sp>
        </p:grpSp>
        <p:grpSp>
          <p:nvGrpSpPr>
            <p:cNvPr id="301" name="Graphic 613">
              <a:extLst>
                <a:ext uri="{FF2B5EF4-FFF2-40B4-BE49-F238E27FC236}">
                  <a16:creationId xmlns:a16="http://schemas.microsoft.com/office/drawing/2014/main" id="{100605DC-4610-F7A6-DF53-D848F2BD49B8}"/>
                </a:ext>
              </a:extLst>
            </p:cNvPr>
            <p:cNvGrpSpPr/>
            <p:nvPr/>
          </p:nvGrpSpPr>
          <p:grpSpPr>
            <a:xfrm>
              <a:off x="8300084" y="1819428"/>
              <a:ext cx="3930650" cy="1681452"/>
              <a:chOff x="8300084" y="1817052"/>
              <a:chExt cx="3930650" cy="1679257"/>
            </a:xfrm>
          </p:grpSpPr>
          <p:sp>
            <p:nvSpPr>
              <p:cNvPr id="303" name="Freeform: Shape 302">
                <a:extLst>
                  <a:ext uri="{FF2B5EF4-FFF2-40B4-BE49-F238E27FC236}">
                    <a16:creationId xmlns:a16="http://schemas.microsoft.com/office/drawing/2014/main" id="{B4A838C9-16EA-4C4D-9259-B51E79ECC16B}"/>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0EAFE0"/>
              </a:solidFill>
              <a:ln w="317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8258A440-01BE-DAD4-9A28-338A876C016D}"/>
                  </a:ext>
                </a:extLst>
              </p:cNvPr>
              <p:cNvSpPr/>
              <p:nvPr/>
            </p:nvSpPr>
            <p:spPr>
              <a:xfrm>
                <a:off x="8300084" y="1817052"/>
                <a:ext cx="3930650" cy="1679257"/>
              </a:xfrm>
              <a:custGeom>
                <a:avLst/>
                <a:gdLst>
                  <a:gd name="connsiteX0" fmla="*/ 3930650 w 3930650"/>
                  <a:gd name="connsiteY0" fmla="*/ 0 h 1679257"/>
                  <a:gd name="connsiteX1" fmla="*/ 0 w 3930650"/>
                  <a:gd name="connsiteY1" fmla="*/ 1679257 h 1679257"/>
                  <a:gd name="connsiteX2" fmla="*/ 3928746 w 3930650"/>
                  <a:gd name="connsiteY2" fmla="*/ 279400 h 1679257"/>
                  <a:gd name="connsiteX3" fmla="*/ 3930650 w 3930650"/>
                  <a:gd name="connsiteY3" fmla="*/ 0 h 1679257"/>
                </a:gdLst>
                <a:ahLst/>
                <a:cxnLst>
                  <a:cxn ang="0">
                    <a:pos x="connsiteX0" y="connsiteY0"/>
                  </a:cxn>
                  <a:cxn ang="0">
                    <a:pos x="connsiteX1" y="connsiteY1"/>
                  </a:cxn>
                  <a:cxn ang="0">
                    <a:pos x="connsiteX2" y="connsiteY2"/>
                  </a:cxn>
                  <a:cxn ang="0">
                    <a:pos x="connsiteX3" y="connsiteY3"/>
                  </a:cxn>
                </a:cxnLst>
                <a:rect l="l" t="t" r="r" b="b"/>
                <a:pathLst>
                  <a:path w="3930650" h="1679257">
                    <a:moveTo>
                      <a:pt x="3930650" y="0"/>
                    </a:moveTo>
                    <a:lnTo>
                      <a:pt x="0" y="1679257"/>
                    </a:lnTo>
                    <a:lnTo>
                      <a:pt x="3928746" y="279400"/>
                    </a:lnTo>
                    <a:lnTo>
                      <a:pt x="3930650" y="0"/>
                    </a:lnTo>
                    <a:close/>
                  </a:path>
                </a:pathLst>
              </a:custGeom>
              <a:solidFill>
                <a:srgbClr val="26BCED"/>
              </a:solidFill>
              <a:ln w="3175" cap="flat">
                <a:noFill/>
                <a:prstDash val="solid"/>
                <a:miter/>
              </a:ln>
            </p:spPr>
            <p:txBody>
              <a:bodyPr rtlCol="0" anchor="ctr"/>
              <a:lstStyle/>
              <a:p>
                <a:endParaRPr lang="en-US"/>
              </a:p>
            </p:txBody>
          </p:sp>
        </p:grpSp>
        <p:sp>
          <p:nvSpPr>
            <p:cNvPr id="302" name="Rectangle 301">
              <a:extLst>
                <a:ext uri="{FF2B5EF4-FFF2-40B4-BE49-F238E27FC236}">
                  <a16:creationId xmlns:a16="http://schemas.microsoft.com/office/drawing/2014/main" id="{785376B0-2813-EEAE-6FA7-67C3F3D53D26}"/>
                </a:ext>
              </a:extLst>
            </p:cNvPr>
            <p:cNvSpPr/>
            <p:nvPr userDrawn="1"/>
          </p:nvSpPr>
          <p:spPr>
            <a:xfrm>
              <a:off x="12200310" y="1"/>
              <a:ext cx="92408" cy="6866963"/>
            </a:xfrm>
            <a:prstGeom prst="rect">
              <a:avLst/>
            </a:prstGeom>
            <a:solidFill>
              <a:srgbClr val="E9EDF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spTree>
    <p:extLst>
      <p:ext uri="{BB962C8B-B14F-4D97-AF65-F5344CB8AC3E}">
        <p14:creationId xmlns:p14="http://schemas.microsoft.com/office/powerpoint/2010/main" val="115997554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NXP + logo ">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591696F-04D1-9B06-1237-744CE5322B65}"/>
              </a:ext>
            </a:extLst>
          </p:cNvPr>
          <p:cNvGrpSpPr/>
          <p:nvPr userDrawn="1"/>
        </p:nvGrpSpPr>
        <p:grpSpPr>
          <a:xfrm>
            <a:off x="1329004" y="2629430"/>
            <a:ext cx="2894619" cy="979228"/>
            <a:chOff x="532238" y="532263"/>
            <a:chExt cx="1522954" cy="515204"/>
          </a:xfrm>
        </p:grpSpPr>
        <p:sp>
          <p:nvSpPr>
            <p:cNvPr id="4" name="Freeform: Shape 3">
              <a:extLst>
                <a:ext uri="{FF2B5EF4-FFF2-40B4-BE49-F238E27FC236}">
                  <a16:creationId xmlns:a16="http://schemas.microsoft.com/office/drawing/2014/main" id="{012B66B9-7611-B714-8794-C580ADF153EF}"/>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5" name="Freeform: Shape 4">
              <a:extLst>
                <a:ext uri="{FF2B5EF4-FFF2-40B4-BE49-F238E27FC236}">
                  <a16:creationId xmlns:a16="http://schemas.microsoft.com/office/drawing/2014/main" id="{CBB59CCC-1A5B-6EE8-1831-4D7D0F91EA95}"/>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8" name="Freeform: Shape 7">
              <a:extLst>
                <a:ext uri="{FF2B5EF4-FFF2-40B4-BE49-F238E27FC236}">
                  <a16:creationId xmlns:a16="http://schemas.microsoft.com/office/drawing/2014/main" id="{40A97240-CCE8-5488-76AC-CF0E9B035643}"/>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sp>
        <p:nvSpPr>
          <p:cNvPr id="12" name="Rectangle: Rounded Corners 11">
            <a:hlinkClick r:id="rId2"/>
            <a:extLst>
              <a:ext uri="{FF2B5EF4-FFF2-40B4-BE49-F238E27FC236}">
                <a16:creationId xmlns:a16="http://schemas.microsoft.com/office/drawing/2014/main" id="{75A8E5E3-17F6-9917-83F2-08D1544F023A}"/>
              </a:ext>
            </a:extLst>
          </p:cNvPr>
          <p:cNvSpPr/>
          <p:nvPr userDrawn="1"/>
        </p:nvSpPr>
        <p:spPr>
          <a:xfrm>
            <a:off x="1342652" y="5761384"/>
            <a:ext cx="1509927" cy="305544"/>
          </a:xfrm>
          <a:prstGeom prst="roundRect">
            <a:avLst>
              <a:gd name="adj" fmla="val 50000"/>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a:solidFill>
                  <a:schemeClr val="tx2">
                    <a:lumMod val="10000"/>
                    <a:lumOff val="90000"/>
                  </a:schemeClr>
                </a:solidFill>
                <a:latin typeface="Poppins SemiBold" panose="00000700000000000000" pitchFamily="2" charset="0"/>
                <a:cs typeface="Poppins SemiBold" panose="00000700000000000000" pitchFamily="2" charset="0"/>
              </a:rPr>
              <a:t>nxp.com</a:t>
            </a:r>
          </a:p>
        </p:txBody>
      </p:sp>
      <p:sp>
        <p:nvSpPr>
          <p:cNvPr id="3" name="Text Placeholder 5">
            <a:extLst>
              <a:ext uri="{FF2B5EF4-FFF2-40B4-BE49-F238E27FC236}">
                <a16:creationId xmlns:a16="http://schemas.microsoft.com/office/drawing/2014/main" id="{0430BA5F-BFE6-F50D-6334-D0BC11439464}"/>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bg2">
                    <a:lumMod val="50000"/>
                    <a:lumOff val="50000"/>
                  </a:schemeClr>
                </a:solidFill>
                <a:latin typeface="Poppins SemiBold" pitchFamily="2" charset="77"/>
                <a:cs typeface="Poppins SemiBold" pitchFamily="2" charset="77"/>
              </a:rPr>
              <a:t>|  Public  |  </a:t>
            </a:r>
            <a:r>
              <a:rPr lang="en-US" sz="800" b="0" i="0">
                <a:solidFill>
                  <a:schemeClr val="bg2">
                    <a:lumMod val="50000"/>
                    <a:lumOff val="50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bg2">
                    <a:lumMod val="50000"/>
                    <a:lumOff val="50000"/>
                  </a:schemeClr>
                </a:solidFill>
                <a:latin typeface="Poppins" panose="00000500000000000000" pitchFamily="2" charset="0"/>
                <a:cs typeface="Poppins" panose="00000500000000000000" pitchFamily="2" charset="0"/>
              </a:rPr>
            </a:br>
            <a:r>
              <a:rPr lang="en-US" sz="800" b="0" i="0">
                <a:solidFill>
                  <a:schemeClr val="bg2">
                    <a:lumMod val="50000"/>
                    <a:lumOff val="50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grpSp>
        <p:nvGrpSpPr>
          <p:cNvPr id="51" name="Group 50">
            <a:extLst>
              <a:ext uri="{FF2B5EF4-FFF2-40B4-BE49-F238E27FC236}">
                <a16:creationId xmlns:a16="http://schemas.microsoft.com/office/drawing/2014/main" id="{641553C3-C302-B768-18B7-85711337DE99}"/>
              </a:ext>
            </a:extLst>
          </p:cNvPr>
          <p:cNvGrpSpPr/>
          <p:nvPr userDrawn="1"/>
        </p:nvGrpSpPr>
        <p:grpSpPr>
          <a:xfrm>
            <a:off x="3881118" y="0"/>
            <a:ext cx="8315959" cy="6857999"/>
            <a:chOff x="4609967" y="0"/>
            <a:chExt cx="8315959" cy="6857999"/>
          </a:xfrm>
        </p:grpSpPr>
        <p:sp>
          <p:nvSpPr>
            <p:cNvPr id="52" name="Freeform: Shape 51">
              <a:extLst>
                <a:ext uri="{FF2B5EF4-FFF2-40B4-BE49-F238E27FC236}">
                  <a16:creationId xmlns:a16="http://schemas.microsoft.com/office/drawing/2014/main" id="{8EA4036E-2DF9-8C64-DE1E-DAEFFDE15D0E}"/>
                </a:ext>
              </a:extLst>
            </p:cNvPr>
            <p:cNvSpPr/>
            <p:nvPr/>
          </p:nvSpPr>
          <p:spPr>
            <a:xfrm>
              <a:off x="4609967" y="0"/>
              <a:ext cx="5878512" cy="3493452"/>
            </a:xfrm>
            <a:custGeom>
              <a:avLst/>
              <a:gdLst>
                <a:gd name="connsiteX0" fmla="*/ 5878513 w 5878512"/>
                <a:gd name="connsiteY0" fmla="*/ 3493453 h 3493452"/>
                <a:gd name="connsiteX1" fmla="*/ 5857557 w 5878512"/>
                <a:gd name="connsiteY1" fmla="*/ 0 h 3493452"/>
                <a:gd name="connsiteX2" fmla="*/ 2393315 w 5878512"/>
                <a:gd name="connsiteY2" fmla="*/ 0 h 3493452"/>
                <a:gd name="connsiteX3" fmla="*/ 0 w 5878512"/>
                <a:gd name="connsiteY3" fmla="*/ 0 h 3493452"/>
                <a:gd name="connsiteX4" fmla="*/ 5878513 w 5878512"/>
                <a:gd name="connsiteY4" fmla="*/ 3493453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5878513" y="3493453"/>
                  </a:moveTo>
                  <a:lnTo>
                    <a:pt x="5857557" y="0"/>
                  </a:lnTo>
                  <a:lnTo>
                    <a:pt x="2393315" y="0"/>
                  </a:lnTo>
                  <a:lnTo>
                    <a:pt x="0" y="0"/>
                  </a:lnTo>
                  <a:lnTo>
                    <a:pt x="5878513" y="3493453"/>
                  </a:lnTo>
                  <a:close/>
                </a:path>
              </a:pathLst>
            </a:custGeom>
            <a:solidFill>
              <a:srgbClr val="69CA00"/>
            </a:solidFill>
            <a:ln w="2223"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DBED6A4E-F6E8-9D63-83E2-4C94049BDCB0}"/>
                </a:ext>
              </a:extLst>
            </p:cNvPr>
            <p:cNvSpPr/>
            <p:nvPr/>
          </p:nvSpPr>
          <p:spPr>
            <a:xfrm>
              <a:off x="4609967" y="0"/>
              <a:ext cx="5878512" cy="3493452"/>
            </a:xfrm>
            <a:custGeom>
              <a:avLst/>
              <a:gdLst>
                <a:gd name="connsiteX0" fmla="*/ 0 w 5878512"/>
                <a:gd name="connsiteY0" fmla="*/ 0 h 3493452"/>
                <a:gd name="connsiteX1" fmla="*/ 5878513 w 5878512"/>
                <a:gd name="connsiteY1" fmla="*/ 3493453 h 3493452"/>
                <a:gd name="connsiteX2" fmla="*/ 2393315 w 5878512"/>
                <a:gd name="connsiteY2" fmla="*/ 0 h 3493452"/>
                <a:gd name="connsiteX3" fmla="*/ 2393315 w 5878512"/>
                <a:gd name="connsiteY3" fmla="*/ 0 h 3493452"/>
                <a:gd name="connsiteX4" fmla="*/ 0 w 5878512"/>
                <a:gd name="connsiteY4" fmla="*/ 0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0" y="0"/>
                  </a:moveTo>
                  <a:lnTo>
                    <a:pt x="5878513" y="3493453"/>
                  </a:lnTo>
                  <a:lnTo>
                    <a:pt x="2393315" y="0"/>
                  </a:lnTo>
                  <a:lnTo>
                    <a:pt x="2393315" y="0"/>
                  </a:lnTo>
                  <a:lnTo>
                    <a:pt x="0" y="0"/>
                  </a:lnTo>
                  <a:close/>
                </a:path>
              </a:pathLst>
            </a:custGeom>
            <a:gradFill>
              <a:gsLst>
                <a:gs pos="2521">
                  <a:schemeClr val="accent6"/>
                </a:gs>
                <a:gs pos="49000">
                  <a:schemeClr val="accent3"/>
                </a:gs>
                <a:gs pos="63000">
                  <a:srgbClr val="C6EB00"/>
                </a:gs>
                <a:gs pos="94000">
                  <a:srgbClr val="C6EB00"/>
                </a:gs>
              </a:gsLst>
              <a:lin ang="18480000" scaled="0"/>
            </a:gradFill>
            <a:ln w="2223"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2DEF2BA1-C922-85EE-6AB8-53B1877C16F7}"/>
                </a:ext>
              </a:extLst>
            </p:cNvPr>
            <p:cNvSpPr/>
            <p:nvPr/>
          </p:nvSpPr>
          <p:spPr>
            <a:xfrm>
              <a:off x="7003281" y="0"/>
              <a:ext cx="3485197" cy="3493452"/>
            </a:xfrm>
            <a:custGeom>
              <a:avLst/>
              <a:gdLst>
                <a:gd name="connsiteX0" fmla="*/ 0 w 3485197"/>
                <a:gd name="connsiteY0" fmla="*/ 0 h 3493452"/>
                <a:gd name="connsiteX1" fmla="*/ 3485198 w 3485197"/>
                <a:gd name="connsiteY1" fmla="*/ 3493453 h 3493452"/>
                <a:gd name="connsiteX2" fmla="*/ 287973 w 3485197"/>
                <a:gd name="connsiteY2" fmla="*/ 0 h 3493452"/>
                <a:gd name="connsiteX3" fmla="*/ 0 w 3485197"/>
                <a:gd name="connsiteY3" fmla="*/ 0 h 3493452"/>
              </a:gdLst>
              <a:ahLst/>
              <a:cxnLst>
                <a:cxn ang="0">
                  <a:pos x="connsiteX0" y="connsiteY0"/>
                </a:cxn>
                <a:cxn ang="0">
                  <a:pos x="connsiteX1" y="connsiteY1"/>
                </a:cxn>
                <a:cxn ang="0">
                  <a:pos x="connsiteX2" y="connsiteY2"/>
                </a:cxn>
                <a:cxn ang="0">
                  <a:pos x="connsiteX3" y="connsiteY3"/>
                </a:cxn>
              </a:cxnLst>
              <a:rect l="l" t="t" r="r" b="b"/>
              <a:pathLst>
                <a:path w="3485197" h="3493452">
                  <a:moveTo>
                    <a:pt x="0" y="0"/>
                  </a:moveTo>
                  <a:lnTo>
                    <a:pt x="3485198" y="3493453"/>
                  </a:lnTo>
                  <a:lnTo>
                    <a:pt x="287973" y="0"/>
                  </a:lnTo>
                  <a:lnTo>
                    <a:pt x="0" y="0"/>
                  </a:lnTo>
                  <a:close/>
                </a:path>
              </a:pathLst>
            </a:custGeom>
            <a:solidFill>
              <a:srgbClr val="7EB972">
                <a:alpha val="40000"/>
              </a:srgbClr>
            </a:solidFill>
            <a:ln w="2223"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289949BD-CEF8-2E38-DB65-994A515B835C}"/>
                </a:ext>
              </a:extLst>
            </p:cNvPr>
            <p:cNvSpPr/>
            <p:nvPr/>
          </p:nvSpPr>
          <p:spPr>
            <a:xfrm>
              <a:off x="7291254" y="0"/>
              <a:ext cx="3197225" cy="3493452"/>
            </a:xfrm>
            <a:custGeom>
              <a:avLst/>
              <a:gdLst>
                <a:gd name="connsiteX0" fmla="*/ 628650 w 3197225"/>
                <a:gd name="connsiteY0" fmla="*/ 0 h 3493452"/>
                <a:gd name="connsiteX1" fmla="*/ 3197225 w 3197225"/>
                <a:gd name="connsiteY1" fmla="*/ 3493453 h 3493452"/>
                <a:gd name="connsiteX2" fmla="*/ 0 w 3197225"/>
                <a:gd name="connsiteY2" fmla="*/ 0 h 3493452"/>
                <a:gd name="connsiteX3" fmla="*/ 628650 w 3197225"/>
                <a:gd name="connsiteY3" fmla="*/ 0 h 3493452"/>
              </a:gdLst>
              <a:ahLst/>
              <a:cxnLst>
                <a:cxn ang="0">
                  <a:pos x="connsiteX0" y="connsiteY0"/>
                </a:cxn>
                <a:cxn ang="0">
                  <a:pos x="connsiteX1" y="connsiteY1"/>
                </a:cxn>
                <a:cxn ang="0">
                  <a:pos x="connsiteX2" y="connsiteY2"/>
                </a:cxn>
                <a:cxn ang="0">
                  <a:pos x="connsiteX3" y="connsiteY3"/>
                </a:cxn>
              </a:cxnLst>
              <a:rect l="l" t="t" r="r" b="b"/>
              <a:pathLst>
                <a:path w="3197225" h="3493452">
                  <a:moveTo>
                    <a:pt x="628650" y="0"/>
                  </a:moveTo>
                  <a:lnTo>
                    <a:pt x="3197225" y="3493453"/>
                  </a:lnTo>
                  <a:lnTo>
                    <a:pt x="0" y="0"/>
                  </a:lnTo>
                  <a:lnTo>
                    <a:pt x="628650" y="0"/>
                  </a:lnTo>
                  <a:close/>
                </a:path>
              </a:pathLst>
            </a:custGeom>
            <a:gradFill>
              <a:gsLst>
                <a:gs pos="46000">
                  <a:schemeClr val="accent3"/>
                </a:gs>
                <a:gs pos="64000">
                  <a:srgbClr val="C6EB00"/>
                </a:gs>
              </a:gsLst>
              <a:lin ang="18810059" scaled="1"/>
            </a:gradFill>
            <a:ln w="2223"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62B866CA-4D7B-D458-D16A-CF01E01505D1}"/>
                </a:ext>
              </a:extLst>
            </p:cNvPr>
            <p:cNvSpPr/>
            <p:nvPr/>
          </p:nvSpPr>
          <p:spPr>
            <a:xfrm>
              <a:off x="7919904" y="0"/>
              <a:ext cx="2568575" cy="3493452"/>
            </a:xfrm>
            <a:custGeom>
              <a:avLst/>
              <a:gdLst>
                <a:gd name="connsiteX0" fmla="*/ 0 w 2568575"/>
                <a:gd name="connsiteY0" fmla="*/ 0 h 3493452"/>
                <a:gd name="connsiteX1" fmla="*/ 2568575 w 2568575"/>
                <a:gd name="connsiteY1" fmla="*/ 3493453 h 3493452"/>
                <a:gd name="connsiteX2" fmla="*/ 173672 w 2568575"/>
                <a:gd name="connsiteY2" fmla="*/ 0 h 3493452"/>
                <a:gd name="connsiteX3" fmla="*/ 0 w 2568575"/>
                <a:gd name="connsiteY3" fmla="*/ 0 h 3493452"/>
              </a:gdLst>
              <a:ahLst/>
              <a:cxnLst>
                <a:cxn ang="0">
                  <a:pos x="connsiteX0" y="connsiteY0"/>
                </a:cxn>
                <a:cxn ang="0">
                  <a:pos x="connsiteX1" y="connsiteY1"/>
                </a:cxn>
                <a:cxn ang="0">
                  <a:pos x="connsiteX2" y="connsiteY2"/>
                </a:cxn>
                <a:cxn ang="0">
                  <a:pos x="connsiteX3" y="connsiteY3"/>
                </a:cxn>
              </a:cxnLst>
              <a:rect l="l" t="t" r="r" b="b"/>
              <a:pathLst>
                <a:path w="2568575" h="3493452">
                  <a:moveTo>
                    <a:pt x="0" y="0"/>
                  </a:moveTo>
                  <a:lnTo>
                    <a:pt x="2568575" y="3493453"/>
                  </a:lnTo>
                  <a:lnTo>
                    <a:pt x="173672" y="0"/>
                  </a:lnTo>
                  <a:lnTo>
                    <a:pt x="0" y="0"/>
                  </a:lnTo>
                  <a:close/>
                </a:path>
              </a:pathLst>
            </a:custGeom>
            <a:solidFill>
              <a:srgbClr val="FFFFFF">
                <a:alpha val="20000"/>
              </a:srgbClr>
            </a:solidFill>
            <a:ln w="2223"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26F84751-33C6-336B-571E-4C8E686718D7}"/>
                </a:ext>
              </a:extLst>
            </p:cNvPr>
            <p:cNvSpPr/>
            <p:nvPr/>
          </p:nvSpPr>
          <p:spPr>
            <a:xfrm>
              <a:off x="8093577" y="0"/>
              <a:ext cx="2394902" cy="3493452"/>
            </a:xfrm>
            <a:custGeom>
              <a:avLst/>
              <a:gdLst>
                <a:gd name="connsiteX0" fmla="*/ 0 w 2394902"/>
                <a:gd name="connsiteY0" fmla="*/ 0 h 3493452"/>
                <a:gd name="connsiteX1" fmla="*/ 2394903 w 2394902"/>
                <a:gd name="connsiteY1" fmla="*/ 3493453 h 3493452"/>
                <a:gd name="connsiteX2" fmla="*/ 0 w 2394902"/>
                <a:gd name="connsiteY2" fmla="*/ 0 h 3493452"/>
                <a:gd name="connsiteX3" fmla="*/ 0 w 2394902"/>
                <a:gd name="connsiteY3" fmla="*/ 0 h 3493452"/>
              </a:gdLst>
              <a:ahLst/>
              <a:cxnLst>
                <a:cxn ang="0">
                  <a:pos x="connsiteX0" y="connsiteY0"/>
                </a:cxn>
                <a:cxn ang="0">
                  <a:pos x="connsiteX1" y="connsiteY1"/>
                </a:cxn>
                <a:cxn ang="0">
                  <a:pos x="connsiteX2" y="connsiteY2"/>
                </a:cxn>
                <a:cxn ang="0">
                  <a:pos x="connsiteX3" y="connsiteY3"/>
                </a:cxn>
              </a:cxnLst>
              <a:rect l="l" t="t" r="r" b="b"/>
              <a:pathLst>
                <a:path w="2394902" h="3493452">
                  <a:moveTo>
                    <a:pt x="0" y="0"/>
                  </a:moveTo>
                  <a:lnTo>
                    <a:pt x="2394903" y="3493453"/>
                  </a:lnTo>
                  <a:lnTo>
                    <a:pt x="0" y="0"/>
                  </a:lnTo>
                  <a:lnTo>
                    <a:pt x="0" y="0"/>
                  </a:lnTo>
                  <a:close/>
                </a:path>
              </a:pathLst>
            </a:custGeom>
            <a:solidFill>
              <a:srgbClr val="69CA00"/>
            </a:solidFill>
            <a:ln w="2223"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D9F64EEB-CDD9-9801-05F4-E3C3275F2004}"/>
                </a:ext>
              </a:extLst>
            </p:cNvPr>
            <p:cNvSpPr/>
            <p:nvPr/>
          </p:nvSpPr>
          <p:spPr>
            <a:xfrm>
              <a:off x="8267884" y="0"/>
              <a:ext cx="2220595" cy="3493452"/>
            </a:xfrm>
            <a:custGeom>
              <a:avLst/>
              <a:gdLst>
                <a:gd name="connsiteX0" fmla="*/ 0 w 2220595"/>
                <a:gd name="connsiteY0" fmla="*/ 0 h 3493452"/>
                <a:gd name="connsiteX1" fmla="*/ 2220596 w 2220595"/>
                <a:gd name="connsiteY1" fmla="*/ 3493453 h 3493452"/>
                <a:gd name="connsiteX2" fmla="*/ 187643 w 2220595"/>
                <a:gd name="connsiteY2" fmla="*/ 0 h 3493452"/>
                <a:gd name="connsiteX3" fmla="*/ 0 w 2220595"/>
                <a:gd name="connsiteY3" fmla="*/ 0 h 3493452"/>
              </a:gdLst>
              <a:ahLst/>
              <a:cxnLst>
                <a:cxn ang="0">
                  <a:pos x="connsiteX0" y="connsiteY0"/>
                </a:cxn>
                <a:cxn ang="0">
                  <a:pos x="connsiteX1" y="connsiteY1"/>
                </a:cxn>
                <a:cxn ang="0">
                  <a:pos x="connsiteX2" y="connsiteY2"/>
                </a:cxn>
                <a:cxn ang="0">
                  <a:pos x="connsiteX3" y="connsiteY3"/>
                </a:cxn>
              </a:cxnLst>
              <a:rect l="l" t="t" r="r" b="b"/>
              <a:pathLst>
                <a:path w="2220595" h="3493452">
                  <a:moveTo>
                    <a:pt x="0" y="0"/>
                  </a:moveTo>
                  <a:lnTo>
                    <a:pt x="2220596" y="3493453"/>
                  </a:lnTo>
                  <a:lnTo>
                    <a:pt x="187643" y="0"/>
                  </a:lnTo>
                  <a:lnTo>
                    <a:pt x="0" y="0"/>
                  </a:lnTo>
                  <a:close/>
                </a:path>
              </a:pathLst>
            </a:custGeom>
            <a:solidFill>
              <a:srgbClr val="21B221">
                <a:alpha val="60000"/>
              </a:srgbClr>
            </a:solidFill>
            <a:ln w="2223"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8D76B76A-4FB8-E6E7-D3F1-8C150930EAD5}"/>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solidFill>
              <a:srgbClr val="80D226"/>
            </a:solidFill>
            <a:ln w="2223"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33D91F8-AC7F-7131-A323-5F2FE3EEE670}"/>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gradFill>
              <a:gsLst>
                <a:gs pos="38000">
                  <a:srgbClr val="C6EB00"/>
                </a:gs>
                <a:gs pos="52000">
                  <a:schemeClr val="accent3"/>
                </a:gs>
                <a:gs pos="74000">
                  <a:srgbClr val="00A700"/>
                </a:gs>
              </a:gsLst>
              <a:lin ang="20220000" scaled="0"/>
            </a:gradFill>
            <a:ln w="2223"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776651C1-ED4D-7D63-761B-68C1C10BB8BE}"/>
                </a:ext>
              </a:extLst>
            </p:cNvPr>
            <p:cNvSpPr/>
            <p:nvPr/>
          </p:nvSpPr>
          <p:spPr>
            <a:xfrm>
              <a:off x="9119419" y="0"/>
              <a:ext cx="1369059" cy="3493452"/>
            </a:xfrm>
            <a:custGeom>
              <a:avLst/>
              <a:gdLst>
                <a:gd name="connsiteX0" fmla="*/ 0 w 1369059"/>
                <a:gd name="connsiteY0" fmla="*/ 0 h 3493452"/>
                <a:gd name="connsiteX1" fmla="*/ 1369060 w 1369059"/>
                <a:gd name="connsiteY1" fmla="*/ 3493453 h 3493452"/>
                <a:gd name="connsiteX2" fmla="*/ 452755 w 1369059"/>
                <a:gd name="connsiteY2" fmla="*/ 0 h 3493452"/>
                <a:gd name="connsiteX3" fmla="*/ 0 w 1369059"/>
                <a:gd name="connsiteY3" fmla="*/ 0 h 3493452"/>
              </a:gdLst>
              <a:ahLst/>
              <a:cxnLst>
                <a:cxn ang="0">
                  <a:pos x="connsiteX0" y="connsiteY0"/>
                </a:cxn>
                <a:cxn ang="0">
                  <a:pos x="connsiteX1" y="connsiteY1"/>
                </a:cxn>
                <a:cxn ang="0">
                  <a:pos x="connsiteX2" y="connsiteY2"/>
                </a:cxn>
                <a:cxn ang="0">
                  <a:pos x="connsiteX3" y="connsiteY3"/>
                </a:cxn>
              </a:cxnLst>
              <a:rect l="l" t="t" r="r" b="b"/>
              <a:pathLst>
                <a:path w="1369059" h="3493452">
                  <a:moveTo>
                    <a:pt x="0" y="0"/>
                  </a:moveTo>
                  <a:lnTo>
                    <a:pt x="1369060" y="3493453"/>
                  </a:lnTo>
                  <a:lnTo>
                    <a:pt x="452755" y="0"/>
                  </a:lnTo>
                  <a:lnTo>
                    <a:pt x="0" y="0"/>
                  </a:lnTo>
                  <a:close/>
                </a:path>
              </a:pathLst>
            </a:custGeom>
            <a:solidFill>
              <a:srgbClr val="69CA00"/>
            </a:solidFill>
            <a:ln w="2223"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2734A54-18D2-9E9F-5435-5E7D01086192}"/>
                </a:ext>
              </a:extLst>
            </p:cNvPr>
            <p:cNvSpPr/>
            <p:nvPr/>
          </p:nvSpPr>
          <p:spPr>
            <a:xfrm>
              <a:off x="9572174" y="0"/>
              <a:ext cx="916305" cy="3493452"/>
            </a:xfrm>
            <a:custGeom>
              <a:avLst/>
              <a:gdLst>
                <a:gd name="connsiteX0" fmla="*/ 895350 w 916305"/>
                <a:gd name="connsiteY0" fmla="*/ 0 h 3493452"/>
                <a:gd name="connsiteX1" fmla="*/ 916305 w 916305"/>
                <a:gd name="connsiteY1" fmla="*/ 3493453 h 3493452"/>
                <a:gd name="connsiteX2" fmla="*/ 0 w 916305"/>
                <a:gd name="connsiteY2" fmla="*/ 0 h 3493452"/>
                <a:gd name="connsiteX3" fmla="*/ 89535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895350" y="0"/>
                  </a:moveTo>
                  <a:lnTo>
                    <a:pt x="916305" y="3493453"/>
                  </a:lnTo>
                  <a:lnTo>
                    <a:pt x="0" y="0"/>
                  </a:lnTo>
                  <a:lnTo>
                    <a:pt x="895350" y="0"/>
                  </a:lnTo>
                  <a:close/>
                </a:path>
              </a:pathLst>
            </a:custGeom>
            <a:gradFill>
              <a:gsLst>
                <a:gs pos="20000">
                  <a:srgbClr val="C6EB00"/>
                </a:gs>
                <a:gs pos="20000">
                  <a:srgbClr val="C6EB00">
                    <a:alpha val="89804"/>
                  </a:srgbClr>
                </a:gs>
                <a:gs pos="40000">
                  <a:srgbClr val="C6EB00">
                    <a:alpha val="69804"/>
                  </a:srgbClr>
                </a:gs>
                <a:gs pos="70000">
                  <a:srgbClr val="C6EB00">
                    <a:alpha val="29804"/>
                  </a:srgbClr>
                </a:gs>
                <a:gs pos="90000">
                  <a:srgbClr val="C6EB00">
                    <a:alpha val="0"/>
                  </a:srgbClr>
                </a:gs>
              </a:gsLst>
              <a:lin ang="21210000" scaled="1"/>
            </a:gradFill>
            <a:ln w="2223"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E74EC1ED-B7E5-F639-1991-DB2A240C75CF}"/>
                </a:ext>
              </a:extLst>
            </p:cNvPr>
            <p:cNvSpPr/>
            <p:nvPr/>
          </p:nvSpPr>
          <p:spPr>
            <a:xfrm>
              <a:off x="10488479" y="0"/>
              <a:ext cx="2343784" cy="3493452"/>
            </a:xfrm>
            <a:custGeom>
              <a:avLst/>
              <a:gdLst>
                <a:gd name="connsiteX0" fmla="*/ 0 w 2343784"/>
                <a:gd name="connsiteY0" fmla="*/ 3493453 h 3493452"/>
                <a:gd name="connsiteX1" fmla="*/ 521335 w 2343784"/>
                <a:gd name="connsiteY1" fmla="*/ 0 h 3493452"/>
                <a:gd name="connsiteX2" fmla="*/ 2343785 w 2343784"/>
                <a:gd name="connsiteY2" fmla="*/ 0 h 3493452"/>
              </a:gdLst>
              <a:ahLst/>
              <a:cxnLst>
                <a:cxn ang="0">
                  <a:pos x="connsiteX0" y="connsiteY0"/>
                </a:cxn>
                <a:cxn ang="0">
                  <a:pos x="connsiteX1" y="connsiteY1"/>
                </a:cxn>
                <a:cxn ang="0">
                  <a:pos x="connsiteX2" y="connsiteY2"/>
                </a:cxn>
              </a:cxnLst>
              <a:rect l="l" t="t" r="r" b="b"/>
              <a:pathLst>
                <a:path w="2343784" h="3493452">
                  <a:moveTo>
                    <a:pt x="0" y="3493453"/>
                  </a:moveTo>
                  <a:lnTo>
                    <a:pt x="521335" y="0"/>
                  </a:lnTo>
                  <a:lnTo>
                    <a:pt x="2343785" y="0"/>
                  </a:lnTo>
                </a:path>
              </a:pathLst>
            </a:custGeom>
            <a:solidFill>
              <a:srgbClr val="0EAFE0"/>
            </a:solidFill>
            <a:ln w="2223"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602618B8-658D-901C-5B62-CD9F778AC165}"/>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solidFill>
              <a:srgbClr val="3ECAFB"/>
            </a:solidFill>
            <a:ln w="2223"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E9B53495-2369-8233-E2D5-456661DA5DE2}"/>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gradFill>
              <a:gsLst>
                <a:gs pos="24000">
                  <a:srgbClr val="3ECAFB">
                    <a:alpha val="0"/>
                  </a:srgbClr>
                </a:gs>
                <a:gs pos="47000">
                  <a:srgbClr val="188EEA"/>
                </a:gs>
                <a:gs pos="57000">
                  <a:srgbClr val="0068DF"/>
                </a:gs>
              </a:gsLst>
              <a:lin ang="1980000" scaled="0"/>
            </a:gradFill>
            <a:ln w="2223"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8C678E99-5A39-5241-4EFC-658BC1B3F0BC}"/>
                </a:ext>
              </a:extLst>
            </p:cNvPr>
            <p:cNvSpPr/>
            <p:nvPr/>
          </p:nvSpPr>
          <p:spPr>
            <a:xfrm>
              <a:off x="10488479" y="0"/>
              <a:ext cx="1231265" cy="3493452"/>
            </a:xfrm>
            <a:custGeom>
              <a:avLst/>
              <a:gdLst>
                <a:gd name="connsiteX0" fmla="*/ 824547 w 1231265"/>
                <a:gd name="connsiteY0" fmla="*/ 0 h 3493452"/>
                <a:gd name="connsiteX1" fmla="*/ 0 w 1231265"/>
                <a:gd name="connsiteY1" fmla="*/ 3493453 h 3493452"/>
                <a:gd name="connsiteX2" fmla="*/ 1231265 w 1231265"/>
                <a:gd name="connsiteY2" fmla="*/ 0 h 3493452"/>
                <a:gd name="connsiteX3" fmla="*/ 824547 w 1231265"/>
                <a:gd name="connsiteY3" fmla="*/ 0 h 3493452"/>
              </a:gdLst>
              <a:ahLst/>
              <a:cxnLst>
                <a:cxn ang="0">
                  <a:pos x="connsiteX0" y="connsiteY0"/>
                </a:cxn>
                <a:cxn ang="0">
                  <a:pos x="connsiteX1" y="connsiteY1"/>
                </a:cxn>
                <a:cxn ang="0">
                  <a:pos x="connsiteX2" y="connsiteY2"/>
                </a:cxn>
                <a:cxn ang="0">
                  <a:pos x="connsiteX3" y="connsiteY3"/>
                </a:cxn>
              </a:cxnLst>
              <a:rect l="l" t="t" r="r" b="b"/>
              <a:pathLst>
                <a:path w="1231265" h="3493452">
                  <a:moveTo>
                    <a:pt x="824547" y="0"/>
                  </a:moveTo>
                  <a:lnTo>
                    <a:pt x="0" y="3493453"/>
                  </a:lnTo>
                  <a:lnTo>
                    <a:pt x="1231265" y="0"/>
                  </a:lnTo>
                  <a:lnTo>
                    <a:pt x="824547" y="0"/>
                  </a:lnTo>
                  <a:close/>
                </a:path>
              </a:pathLst>
            </a:custGeom>
            <a:solidFill>
              <a:srgbClr val="1F7AE3">
                <a:alpha val="60000"/>
              </a:srgbClr>
            </a:solidFill>
            <a:ln w="2223"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9F773990-489B-E79F-0E86-BD94953FA872}"/>
                </a:ext>
              </a:extLst>
            </p:cNvPr>
            <p:cNvSpPr/>
            <p:nvPr/>
          </p:nvSpPr>
          <p:spPr>
            <a:xfrm>
              <a:off x="10467524" y="0"/>
              <a:ext cx="542290" cy="3493452"/>
            </a:xfrm>
            <a:custGeom>
              <a:avLst/>
              <a:gdLst>
                <a:gd name="connsiteX0" fmla="*/ 542290 w 542290"/>
                <a:gd name="connsiteY0" fmla="*/ 0 h 3493452"/>
                <a:gd name="connsiteX1" fmla="*/ 20955 w 542290"/>
                <a:gd name="connsiteY1" fmla="*/ 3493453 h 3493452"/>
                <a:gd name="connsiteX2" fmla="*/ 0 w 542290"/>
                <a:gd name="connsiteY2" fmla="*/ 0 h 3493452"/>
                <a:gd name="connsiteX3" fmla="*/ 54229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542290" y="0"/>
                  </a:moveTo>
                  <a:lnTo>
                    <a:pt x="20955" y="3493453"/>
                  </a:lnTo>
                  <a:lnTo>
                    <a:pt x="0" y="0"/>
                  </a:lnTo>
                  <a:lnTo>
                    <a:pt x="542290" y="0"/>
                  </a:lnTo>
                  <a:close/>
                </a:path>
              </a:pathLst>
            </a:custGeom>
            <a:solidFill>
              <a:srgbClr val="3ECAFB"/>
            </a:solidFill>
            <a:ln w="2223"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4C8E97EB-6D9E-078D-430B-2C9144FE0BF7}"/>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gradFill>
              <a:gsLst>
                <a:gs pos="0">
                  <a:srgbClr val="0076DB"/>
                </a:gs>
                <a:gs pos="50000">
                  <a:srgbClr val="2A9FED"/>
                </a:gs>
                <a:gs pos="100000">
                  <a:srgbClr val="54C8FF"/>
                </a:gs>
              </a:gsLst>
              <a:lin ang="20920988" scaled="1"/>
            </a:gradFill>
            <a:ln w="2223"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AF968B10-8EDB-15E0-4752-812334B68CC5}"/>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noFill/>
            <a:ln w="2223"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A3FE36BA-5263-0E9D-D6DF-AADFFC855FFA}"/>
                </a:ext>
              </a:extLst>
            </p:cNvPr>
            <p:cNvSpPr/>
            <p:nvPr/>
          </p:nvSpPr>
          <p:spPr>
            <a:xfrm>
              <a:off x="9572174" y="0"/>
              <a:ext cx="916305" cy="3493452"/>
            </a:xfrm>
            <a:custGeom>
              <a:avLst/>
              <a:gdLst>
                <a:gd name="connsiteX0" fmla="*/ 0 w 916305"/>
                <a:gd name="connsiteY0" fmla="*/ 0 h 3493452"/>
                <a:gd name="connsiteX1" fmla="*/ 916305 w 916305"/>
                <a:gd name="connsiteY1" fmla="*/ 3493453 h 3493452"/>
                <a:gd name="connsiteX2" fmla="*/ 895350 w 916305"/>
                <a:gd name="connsiteY2" fmla="*/ 0 h 3493452"/>
                <a:gd name="connsiteX3" fmla="*/ 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0" y="0"/>
                  </a:moveTo>
                  <a:lnTo>
                    <a:pt x="916305" y="3493453"/>
                  </a:lnTo>
                  <a:lnTo>
                    <a:pt x="895350" y="0"/>
                  </a:lnTo>
                  <a:lnTo>
                    <a:pt x="0" y="0"/>
                  </a:lnTo>
                  <a:close/>
                </a:path>
              </a:pathLst>
            </a:custGeom>
            <a:gradFill>
              <a:gsLst>
                <a:gs pos="36000">
                  <a:srgbClr val="C6EB00"/>
                </a:gs>
                <a:gs pos="54000">
                  <a:srgbClr val="B7D742"/>
                </a:gs>
                <a:gs pos="80000">
                  <a:srgbClr val="5DCAD3"/>
                </a:gs>
                <a:gs pos="100000">
                  <a:srgbClr val="49C8F5"/>
                </a:gs>
              </a:gsLst>
              <a:lin ang="20940000" scaled="0"/>
            </a:gradFill>
            <a:ln w="2223"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6BF8A9AE-3288-266C-81E4-EB36BF777818}"/>
                </a:ext>
              </a:extLst>
            </p:cNvPr>
            <p:cNvSpPr/>
            <p:nvPr/>
          </p:nvSpPr>
          <p:spPr>
            <a:xfrm>
              <a:off x="10488479" y="0"/>
              <a:ext cx="824547" cy="3493452"/>
            </a:xfrm>
            <a:custGeom>
              <a:avLst/>
              <a:gdLst>
                <a:gd name="connsiteX0" fmla="*/ 521335 w 824547"/>
                <a:gd name="connsiteY0" fmla="*/ 0 h 3493452"/>
                <a:gd name="connsiteX1" fmla="*/ 0 w 824547"/>
                <a:gd name="connsiteY1" fmla="*/ 3493453 h 3493452"/>
                <a:gd name="connsiteX2" fmla="*/ 824547 w 824547"/>
                <a:gd name="connsiteY2" fmla="*/ 0 h 3493452"/>
                <a:gd name="connsiteX3" fmla="*/ 521335 w 824547"/>
                <a:gd name="connsiteY3" fmla="*/ 0 h 3493452"/>
              </a:gdLst>
              <a:ahLst/>
              <a:cxnLst>
                <a:cxn ang="0">
                  <a:pos x="connsiteX0" y="connsiteY0"/>
                </a:cxn>
                <a:cxn ang="0">
                  <a:pos x="connsiteX1" y="connsiteY1"/>
                </a:cxn>
                <a:cxn ang="0">
                  <a:pos x="connsiteX2" y="connsiteY2"/>
                </a:cxn>
                <a:cxn ang="0">
                  <a:pos x="connsiteX3" y="connsiteY3"/>
                </a:cxn>
              </a:cxnLst>
              <a:rect l="l" t="t" r="r" b="b"/>
              <a:pathLst>
                <a:path w="824547" h="3493452">
                  <a:moveTo>
                    <a:pt x="521335" y="0"/>
                  </a:moveTo>
                  <a:lnTo>
                    <a:pt x="0" y="3493453"/>
                  </a:lnTo>
                  <a:lnTo>
                    <a:pt x="824547" y="0"/>
                  </a:lnTo>
                  <a:lnTo>
                    <a:pt x="521335" y="0"/>
                  </a:lnTo>
                  <a:close/>
                </a:path>
              </a:pathLst>
            </a:custGeom>
            <a:solidFill>
              <a:srgbClr val="3ECAFB"/>
            </a:solidFill>
            <a:ln w="2223"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CC90F00-A389-F1CF-DF50-87D61ABF9557}"/>
                </a:ext>
              </a:extLst>
            </p:cNvPr>
            <p:cNvSpPr/>
            <p:nvPr/>
          </p:nvSpPr>
          <p:spPr>
            <a:xfrm>
              <a:off x="10488479" y="0"/>
              <a:ext cx="1507490" cy="3493452"/>
            </a:xfrm>
            <a:custGeom>
              <a:avLst/>
              <a:gdLst>
                <a:gd name="connsiteX0" fmla="*/ 1231265 w 1507490"/>
                <a:gd name="connsiteY0" fmla="*/ 0 h 3493452"/>
                <a:gd name="connsiteX1" fmla="*/ 0 w 1507490"/>
                <a:gd name="connsiteY1" fmla="*/ 3493453 h 3493452"/>
                <a:gd name="connsiteX2" fmla="*/ 1507490 w 1507490"/>
                <a:gd name="connsiteY2" fmla="*/ 0 h 3493452"/>
                <a:gd name="connsiteX3" fmla="*/ 1231265 w 1507490"/>
                <a:gd name="connsiteY3" fmla="*/ 0 h 3493452"/>
              </a:gdLst>
              <a:ahLst/>
              <a:cxnLst>
                <a:cxn ang="0">
                  <a:pos x="connsiteX0" y="connsiteY0"/>
                </a:cxn>
                <a:cxn ang="0">
                  <a:pos x="connsiteX1" y="connsiteY1"/>
                </a:cxn>
                <a:cxn ang="0">
                  <a:pos x="connsiteX2" y="connsiteY2"/>
                </a:cxn>
                <a:cxn ang="0">
                  <a:pos x="connsiteX3" y="connsiteY3"/>
                </a:cxn>
              </a:cxnLst>
              <a:rect l="l" t="t" r="r" b="b"/>
              <a:pathLst>
                <a:path w="1507490" h="3493452">
                  <a:moveTo>
                    <a:pt x="1231265" y="0"/>
                  </a:moveTo>
                  <a:lnTo>
                    <a:pt x="0" y="3493453"/>
                  </a:lnTo>
                  <a:lnTo>
                    <a:pt x="1507490" y="0"/>
                  </a:lnTo>
                  <a:lnTo>
                    <a:pt x="1231265" y="0"/>
                  </a:lnTo>
                  <a:close/>
                </a:path>
              </a:pathLst>
            </a:custGeom>
            <a:solidFill>
              <a:srgbClr val="3ECAFB"/>
            </a:solidFill>
            <a:ln w="2223" cap="flat">
              <a:noFill/>
              <a:prstDash val="solid"/>
              <a:miter/>
            </a:ln>
          </p:spPr>
          <p:txBody>
            <a:bodyPr rtlCol="0" anchor="ctr"/>
            <a:lstStyle/>
            <a:p>
              <a:endParaRPr lang="en-US"/>
            </a:p>
          </p:txBody>
        </p:sp>
        <p:grpSp>
          <p:nvGrpSpPr>
            <p:cNvPr id="73" name="Graphic 57">
              <a:extLst>
                <a:ext uri="{FF2B5EF4-FFF2-40B4-BE49-F238E27FC236}">
                  <a16:creationId xmlns:a16="http://schemas.microsoft.com/office/drawing/2014/main" id="{FF2031D9-0B50-1AD1-E5A1-7941BF56B3AF}"/>
                </a:ext>
              </a:extLst>
            </p:cNvPr>
            <p:cNvGrpSpPr/>
            <p:nvPr/>
          </p:nvGrpSpPr>
          <p:grpSpPr>
            <a:xfrm>
              <a:off x="9375642" y="3493452"/>
              <a:ext cx="3550284" cy="3364547"/>
              <a:chOff x="12299315" y="3493452"/>
              <a:chExt cx="3550284" cy="3364547"/>
            </a:xfrm>
          </p:grpSpPr>
          <p:sp>
            <p:nvSpPr>
              <p:cNvPr id="74" name="Freeform: Shape 73">
                <a:extLst>
                  <a:ext uri="{FF2B5EF4-FFF2-40B4-BE49-F238E27FC236}">
                    <a16:creationId xmlns:a16="http://schemas.microsoft.com/office/drawing/2014/main" id="{4364531C-644D-3C42-D60F-3CB805DA7761}"/>
                  </a:ext>
                </a:extLst>
              </p:cNvPr>
              <p:cNvSpPr/>
              <p:nvPr/>
            </p:nvSpPr>
            <p:spPr>
              <a:xfrm>
                <a:off x="12299315" y="3493452"/>
                <a:ext cx="3550284" cy="3364547"/>
              </a:xfrm>
              <a:custGeom>
                <a:avLst/>
                <a:gdLst>
                  <a:gd name="connsiteX0" fmla="*/ 1112838 w 3550284"/>
                  <a:gd name="connsiteY0" fmla="*/ 0 h 3364547"/>
                  <a:gd name="connsiteX1" fmla="*/ 3550285 w 3550284"/>
                  <a:gd name="connsiteY1" fmla="*/ 879475 h 3364547"/>
                  <a:gd name="connsiteX2" fmla="*/ 3550285 w 3550284"/>
                  <a:gd name="connsiteY2" fmla="*/ 3364547 h 3364547"/>
                  <a:gd name="connsiteX3" fmla="*/ 0 w 3550284"/>
                  <a:gd name="connsiteY3" fmla="*/ 3364547 h 3364547"/>
                  <a:gd name="connsiteX4" fmla="*/ 1112838 w 3550284"/>
                  <a:gd name="connsiteY4" fmla="*/ 0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0284" h="3364547">
                    <a:moveTo>
                      <a:pt x="1112838" y="0"/>
                    </a:moveTo>
                    <a:lnTo>
                      <a:pt x="3550285" y="879475"/>
                    </a:lnTo>
                    <a:lnTo>
                      <a:pt x="3550285" y="3364547"/>
                    </a:lnTo>
                    <a:lnTo>
                      <a:pt x="0" y="3364547"/>
                    </a:lnTo>
                    <a:lnTo>
                      <a:pt x="1112838" y="0"/>
                    </a:lnTo>
                    <a:close/>
                  </a:path>
                </a:pathLst>
              </a:custGeom>
              <a:solidFill>
                <a:srgbClr val="FF9A00"/>
              </a:solidFill>
              <a:ln w="2223"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16C15462-5DC2-4892-842B-9AEC15EFE4EB}"/>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solidFill>
                <a:srgbClr val="FFD800"/>
              </a:solidFill>
              <a:ln w="2223"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86CDE4F-C7A2-32ED-B8BD-DD306E7809C8}"/>
                  </a:ext>
                </a:extLst>
              </p:cNvPr>
              <p:cNvSpPr/>
              <p:nvPr/>
            </p:nvSpPr>
            <p:spPr>
              <a:xfrm>
                <a:off x="13242607" y="3493452"/>
                <a:ext cx="1357312" cy="3364547"/>
              </a:xfrm>
              <a:custGeom>
                <a:avLst/>
                <a:gdLst>
                  <a:gd name="connsiteX0" fmla="*/ 0 w 1357312"/>
                  <a:gd name="connsiteY0" fmla="*/ 3364547 h 3364547"/>
                  <a:gd name="connsiteX1" fmla="*/ 169545 w 1357312"/>
                  <a:gd name="connsiteY1" fmla="*/ 0 h 3364547"/>
                  <a:gd name="connsiteX2" fmla="*/ 1357313 w 1357312"/>
                  <a:gd name="connsiteY2" fmla="*/ 3364547 h 3364547"/>
                  <a:gd name="connsiteX3" fmla="*/ 0 w 1357312"/>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357312" h="3364547">
                    <a:moveTo>
                      <a:pt x="0" y="3364547"/>
                    </a:moveTo>
                    <a:lnTo>
                      <a:pt x="169545" y="0"/>
                    </a:lnTo>
                    <a:lnTo>
                      <a:pt x="1357313" y="3364547"/>
                    </a:lnTo>
                    <a:lnTo>
                      <a:pt x="0" y="3364547"/>
                    </a:lnTo>
                    <a:close/>
                  </a:path>
                </a:pathLst>
              </a:custGeom>
              <a:gradFill>
                <a:gsLst>
                  <a:gs pos="20000">
                    <a:srgbClr val="FF7400"/>
                  </a:gs>
                  <a:gs pos="20000">
                    <a:srgbClr val="FF7F15">
                      <a:alpha val="89804"/>
                    </a:srgbClr>
                  </a:gs>
                  <a:gs pos="40000">
                    <a:srgbClr val="FF9E4D">
                      <a:alpha val="69804"/>
                    </a:srgbClr>
                  </a:gs>
                  <a:gs pos="70000">
                    <a:srgbClr val="FFCFA6">
                      <a:alpha val="29804"/>
                    </a:srgbClr>
                  </a:gs>
                  <a:gs pos="90000">
                    <a:srgbClr val="FFFFFF">
                      <a:alpha val="0"/>
                    </a:srgbClr>
                  </a:gs>
                </a:gsLst>
                <a:lin ang="21066000" scaled="1"/>
              </a:gradFill>
              <a:ln w="2223"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270EACA0-112E-2BF7-55C2-6B20B205A469}"/>
                  </a:ext>
                </a:extLst>
              </p:cNvPr>
              <p:cNvSpPr/>
              <p:nvPr/>
            </p:nvSpPr>
            <p:spPr>
              <a:xfrm>
                <a:off x="13412152" y="3493452"/>
                <a:ext cx="834707" cy="3364547"/>
              </a:xfrm>
              <a:custGeom>
                <a:avLst/>
                <a:gdLst>
                  <a:gd name="connsiteX0" fmla="*/ 834707 w 834707"/>
                  <a:gd name="connsiteY0" fmla="*/ 3364547 h 3364547"/>
                  <a:gd name="connsiteX1" fmla="*/ 0 w 834707"/>
                  <a:gd name="connsiteY1" fmla="*/ 0 h 3364547"/>
                  <a:gd name="connsiteX2" fmla="*/ 641032 w 834707"/>
                  <a:gd name="connsiteY2" fmla="*/ 3364547 h 3364547"/>
                  <a:gd name="connsiteX3" fmla="*/ 834707 w 83470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834707" h="3364547">
                    <a:moveTo>
                      <a:pt x="834707" y="3364547"/>
                    </a:moveTo>
                    <a:lnTo>
                      <a:pt x="0" y="0"/>
                    </a:lnTo>
                    <a:lnTo>
                      <a:pt x="641032" y="3364547"/>
                    </a:lnTo>
                    <a:lnTo>
                      <a:pt x="834707" y="3364547"/>
                    </a:lnTo>
                    <a:close/>
                  </a:path>
                </a:pathLst>
              </a:custGeom>
              <a:solidFill>
                <a:srgbClr val="FFD800">
                  <a:alpha val="40000"/>
                </a:srgbClr>
              </a:solidFill>
              <a:ln w="2223"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A38EF964-C6D0-5BE7-BC1A-DAE052D6F398}"/>
                  </a:ext>
                </a:extLst>
              </p:cNvPr>
              <p:cNvSpPr/>
              <p:nvPr/>
            </p:nvSpPr>
            <p:spPr>
              <a:xfrm>
                <a:off x="13412152" y="3493452"/>
                <a:ext cx="1816417" cy="3364547"/>
              </a:xfrm>
              <a:custGeom>
                <a:avLst/>
                <a:gdLst>
                  <a:gd name="connsiteX0" fmla="*/ 1816417 w 1816417"/>
                  <a:gd name="connsiteY0" fmla="*/ 3364547 h 3364547"/>
                  <a:gd name="connsiteX1" fmla="*/ 0 w 1816417"/>
                  <a:gd name="connsiteY1" fmla="*/ 0 h 3364547"/>
                  <a:gd name="connsiteX2" fmla="*/ 1187767 w 1816417"/>
                  <a:gd name="connsiteY2" fmla="*/ 3364547 h 3364547"/>
                  <a:gd name="connsiteX3" fmla="*/ 1816417 w 181641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816417" h="3364547">
                    <a:moveTo>
                      <a:pt x="1816417" y="3364547"/>
                    </a:moveTo>
                    <a:lnTo>
                      <a:pt x="0" y="0"/>
                    </a:lnTo>
                    <a:lnTo>
                      <a:pt x="1187767" y="3364547"/>
                    </a:lnTo>
                    <a:lnTo>
                      <a:pt x="1816417" y="3364547"/>
                    </a:lnTo>
                    <a:close/>
                  </a:path>
                </a:pathLst>
              </a:custGeom>
              <a:solidFill>
                <a:srgbClr val="FFDA1B"/>
              </a:solidFill>
              <a:ln w="2223"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B8447992-0020-4B2D-0C92-479235B13363}"/>
                  </a:ext>
                </a:extLst>
              </p:cNvPr>
              <p:cNvSpPr/>
              <p:nvPr/>
            </p:nvSpPr>
            <p:spPr>
              <a:xfrm>
                <a:off x="13412152" y="3493452"/>
                <a:ext cx="2437447" cy="3364547"/>
              </a:xfrm>
              <a:custGeom>
                <a:avLst/>
                <a:gdLst>
                  <a:gd name="connsiteX0" fmla="*/ 1816417 w 2437447"/>
                  <a:gd name="connsiteY0" fmla="*/ 3364547 h 3364547"/>
                  <a:gd name="connsiteX1" fmla="*/ 0 w 2437447"/>
                  <a:gd name="connsiteY1" fmla="*/ 0 h 3364547"/>
                  <a:gd name="connsiteX2" fmla="*/ 2437447 w 2437447"/>
                  <a:gd name="connsiteY2" fmla="*/ 2812732 h 3364547"/>
                  <a:gd name="connsiteX3" fmla="*/ 2437447 w 2437447"/>
                  <a:gd name="connsiteY3" fmla="*/ 3364547 h 3364547"/>
                  <a:gd name="connsiteX4" fmla="*/ 1816417 w 2437447"/>
                  <a:gd name="connsiteY4" fmla="*/ 3364547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7447" h="3364547">
                    <a:moveTo>
                      <a:pt x="1816417" y="3364547"/>
                    </a:moveTo>
                    <a:lnTo>
                      <a:pt x="0" y="0"/>
                    </a:lnTo>
                    <a:lnTo>
                      <a:pt x="2437447" y="2812732"/>
                    </a:lnTo>
                    <a:lnTo>
                      <a:pt x="2437447" y="3364547"/>
                    </a:lnTo>
                    <a:lnTo>
                      <a:pt x="1816417" y="3364547"/>
                    </a:lnTo>
                    <a:close/>
                  </a:path>
                </a:pathLst>
              </a:custGeom>
              <a:gradFill>
                <a:gsLst>
                  <a:gs pos="44000">
                    <a:srgbClr val="FF9A00"/>
                  </a:gs>
                  <a:gs pos="57000">
                    <a:srgbClr val="FF7400">
                      <a:alpha val="89804"/>
                    </a:srgbClr>
                  </a:gs>
                </a:gsLst>
                <a:lin ang="19560000" scaled="0"/>
              </a:gradFill>
              <a:ln w="2223"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BF9998D2-6765-3F9B-BC1F-1881458AECF9}"/>
                  </a:ext>
                </a:extLst>
              </p:cNvPr>
              <p:cNvSpPr/>
              <p:nvPr/>
            </p:nvSpPr>
            <p:spPr>
              <a:xfrm>
                <a:off x="13412152" y="3493452"/>
                <a:ext cx="2437447" cy="2812732"/>
              </a:xfrm>
              <a:custGeom>
                <a:avLst/>
                <a:gdLst>
                  <a:gd name="connsiteX0" fmla="*/ 2437447 w 2437447"/>
                  <a:gd name="connsiteY0" fmla="*/ 1587182 h 2812732"/>
                  <a:gd name="connsiteX1" fmla="*/ 0 w 2437447"/>
                  <a:gd name="connsiteY1" fmla="*/ 0 h 2812732"/>
                  <a:gd name="connsiteX2" fmla="*/ 2437447 w 2437447"/>
                  <a:gd name="connsiteY2" fmla="*/ 2812732 h 2812732"/>
                  <a:gd name="connsiteX3" fmla="*/ 2437447 w 2437447"/>
                  <a:gd name="connsiteY3" fmla="*/ 1587182 h 2812732"/>
                </a:gdLst>
                <a:ahLst/>
                <a:cxnLst>
                  <a:cxn ang="0">
                    <a:pos x="connsiteX0" y="connsiteY0"/>
                  </a:cxn>
                  <a:cxn ang="0">
                    <a:pos x="connsiteX1" y="connsiteY1"/>
                  </a:cxn>
                  <a:cxn ang="0">
                    <a:pos x="connsiteX2" y="connsiteY2"/>
                  </a:cxn>
                  <a:cxn ang="0">
                    <a:pos x="connsiteX3" y="connsiteY3"/>
                  </a:cxn>
                </a:cxnLst>
                <a:rect l="l" t="t" r="r" b="b"/>
                <a:pathLst>
                  <a:path w="2437447" h="2812732">
                    <a:moveTo>
                      <a:pt x="2437447" y="1587182"/>
                    </a:moveTo>
                    <a:lnTo>
                      <a:pt x="0" y="0"/>
                    </a:lnTo>
                    <a:lnTo>
                      <a:pt x="2437447" y="2812732"/>
                    </a:lnTo>
                    <a:lnTo>
                      <a:pt x="2437447" y="1587182"/>
                    </a:lnTo>
                    <a:close/>
                  </a:path>
                </a:pathLst>
              </a:custGeom>
              <a:gradFill>
                <a:gsLst>
                  <a:gs pos="54000">
                    <a:srgbClr val="FF9A00"/>
                  </a:gs>
                  <a:gs pos="64000">
                    <a:srgbClr val="FF7E00"/>
                  </a:gs>
                </a:gsLst>
                <a:lin ang="18900000" scaled="0"/>
              </a:gradFill>
              <a:ln w="2223"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823B2460-5287-09E8-CDCD-F1103D32E215}"/>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D1F"/>
              </a:solidFill>
              <a:ln w="2223"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65CBB63-BD32-612E-62DF-0DD48A6A1B16}"/>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A1B"/>
              </a:solidFill>
              <a:ln w="2223"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A98FBBD2-5FAE-E093-70BE-0FAA50493BCB}"/>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gradFill>
                <a:gsLst>
                  <a:gs pos="0">
                    <a:srgbClr val="FF8700"/>
                  </a:gs>
                  <a:gs pos="16000">
                    <a:srgbClr val="FF7400">
                      <a:alpha val="0"/>
                    </a:srgbClr>
                  </a:gs>
                  <a:gs pos="32000">
                    <a:srgbClr val="FF7400">
                      <a:alpha val="49804"/>
                    </a:srgbClr>
                  </a:gs>
                  <a:gs pos="58000">
                    <a:srgbClr val="FF7400">
                      <a:alpha val="89804"/>
                    </a:srgbClr>
                  </a:gs>
                </a:gsLst>
                <a:lin ang="11580000" scaled="0"/>
              </a:gradFill>
              <a:ln w="2223"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44635327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NXP + logo ">
    <p:spTree>
      <p:nvGrpSpPr>
        <p:cNvPr id="1" name=""/>
        <p:cNvGrpSpPr/>
        <p:nvPr/>
      </p:nvGrpSpPr>
      <p:grpSpPr>
        <a:xfrm>
          <a:off x="0" y="0"/>
          <a:ext cx="0" cy="0"/>
          <a:chOff x="0" y="0"/>
          <a:chExt cx="0" cy="0"/>
        </a:xfrm>
      </p:grpSpPr>
      <p:sp>
        <p:nvSpPr>
          <p:cNvPr id="12" name="Rectangle: Rounded Corners 11">
            <a:hlinkClick r:id="rId2"/>
            <a:extLst>
              <a:ext uri="{FF2B5EF4-FFF2-40B4-BE49-F238E27FC236}">
                <a16:creationId xmlns:a16="http://schemas.microsoft.com/office/drawing/2014/main" id="{75A8E5E3-17F6-9917-83F2-08D1544F023A}"/>
              </a:ext>
            </a:extLst>
          </p:cNvPr>
          <p:cNvSpPr/>
          <p:nvPr userDrawn="1"/>
        </p:nvSpPr>
        <p:spPr>
          <a:xfrm>
            <a:off x="1342652" y="5761384"/>
            <a:ext cx="1509927" cy="305544"/>
          </a:xfrm>
          <a:prstGeom prst="roundRect">
            <a:avLst>
              <a:gd name="adj" fmla="val 50000"/>
            </a:avLst>
          </a:prstGeom>
          <a:solidFill>
            <a:schemeClr val="bg1">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ctr"/>
          <a:lstStyle/>
          <a:p>
            <a:pPr algn="ctr"/>
            <a:r>
              <a:rPr lang="en-US" sz="1300">
                <a:solidFill>
                  <a:schemeClr val="tx2">
                    <a:lumMod val="10000"/>
                    <a:lumOff val="90000"/>
                  </a:schemeClr>
                </a:solidFill>
                <a:latin typeface="Poppins SemiBold" panose="00000700000000000000" pitchFamily="2" charset="0"/>
                <a:cs typeface="Poppins SemiBold" panose="00000700000000000000" pitchFamily="2" charset="0"/>
              </a:rPr>
              <a:t>nxp.com</a:t>
            </a:r>
          </a:p>
        </p:txBody>
      </p:sp>
      <p:sp>
        <p:nvSpPr>
          <p:cNvPr id="3" name="Text Placeholder 5">
            <a:extLst>
              <a:ext uri="{FF2B5EF4-FFF2-40B4-BE49-F238E27FC236}">
                <a16:creationId xmlns:a16="http://schemas.microsoft.com/office/drawing/2014/main" id="{0430BA5F-BFE6-F50D-6334-D0BC11439464}"/>
              </a:ext>
            </a:extLst>
          </p:cNvPr>
          <p:cNvSpPr txBox="1">
            <a:spLocks/>
          </p:cNvSpPr>
          <p:nvPr userDrawn="1"/>
        </p:nvSpPr>
        <p:spPr>
          <a:xfrm>
            <a:off x="1343025" y="6292680"/>
            <a:ext cx="5062539" cy="274863"/>
          </a:xfrm>
          <a:prstGeom prst="rect">
            <a:avLst/>
          </a:prstGeom>
        </p:spPr>
        <p:txBody>
          <a:bodyPr lIns="0" tIns="0" rIns="0" bIns="0" anchor="b"/>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b="0" i="0">
                <a:solidFill>
                  <a:schemeClr val="bg2">
                    <a:lumMod val="50000"/>
                    <a:lumOff val="50000"/>
                  </a:schemeClr>
                </a:solidFill>
                <a:latin typeface="Poppins SemiBold" pitchFamily="2" charset="77"/>
                <a:cs typeface="Poppins SemiBold" pitchFamily="2" charset="77"/>
              </a:rPr>
              <a:t>|  Public  |  </a:t>
            </a:r>
            <a:r>
              <a:rPr lang="en-US" sz="800" b="0" i="0">
                <a:solidFill>
                  <a:schemeClr val="bg2">
                    <a:lumMod val="50000"/>
                    <a:lumOff val="50000"/>
                  </a:schemeClr>
                </a:solidFill>
                <a:latin typeface="Poppins" panose="00000500000000000000" pitchFamily="2" charset="0"/>
                <a:cs typeface="Poppins" panose="00000500000000000000" pitchFamily="2" charset="0"/>
              </a:rPr>
              <a:t>NXP and the NXP logo are trademarks of NXP B.V. All other product </a:t>
            </a:r>
            <a:br>
              <a:rPr lang="en-US" sz="800" b="0" i="0">
                <a:solidFill>
                  <a:schemeClr val="bg2">
                    <a:lumMod val="50000"/>
                    <a:lumOff val="50000"/>
                  </a:schemeClr>
                </a:solidFill>
                <a:latin typeface="Poppins" panose="00000500000000000000" pitchFamily="2" charset="0"/>
                <a:cs typeface="Poppins" panose="00000500000000000000" pitchFamily="2" charset="0"/>
              </a:rPr>
            </a:br>
            <a:r>
              <a:rPr lang="en-US" sz="800" b="0" i="0">
                <a:solidFill>
                  <a:schemeClr val="bg2">
                    <a:lumMod val="50000"/>
                    <a:lumOff val="50000"/>
                  </a:schemeClr>
                </a:solidFill>
                <a:latin typeface="Poppins" panose="00000500000000000000" pitchFamily="2" charset="0"/>
                <a:cs typeface="Poppins" panose="00000500000000000000" pitchFamily="2" charset="0"/>
              </a:rPr>
              <a:t>or service names are the property of their respective owners. © 2025 NXP B.V. Version 2.9.</a:t>
            </a:r>
          </a:p>
        </p:txBody>
      </p:sp>
      <p:grpSp>
        <p:nvGrpSpPr>
          <p:cNvPr id="51" name="Group 50">
            <a:extLst>
              <a:ext uri="{FF2B5EF4-FFF2-40B4-BE49-F238E27FC236}">
                <a16:creationId xmlns:a16="http://schemas.microsoft.com/office/drawing/2014/main" id="{0CD45665-BD65-75C9-E7F2-FA36AF660C81}"/>
              </a:ext>
            </a:extLst>
          </p:cNvPr>
          <p:cNvGrpSpPr/>
          <p:nvPr userDrawn="1"/>
        </p:nvGrpSpPr>
        <p:grpSpPr>
          <a:xfrm>
            <a:off x="3881118" y="0"/>
            <a:ext cx="8315959" cy="6857999"/>
            <a:chOff x="4609967" y="0"/>
            <a:chExt cx="8315959" cy="6857999"/>
          </a:xfrm>
        </p:grpSpPr>
        <p:sp>
          <p:nvSpPr>
            <p:cNvPr id="52" name="Freeform: Shape 51">
              <a:extLst>
                <a:ext uri="{FF2B5EF4-FFF2-40B4-BE49-F238E27FC236}">
                  <a16:creationId xmlns:a16="http://schemas.microsoft.com/office/drawing/2014/main" id="{B59E6AF1-5A65-F20E-815C-DEE7A913EA3E}"/>
                </a:ext>
              </a:extLst>
            </p:cNvPr>
            <p:cNvSpPr/>
            <p:nvPr/>
          </p:nvSpPr>
          <p:spPr>
            <a:xfrm>
              <a:off x="4609967" y="0"/>
              <a:ext cx="5878512" cy="3493452"/>
            </a:xfrm>
            <a:custGeom>
              <a:avLst/>
              <a:gdLst>
                <a:gd name="connsiteX0" fmla="*/ 5878513 w 5878512"/>
                <a:gd name="connsiteY0" fmla="*/ 3493453 h 3493452"/>
                <a:gd name="connsiteX1" fmla="*/ 5857557 w 5878512"/>
                <a:gd name="connsiteY1" fmla="*/ 0 h 3493452"/>
                <a:gd name="connsiteX2" fmla="*/ 2393315 w 5878512"/>
                <a:gd name="connsiteY2" fmla="*/ 0 h 3493452"/>
                <a:gd name="connsiteX3" fmla="*/ 0 w 5878512"/>
                <a:gd name="connsiteY3" fmla="*/ 0 h 3493452"/>
                <a:gd name="connsiteX4" fmla="*/ 5878513 w 5878512"/>
                <a:gd name="connsiteY4" fmla="*/ 3493453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5878513" y="3493453"/>
                  </a:moveTo>
                  <a:lnTo>
                    <a:pt x="5857557" y="0"/>
                  </a:lnTo>
                  <a:lnTo>
                    <a:pt x="2393315" y="0"/>
                  </a:lnTo>
                  <a:lnTo>
                    <a:pt x="0" y="0"/>
                  </a:lnTo>
                  <a:lnTo>
                    <a:pt x="5878513" y="3493453"/>
                  </a:lnTo>
                  <a:close/>
                </a:path>
              </a:pathLst>
            </a:custGeom>
            <a:solidFill>
              <a:srgbClr val="69CA00"/>
            </a:solidFill>
            <a:ln w="2223"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0A043C17-2791-3884-44DA-C50478F3A6A7}"/>
                </a:ext>
              </a:extLst>
            </p:cNvPr>
            <p:cNvSpPr/>
            <p:nvPr/>
          </p:nvSpPr>
          <p:spPr>
            <a:xfrm>
              <a:off x="4609967" y="0"/>
              <a:ext cx="5878512" cy="3493452"/>
            </a:xfrm>
            <a:custGeom>
              <a:avLst/>
              <a:gdLst>
                <a:gd name="connsiteX0" fmla="*/ 0 w 5878512"/>
                <a:gd name="connsiteY0" fmla="*/ 0 h 3493452"/>
                <a:gd name="connsiteX1" fmla="*/ 5878513 w 5878512"/>
                <a:gd name="connsiteY1" fmla="*/ 3493453 h 3493452"/>
                <a:gd name="connsiteX2" fmla="*/ 2393315 w 5878512"/>
                <a:gd name="connsiteY2" fmla="*/ 0 h 3493452"/>
                <a:gd name="connsiteX3" fmla="*/ 2393315 w 5878512"/>
                <a:gd name="connsiteY3" fmla="*/ 0 h 3493452"/>
                <a:gd name="connsiteX4" fmla="*/ 0 w 5878512"/>
                <a:gd name="connsiteY4" fmla="*/ 0 h 34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78512" h="3493452">
                  <a:moveTo>
                    <a:pt x="0" y="0"/>
                  </a:moveTo>
                  <a:lnTo>
                    <a:pt x="5878513" y="3493453"/>
                  </a:lnTo>
                  <a:lnTo>
                    <a:pt x="2393315" y="0"/>
                  </a:lnTo>
                  <a:lnTo>
                    <a:pt x="2393315" y="0"/>
                  </a:lnTo>
                  <a:lnTo>
                    <a:pt x="0" y="0"/>
                  </a:lnTo>
                  <a:close/>
                </a:path>
              </a:pathLst>
            </a:custGeom>
            <a:gradFill>
              <a:gsLst>
                <a:gs pos="2521">
                  <a:schemeClr val="accent6"/>
                </a:gs>
                <a:gs pos="49000">
                  <a:schemeClr val="accent3"/>
                </a:gs>
                <a:gs pos="63000">
                  <a:srgbClr val="C6EB00"/>
                </a:gs>
                <a:gs pos="94000">
                  <a:srgbClr val="C6EB00"/>
                </a:gs>
              </a:gsLst>
              <a:lin ang="18480000" scaled="0"/>
            </a:gradFill>
            <a:ln w="2223"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5001727-9A29-E926-E9CA-2F4D11DB43BB}"/>
                </a:ext>
              </a:extLst>
            </p:cNvPr>
            <p:cNvSpPr/>
            <p:nvPr/>
          </p:nvSpPr>
          <p:spPr>
            <a:xfrm>
              <a:off x="7003281" y="0"/>
              <a:ext cx="3485197" cy="3493452"/>
            </a:xfrm>
            <a:custGeom>
              <a:avLst/>
              <a:gdLst>
                <a:gd name="connsiteX0" fmla="*/ 0 w 3485197"/>
                <a:gd name="connsiteY0" fmla="*/ 0 h 3493452"/>
                <a:gd name="connsiteX1" fmla="*/ 3485198 w 3485197"/>
                <a:gd name="connsiteY1" fmla="*/ 3493453 h 3493452"/>
                <a:gd name="connsiteX2" fmla="*/ 287973 w 3485197"/>
                <a:gd name="connsiteY2" fmla="*/ 0 h 3493452"/>
                <a:gd name="connsiteX3" fmla="*/ 0 w 3485197"/>
                <a:gd name="connsiteY3" fmla="*/ 0 h 3493452"/>
              </a:gdLst>
              <a:ahLst/>
              <a:cxnLst>
                <a:cxn ang="0">
                  <a:pos x="connsiteX0" y="connsiteY0"/>
                </a:cxn>
                <a:cxn ang="0">
                  <a:pos x="connsiteX1" y="connsiteY1"/>
                </a:cxn>
                <a:cxn ang="0">
                  <a:pos x="connsiteX2" y="connsiteY2"/>
                </a:cxn>
                <a:cxn ang="0">
                  <a:pos x="connsiteX3" y="connsiteY3"/>
                </a:cxn>
              </a:cxnLst>
              <a:rect l="l" t="t" r="r" b="b"/>
              <a:pathLst>
                <a:path w="3485197" h="3493452">
                  <a:moveTo>
                    <a:pt x="0" y="0"/>
                  </a:moveTo>
                  <a:lnTo>
                    <a:pt x="3485198" y="3493453"/>
                  </a:lnTo>
                  <a:lnTo>
                    <a:pt x="287973" y="0"/>
                  </a:lnTo>
                  <a:lnTo>
                    <a:pt x="0" y="0"/>
                  </a:lnTo>
                  <a:close/>
                </a:path>
              </a:pathLst>
            </a:custGeom>
            <a:solidFill>
              <a:srgbClr val="7EB972">
                <a:alpha val="40000"/>
              </a:srgbClr>
            </a:solidFill>
            <a:ln w="2223"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79157208-80A9-F240-4D7E-40221D8B6202}"/>
                </a:ext>
              </a:extLst>
            </p:cNvPr>
            <p:cNvSpPr/>
            <p:nvPr/>
          </p:nvSpPr>
          <p:spPr>
            <a:xfrm>
              <a:off x="7291254" y="0"/>
              <a:ext cx="3197225" cy="3493452"/>
            </a:xfrm>
            <a:custGeom>
              <a:avLst/>
              <a:gdLst>
                <a:gd name="connsiteX0" fmla="*/ 628650 w 3197225"/>
                <a:gd name="connsiteY0" fmla="*/ 0 h 3493452"/>
                <a:gd name="connsiteX1" fmla="*/ 3197225 w 3197225"/>
                <a:gd name="connsiteY1" fmla="*/ 3493453 h 3493452"/>
                <a:gd name="connsiteX2" fmla="*/ 0 w 3197225"/>
                <a:gd name="connsiteY2" fmla="*/ 0 h 3493452"/>
                <a:gd name="connsiteX3" fmla="*/ 628650 w 3197225"/>
                <a:gd name="connsiteY3" fmla="*/ 0 h 3493452"/>
              </a:gdLst>
              <a:ahLst/>
              <a:cxnLst>
                <a:cxn ang="0">
                  <a:pos x="connsiteX0" y="connsiteY0"/>
                </a:cxn>
                <a:cxn ang="0">
                  <a:pos x="connsiteX1" y="connsiteY1"/>
                </a:cxn>
                <a:cxn ang="0">
                  <a:pos x="connsiteX2" y="connsiteY2"/>
                </a:cxn>
                <a:cxn ang="0">
                  <a:pos x="connsiteX3" y="connsiteY3"/>
                </a:cxn>
              </a:cxnLst>
              <a:rect l="l" t="t" r="r" b="b"/>
              <a:pathLst>
                <a:path w="3197225" h="3493452">
                  <a:moveTo>
                    <a:pt x="628650" y="0"/>
                  </a:moveTo>
                  <a:lnTo>
                    <a:pt x="3197225" y="3493453"/>
                  </a:lnTo>
                  <a:lnTo>
                    <a:pt x="0" y="0"/>
                  </a:lnTo>
                  <a:lnTo>
                    <a:pt x="628650" y="0"/>
                  </a:lnTo>
                  <a:close/>
                </a:path>
              </a:pathLst>
            </a:custGeom>
            <a:gradFill>
              <a:gsLst>
                <a:gs pos="46000">
                  <a:schemeClr val="accent3"/>
                </a:gs>
                <a:gs pos="64000">
                  <a:srgbClr val="C6EB00"/>
                </a:gs>
              </a:gsLst>
              <a:lin ang="18810059" scaled="1"/>
            </a:gradFill>
            <a:ln w="2223"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3F9B1AE8-9041-2D9D-1D20-82F25EAE5EED}"/>
                </a:ext>
              </a:extLst>
            </p:cNvPr>
            <p:cNvSpPr/>
            <p:nvPr/>
          </p:nvSpPr>
          <p:spPr>
            <a:xfrm>
              <a:off x="7919904" y="0"/>
              <a:ext cx="2568575" cy="3493452"/>
            </a:xfrm>
            <a:custGeom>
              <a:avLst/>
              <a:gdLst>
                <a:gd name="connsiteX0" fmla="*/ 0 w 2568575"/>
                <a:gd name="connsiteY0" fmla="*/ 0 h 3493452"/>
                <a:gd name="connsiteX1" fmla="*/ 2568575 w 2568575"/>
                <a:gd name="connsiteY1" fmla="*/ 3493453 h 3493452"/>
                <a:gd name="connsiteX2" fmla="*/ 173672 w 2568575"/>
                <a:gd name="connsiteY2" fmla="*/ 0 h 3493452"/>
                <a:gd name="connsiteX3" fmla="*/ 0 w 2568575"/>
                <a:gd name="connsiteY3" fmla="*/ 0 h 3493452"/>
              </a:gdLst>
              <a:ahLst/>
              <a:cxnLst>
                <a:cxn ang="0">
                  <a:pos x="connsiteX0" y="connsiteY0"/>
                </a:cxn>
                <a:cxn ang="0">
                  <a:pos x="connsiteX1" y="connsiteY1"/>
                </a:cxn>
                <a:cxn ang="0">
                  <a:pos x="connsiteX2" y="connsiteY2"/>
                </a:cxn>
                <a:cxn ang="0">
                  <a:pos x="connsiteX3" y="connsiteY3"/>
                </a:cxn>
              </a:cxnLst>
              <a:rect l="l" t="t" r="r" b="b"/>
              <a:pathLst>
                <a:path w="2568575" h="3493452">
                  <a:moveTo>
                    <a:pt x="0" y="0"/>
                  </a:moveTo>
                  <a:lnTo>
                    <a:pt x="2568575" y="3493453"/>
                  </a:lnTo>
                  <a:lnTo>
                    <a:pt x="173672" y="0"/>
                  </a:lnTo>
                  <a:lnTo>
                    <a:pt x="0" y="0"/>
                  </a:lnTo>
                  <a:close/>
                </a:path>
              </a:pathLst>
            </a:custGeom>
            <a:solidFill>
              <a:srgbClr val="FFFFFF">
                <a:alpha val="20000"/>
              </a:srgbClr>
            </a:solidFill>
            <a:ln w="2223"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A57E85F7-81F4-0C70-F3A8-F938D308486E}"/>
                </a:ext>
              </a:extLst>
            </p:cNvPr>
            <p:cNvSpPr/>
            <p:nvPr/>
          </p:nvSpPr>
          <p:spPr>
            <a:xfrm>
              <a:off x="8093577" y="0"/>
              <a:ext cx="2394902" cy="3493452"/>
            </a:xfrm>
            <a:custGeom>
              <a:avLst/>
              <a:gdLst>
                <a:gd name="connsiteX0" fmla="*/ 0 w 2394902"/>
                <a:gd name="connsiteY0" fmla="*/ 0 h 3493452"/>
                <a:gd name="connsiteX1" fmla="*/ 2394903 w 2394902"/>
                <a:gd name="connsiteY1" fmla="*/ 3493453 h 3493452"/>
                <a:gd name="connsiteX2" fmla="*/ 0 w 2394902"/>
                <a:gd name="connsiteY2" fmla="*/ 0 h 3493452"/>
                <a:gd name="connsiteX3" fmla="*/ 0 w 2394902"/>
                <a:gd name="connsiteY3" fmla="*/ 0 h 3493452"/>
              </a:gdLst>
              <a:ahLst/>
              <a:cxnLst>
                <a:cxn ang="0">
                  <a:pos x="connsiteX0" y="connsiteY0"/>
                </a:cxn>
                <a:cxn ang="0">
                  <a:pos x="connsiteX1" y="connsiteY1"/>
                </a:cxn>
                <a:cxn ang="0">
                  <a:pos x="connsiteX2" y="connsiteY2"/>
                </a:cxn>
                <a:cxn ang="0">
                  <a:pos x="connsiteX3" y="connsiteY3"/>
                </a:cxn>
              </a:cxnLst>
              <a:rect l="l" t="t" r="r" b="b"/>
              <a:pathLst>
                <a:path w="2394902" h="3493452">
                  <a:moveTo>
                    <a:pt x="0" y="0"/>
                  </a:moveTo>
                  <a:lnTo>
                    <a:pt x="2394903" y="3493453"/>
                  </a:lnTo>
                  <a:lnTo>
                    <a:pt x="0" y="0"/>
                  </a:lnTo>
                  <a:lnTo>
                    <a:pt x="0" y="0"/>
                  </a:lnTo>
                  <a:close/>
                </a:path>
              </a:pathLst>
            </a:custGeom>
            <a:solidFill>
              <a:srgbClr val="69CA00"/>
            </a:solidFill>
            <a:ln w="2223"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276053A-D626-053D-B078-7CBD1577FFBD}"/>
                </a:ext>
              </a:extLst>
            </p:cNvPr>
            <p:cNvSpPr/>
            <p:nvPr/>
          </p:nvSpPr>
          <p:spPr>
            <a:xfrm>
              <a:off x="8267884" y="0"/>
              <a:ext cx="2220595" cy="3493452"/>
            </a:xfrm>
            <a:custGeom>
              <a:avLst/>
              <a:gdLst>
                <a:gd name="connsiteX0" fmla="*/ 0 w 2220595"/>
                <a:gd name="connsiteY0" fmla="*/ 0 h 3493452"/>
                <a:gd name="connsiteX1" fmla="*/ 2220596 w 2220595"/>
                <a:gd name="connsiteY1" fmla="*/ 3493453 h 3493452"/>
                <a:gd name="connsiteX2" fmla="*/ 187643 w 2220595"/>
                <a:gd name="connsiteY2" fmla="*/ 0 h 3493452"/>
                <a:gd name="connsiteX3" fmla="*/ 0 w 2220595"/>
                <a:gd name="connsiteY3" fmla="*/ 0 h 3493452"/>
              </a:gdLst>
              <a:ahLst/>
              <a:cxnLst>
                <a:cxn ang="0">
                  <a:pos x="connsiteX0" y="connsiteY0"/>
                </a:cxn>
                <a:cxn ang="0">
                  <a:pos x="connsiteX1" y="connsiteY1"/>
                </a:cxn>
                <a:cxn ang="0">
                  <a:pos x="connsiteX2" y="connsiteY2"/>
                </a:cxn>
                <a:cxn ang="0">
                  <a:pos x="connsiteX3" y="connsiteY3"/>
                </a:cxn>
              </a:cxnLst>
              <a:rect l="l" t="t" r="r" b="b"/>
              <a:pathLst>
                <a:path w="2220595" h="3493452">
                  <a:moveTo>
                    <a:pt x="0" y="0"/>
                  </a:moveTo>
                  <a:lnTo>
                    <a:pt x="2220596" y="3493453"/>
                  </a:lnTo>
                  <a:lnTo>
                    <a:pt x="187643" y="0"/>
                  </a:lnTo>
                  <a:lnTo>
                    <a:pt x="0" y="0"/>
                  </a:lnTo>
                  <a:close/>
                </a:path>
              </a:pathLst>
            </a:custGeom>
            <a:solidFill>
              <a:srgbClr val="21B221">
                <a:alpha val="60000"/>
              </a:srgbClr>
            </a:solidFill>
            <a:ln w="2223"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270F47DD-4A4B-75E4-D952-DBCC03F97A3B}"/>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solidFill>
              <a:srgbClr val="80D226"/>
            </a:solidFill>
            <a:ln w="2223"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2DF59EB8-FBA9-D30A-EDB5-3074E28A19DD}"/>
                </a:ext>
              </a:extLst>
            </p:cNvPr>
            <p:cNvSpPr/>
            <p:nvPr/>
          </p:nvSpPr>
          <p:spPr>
            <a:xfrm>
              <a:off x="8455527" y="0"/>
              <a:ext cx="2032952" cy="3493452"/>
            </a:xfrm>
            <a:custGeom>
              <a:avLst/>
              <a:gdLst>
                <a:gd name="connsiteX0" fmla="*/ 663893 w 2032952"/>
                <a:gd name="connsiteY0" fmla="*/ 0 h 3493452"/>
                <a:gd name="connsiteX1" fmla="*/ 2032953 w 2032952"/>
                <a:gd name="connsiteY1" fmla="*/ 3493453 h 3493452"/>
                <a:gd name="connsiteX2" fmla="*/ 0 w 2032952"/>
                <a:gd name="connsiteY2" fmla="*/ 0 h 3493452"/>
                <a:gd name="connsiteX3" fmla="*/ 663893 w 2032952"/>
                <a:gd name="connsiteY3" fmla="*/ 0 h 3493452"/>
              </a:gdLst>
              <a:ahLst/>
              <a:cxnLst>
                <a:cxn ang="0">
                  <a:pos x="connsiteX0" y="connsiteY0"/>
                </a:cxn>
                <a:cxn ang="0">
                  <a:pos x="connsiteX1" y="connsiteY1"/>
                </a:cxn>
                <a:cxn ang="0">
                  <a:pos x="connsiteX2" y="connsiteY2"/>
                </a:cxn>
                <a:cxn ang="0">
                  <a:pos x="connsiteX3" y="connsiteY3"/>
                </a:cxn>
              </a:cxnLst>
              <a:rect l="l" t="t" r="r" b="b"/>
              <a:pathLst>
                <a:path w="2032952" h="3493452">
                  <a:moveTo>
                    <a:pt x="663893" y="0"/>
                  </a:moveTo>
                  <a:lnTo>
                    <a:pt x="2032953" y="3493453"/>
                  </a:lnTo>
                  <a:lnTo>
                    <a:pt x="0" y="0"/>
                  </a:lnTo>
                  <a:lnTo>
                    <a:pt x="663893" y="0"/>
                  </a:lnTo>
                  <a:close/>
                </a:path>
              </a:pathLst>
            </a:custGeom>
            <a:gradFill>
              <a:gsLst>
                <a:gs pos="38000">
                  <a:srgbClr val="C6EB00"/>
                </a:gs>
                <a:gs pos="52000">
                  <a:schemeClr val="accent3"/>
                </a:gs>
                <a:gs pos="74000">
                  <a:srgbClr val="00A700"/>
                </a:gs>
              </a:gsLst>
              <a:lin ang="20220000" scaled="0"/>
            </a:gradFill>
            <a:ln w="2223"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D740D46D-B357-C122-8A77-B328771B6380}"/>
                </a:ext>
              </a:extLst>
            </p:cNvPr>
            <p:cNvSpPr/>
            <p:nvPr/>
          </p:nvSpPr>
          <p:spPr>
            <a:xfrm>
              <a:off x="9119419" y="0"/>
              <a:ext cx="1369059" cy="3493452"/>
            </a:xfrm>
            <a:custGeom>
              <a:avLst/>
              <a:gdLst>
                <a:gd name="connsiteX0" fmla="*/ 0 w 1369059"/>
                <a:gd name="connsiteY0" fmla="*/ 0 h 3493452"/>
                <a:gd name="connsiteX1" fmla="*/ 1369060 w 1369059"/>
                <a:gd name="connsiteY1" fmla="*/ 3493453 h 3493452"/>
                <a:gd name="connsiteX2" fmla="*/ 452755 w 1369059"/>
                <a:gd name="connsiteY2" fmla="*/ 0 h 3493452"/>
                <a:gd name="connsiteX3" fmla="*/ 0 w 1369059"/>
                <a:gd name="connsiteY3" fmla="*/ 0 h 3493452"/>
              </a:gdLst>
              <a:ahLst/>
              <a:cxnLst>
                <a:cxn ang="0">
                  <a:pos x="connsiteX0" y="connsiteY0"/>
                </a:cxn>
                <a:cxn ang="0">
                  <a:pos x="connsiteX1" y="connsiteY1"/>
                </a:cxn>
                <a:cxn ang="0">
                  <a:pos x="connsiteX2" y="connsiteY2"/>
                </a:cxn>
                <a:cxn ang="0">
                  <a:pos x="connsiteX3" y="connsiteY3"/>
                </a:cxn>
              </a:cxnLst>
              <a:rect l="l" t="t" r="r" b="b"/>
              <a:pathLst>
                <a:path w="1369059" h="3493452">
                  <a:moveTo>
                    <a:pt x="0" y="0"/>
                  </a:moveTo>
                  <a:lnTo>
                    <a:pt x="1369060" y="3493453"/>
                  </a:lnTo>
                  <a:lnTo>
                    <a:pt x="452755" y="0"/>
                  </a:lnTo>
                  <a:lnTo>
                    <a:pt x="0" y="0"/>
                  </a:lnTo>
                  <a:close/>
                </a:path>
              </a:pathLst>
            </a:custGeom>
            <a:solidFill>
              <a:srgbClr val="69CA00"/>
            </a:solidFill>
            <a:ln w="2223"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3D0CE0F6-6372-4135-24B7-A6F99B57E628}"/>
                </a:ext>
              </a:extLst>
            </p:cNvPr>
            <p:cNvSpPr/>
            <p:nvPr/>
          </p:nvSpPr>
          <p:spPr>
            <a:xfrm>
              <a:off x="9572174" y="0"/>
              <a:ext cx="916305" cy="3493452"/>
            </a:xfrm>
            <a:custGeom>
              <a:avLst/>
              <a:gdLst>
                <a:gd name="connsiteX0" fmla="*/ 895350 w 916305"/>
                <a:gd name="connsiteY0" fmla="*/ 0 h 3493452"/>
                <a:gd name="connsiteX1" fmla="*/ 916305 w 916305"/>
                <a:gd name="connsiteY1" fmla="*/ 3493453 h 3493452"/>
                <a:gd name="connsiteX2" fmla="*/ 0 w 916305"/>
                <a:gd name="connsiteY2" fmla="*/ 0 h 3493452"/>
                <a:gd name="connsiteX3" fmla="*/ 89535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895350" y="0"/>
                  </a:moveTo>
                  <a:lnTo>
                    <a:pt x="916305" y="3493453"/>
                  </a:lnTo>
                  <a:lnTo>
                    <a:pt x="0" y="0"/>
                  </a:lnTo>
                  <a:lnTo>
                    <a:pt x="895350" y="0"/>
                  </a:lnTo>
                  <a:close/>
                </a:path>
              </a:pathLst>
            </a:custGeom>
            <a:gradFill>
              <a:gsLst>
                <a:gs pos="20000">
                  <a:srgbClr val="C6EB00"/>
                </a:gs>
                <a:gs pos="20000">
                  <a:srgbClr val="C6EB00">
                    <a:alpha val="89804"/>
                  </a:srgbClr>
                </a:gs>
                <a:gs pos="40000">
                  <a:srgbClr val="C6EB00">
                    <a:alpha val="69804"/>
                  </a:srgbClr>
                </a:gs>
                <a:gs pos="70000">
                  <a:srgbClr val="C6EB00">
                    <a:alpha val="29804"/>
                  </a:srgbClr>
                </a:gs>
                <a:gs pos="90000">
                  <a:srgbClr val="C6EB00">
                    <a:alpha val="0"/>
                  </a:srgbClr>
                </a:gs>
              </a:gsLst>
              <a:lin ang="21210000" scaled="1"/>
            </a:gradFill>
            <a:ln w="2223"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9C8A72F8-33BD-BA9C-432E-FF787FCDD621}"/>
                </a:ext>
              </a:extLst>
            </p:cNvPr>
            <p:cNvSpPr/>
            <p:nvPr/>
          </p:nvSpPr>
          <p:spPr>
            <a:xfrm>
              <a:off x="10488479" y="0"/>
              <a:ext cx="2343784" cy="3493452"/>
            </a:xfrm>
            <a:custGeom>
              <a:avLst/>
              <a:gdLst>
                <a:gd name="connsiteX0" fmla="*/ 0 w 2343784"/>
                <a:gd name="connsiteY0" fmla="*/ 3493453 h 3493452"/>
                <a:gd name="connsiteX1" fmla="*/ 521335 w 2343784"/>
                <a:gd name="connsiteY1" fmla="*/ 0 h 3493452"/>
                <a:gd name="connsiteX2" fmla="*/ 2343785 w 2343784"/>
                <a:gd name="connsiteY2" fmla="*/ 0 h 3493452"/>
              </a:gdLst>
              <a:ahLst/>
              <a:cxnLst>
                <a:cxn ang="0">
                  <a:pos x="connsiteX0" y="connsiteY0"/>
                </a:cxn>
                <a:cxn ang="0">
                  <a:pos x="connsiteX1" y="connsiteY1"/>
                </a:cxn>
                <a:cxn ang="0">
                  <a:pos x="connsiteX2" y="connsiteY2"/>
                </a:cxn>
              </a:cxnLst>
              <a:rect l="l" t="t" r="r" b="b"/>
              <a:pathLst>
                <a:path w="2343784" h="3493452">
                  <a:moveTo>
                    <a:pt x="0" y="3493453"/>
                  </a:moveTo>
                  <a:lnTo>
                    <a:pt x="521335" y="0"/>
                  </a:lnTo>
                  <a:lnTo>
                    <a:pt x="2343785" y="0"/>
                  </a:lnTo>
                </a:path>
              </a:pathLst>
            </a:custGeom>
            <a:solidFill>
              <a:srgbClr val="0EAFE0"/>
            </a:solidFill>
            <a:ln w="2223"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8ACC1D85-0132-4746-4D52-0FB5F3A4B483}"/>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solidFill>
              <a:srgbClr val="3ECAFB"/>
            </a:solidFill>
            <a:ln w="2223"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155559F9-FC85-C68A-2187-88C5F36A8065}"/>
                </a:ext>
              </a:extLst>
            </p:cNvPr>
            <p:cNvSpPr/>
            <p:nvPr/>
          </p:nvSpPr>
          <p:spPr>
            <a:xfrm>
              <a:off x="10488479" y="0"/>
              <a:ext cx="2343784" cy="3493452"/>
            </a:xfrm>
            <a:custGeom>
              <a:avLst/>
              <a:gdLst>
                <a:gd name="connsiteX0" fmla="*/ 2343785 w 2343784"/>
                <a:gd name="connsiteY0" fmla="*/ 0 h 3493452"/>
                <a:gd name="connsiteX1" fmla="*/ 0 w 2343784"/>
                <a:gd name="connsiteY1" fmla="*/ 3493453 h 3493452"/>
                <a:gd name="connsiteX2" fmla="*/ 1507490 w 2343784"/>
                <a:gd name="connsiteY2" fmla="*/ 0 h 3493452"/>
                <a:gd name="connsiteX3" fmla="*/ 2343785 w 2343784"/>
                <a:gd name="connsiteY3" fmla="*/ 0 h 3493452"/>
              </a:gdLst>
              <a:ahLst/>
              <a:cxnLst>
                <a:cxn ang="0">
                  <a:pos x="connsiteX0" y="connsiteY0"/>
                </a:cxn>
                <a:cxn ang="0">
                  <a:pos x="connsiteX1" y="connsiteY1"/>
                </a:cxn>
                <a:cxn ang="0">
                  <a:pos x="connsiteX2" y="connsiteY2"/>
                </a:cxn>
                <a:cxn ang="0">
                  <a:pos x="connsiteX3" y="connsiteY3"/>
                </a:cxn>
              </a:cxnLst>
              <a:rect l="l" t="t" r="r" b="b"/>
              <a:pathLst>
                <a:path w="2343784" h="3493452">
                  <a:moveTo>
                    <a:pt x="2343785" y="0"/>
                  </a:moveTo>
                  <a:lnTo>
                    <a:pt x="0" y="3493453"/>
                  </a:lnTo>
                  <a:lnTo>
                    <a:pt x="1507490" y="0"/>
                  </a:lnTo>
                  <a:lnTo>
                    <a:pt x="2343785" y="0"/>
                  </a:lnTo>
                  <a:close/>
                </a:path>
              </a:pathLst>
            </a:custGeom>
            <a:gradFill>
              <a:gsLst>
                <a:gs pos="24000">
                  <a:srgbClr val="3ECAFB">
                    <a:alpha val="0"/>
                  </a:srgbClr>
                </a:gs>
                <a:gs pos="47000">
                  <a:srgbClr val="188EEA"/>
                </a:gs>
                <a:gs pos="57000">
                  <a:srgbClr val="0068DF"/>
                </a:gs>
              </a:gsLst>
              <a:lin ang="1980000" scaled="0"/>
            </a:gradFill>
            <a:ln w="2223"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20455335-E8EB-5404-BFC8-18BA9DF22B4A}"/>
                </a:ext>
              </a:extLst>
            </p:cNvPr>
            <p:cNvSpPr/>
            <p:nvPr/>
          </p:nvSpPr>
          <p:spPr>
            <a:xfrm>
              <a:off x="10488479" y="0"/>
              <a:ext cx="1231265" cy="3493452"/>
            </a:xfrm>
            <a:custGeom>
              <a:avLst/>
              <a:gdLst>
                <a:gd name="connsiteX0" fmla="*/ 824547 w 1231265"/>
                <a:gd name="connsiteY0" fmla="*/ 0 h 3493452"/>
                <a:gd name="connsiteX1" fmla="*/ 0 w 1231265"/>
                <a:gd name="connsiteY1" fmla="*/ 3493453 h 3493452"/>
                <a:gd name="connsiteX2" fmla="*/ 1231265 w 1231265"/>
                <a:gd name="connsiteY2" fmla="*/ 0 h 3493452"/>
                <a:gd name="connsiteX3" fmla="*/ 824547 w 1231265"/>
                <a:gd name="connsiteY3" fmla="*/ 0 h 3493452"/>
              </a:gdLst>
              <a:ahLst/>
              <a:cxnLst>
                <a:cxn ang="0">
                  <a:pos x="connsiteX0" y="connsiteY0"/>
                </a:cxn>
                <a:cxn ang="0">
                  <a:pos x="connsiteX1" y="connsiteY1"/>
                </a:cxn>
                <a:cxn ang="0">
                  <a:pos x="connsiteX2" y="connsiteY2"/>
                </a:cxn>
                <a:cxn ang="0">
                  <a:pos x="connsiteX3" y="connsiteY3"/>
                </a:cxn>
              </a:cxnLst>
              <a:rect l="l" t="t" r="r" b="b"/>
              <a:pathLst>
                <a:path w="1231265" h="3493452">
                  <a:moveTo>
                    <a:pt x="824547" y="0"/>
                  </a:moveTo>
                  <a:lnTo>
                    <a:pt x="0" y="3493453"/>
                  </a:lnTo>
                  <a:lnTo>
                    <a:pt x="1231265" y="0"/>
                  </a:lnTo>
                  <a:lnTo>
                    <a:pt x="824547" y="0"/>
                  </a:lnTo>
                  <a:close/>
                </a:path>
              </a:pathLst>
            </a:custGeom>
            <a:solidFill>
              <a:srgbClr val="1F7AE3">
                <a:alpha val="60000"/>
              </a:srgbClr>
            </a:solidFill>
            <a:ln w="2223"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4F32CA7E-E27D-967F-2156-9F88D8B3B84D}"/>
                </a:ext>
              </a:extLst>
            </p:cNvPr>
            <p:cNvSpPr/>
            <p:nvPr/>
          </p:nvSpPr>
          <p:spPr>
            <a:xfrm>
              <a:off x="10467524" y="0"/>
              <a:ext cx="542290" cy="3493452"/>
            </a:xfrm>
            <a:custGeom>
              <a:avLst/>
              <a:gdLst>
                <a:gd name="connsiteX0" fmla="*/ 542290 w 542290"/>
                <a:gd name="connsiteY0" fmla="*/ 0 h 3493452"/>
                <a:gd name="connsiteX1" fmla="*/ 20955 w 542290"/>
                <a:gd name="connsiteY1" fmla="*/ 3493453 h 3493452"/>
                <a:gd name="connsiteX2" fmla="*/ 0 w 542290"/>
                <a:gd name="connsiteY2" fmla="*/ 0 h 3493452"/>
                <a:gd name="connsiteX3" fmla="*/ 54229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542290" y="0"/>
                  </a:moveTo>
                  <a:lnTo>
                    <a:pt x="20955" y="3493453"/>
                  </a:lnTo>
                  <a:lnTo>
                    <a:pt x="0" y="0"/>
                  </a:lnTo>
                  <a:lnTo>
                    <a:pt x="542290" y="0"/>
                  </a:lnTo>
                  <a:close/>
                </a:path>
              </a:pathLst>
            </a:custGeom>
            <a:solidFill>
              <a:srgbClr val="3ECAFB"/>
            </a:solidFill>
            <a:ln w="2223"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AA108644-4343-00EE-6A49-9842A1B98C82}"/>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gradFill>
              <a:gsLst>
                <a:gs pos="0">
                  <a:srgbClr val="0076DB"/>
                </a:gs>
                <a:gs pos="50000">
                  <a:srgbClr val="2A9FED"/>
                </a:gs>
                <a:gs pos="100000">
                  <a:srgbClr val="54C8FF"/>
                </a:gs>
              </a:gsLst>
              <a:lin ang="20920988" scaled="1"/>
            </a:gradFill>
            <a:ln w="2223"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978D3D81-0CF0-5DF9-AB46-27DDF6E822A9}"/>
                </a:ext>
              </a:extLst>
            </p:cNvPr>
            <p:cNvSpPr/>
            <p:nvPr/>
          </p:nvSpPr>
          <p:spPr>
            <a:xfrm>
              <a:off x="10467524" y="0"/>
              <a:ext cx="542290" cy="3493452"/>
            </a:xfrm>
            <a:custGeom>
              <a:avLst/>
              <a:gdLst>
                <a:gd name="connsiteX0" fmla="*/ 0 w 542290"/>
                <a:gd name="connsiteY0" fmla="*/ 0 h 3493452"/>
                <a:gd name="connsiteX1" fmla="*/ 20955 w 542290"/>
                <a:gd name="connsiteY1" fmla="*/ 3493453 h 3493452"/>
                <a:gd name="connsiteX2" fmla="*/ 542290 w 542290"/>
                <a:gd name="connsiteY2" fmla="*/ 0 h 3493452"/>
                <a:gd name="connsiteX3" fmla="*/ 0 w 542290"/>
                <a:gd name="connsiteY3" fmla="*/ 0 h 3493452"/>
              </a:gdLst>
              <a:ahLst/>
              <a:cxnLst>
                <a:cxn ang="0">
                  <a:pos x="connsiteX0" y="connsiteY0"/>
                </a:cxn>
                <a:cxn ang="0">
                  <a:pos x="connsiteX1" y="connsiteY1"/>
                </a:cxn>
                <a:cxn ang="0">
                  <a:pos x="connsiteX2" y="connsiteY2"/>
                </a:cxn>
                <a:cxn ang="0">
                  <a:pos x="connsiteX3" y="connsiteY3"/>
                </a:cxn>
              </a:cxnLst>
              <a:rect l="l" t="t" r="r" b="b"/>
              <a:pathLst>
                <a:path w="542290" h="3493452">
                  <a:moveTo>
                    <a:pt x="0" y="0"/>
                  </a:moveTo>
                  <a:lnTo>
                    <a:pt x="20955" y="3493453"/>
                  </a:lnTo>
                  <a:lnTo>
                    <a:pt x="542290" y="0"/>
                  </a:lnTo>
                  <a:lnTo>
                    <a:pt x="0" y="0"/>
                  </a:lnTo>
                  <a:close/>
                </a:path>
              </a:pathLst>
            </a:custGeom>
            <a:noFill/>
            <a:ln w="2223"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EE2954F3-C724-47F9-FB65-AA4C10EB95DC}"/>
                </a:ext>
              </a:extLst>
            </p:cNvPr>
            <p:cNvSpPr/>
            <p:nvPr/>
          </p:nvSpPr>
          <p:spPr>
            <a:xfrm>
              <a:off x="9572174" y="0"/>
              <a:ext cx="916305" cy="3493452"/>
            </a:xfrm>
            <a:custGeom>
              <a:avLst/>
              <a:gdLst>
                <a:gd name="connsiteX0" fmla="*/ 0 w 916305"/>
                <a:gd name="connsiteY0" fmla="*/ 0 h 3493452"/>
                <a:gd name="connsiteX1" fmla="*/ 916305 w 916305"/>
                <a:gd name="connsiteY1" fmla="*/ 3493453 h 3493452"/>
                <a:gd name="connsiteX2" fmla="*/ 895350 w 916305"/>
                <a:gd name="connsiteY2" fmla="*/ 0 h 3493452"/>
                <a:gd name="connsiteX3" fmla="*/ 0 w 916305"/>
                <a:gd name="connsiteY3" fmla="*/ 0 h 3493452"/>
              </a:gdLst>
              <a:ahLst/>
              <a:cxnLst>
                <a:cxn ang="0">
                  <a:pos x="connsiteX0" y="connsiteY0"/>
                </a:cxn>
                <a:cxn ang="0">
                  <a:pos x="connsiteX1" y="connsiteY1"/>
                </a:cxn>
                <a:cxn ang="0">
                  <a:pos x="connsiteX2" y="connsiteY2"/>
                </a:cxn>
                <a:cxn ang="0">
                  <a:pos x="connsiteX3" y="connsiteY3"/>
                </a:cxn>
              </a:cxnLst>
              <a:rect l="l" t="t" r="r" b="b"/>
              <a:pathLst>
                <a:path w="916305" h="3493452">
                  <a:moveTo>
                    <a:pt x="0" y="0"/>
                  </a:moveTo>
                  <a:lnTo>
                    <a:pt x="916305" y="3493453"/>
                  </a:lnTo>
                  <a:lnTo>
                    <a:pt x="895350" y="0"/>
                  </a:lnTo>
                  <a:lnTo>
                    <a:pt x="0" y="0"/>
                  </a:lnTo>
                  <a:close/>
                </a:path>
              </a:pathLst>
            </a:custGeom>
            <a:gradFill>
              <a:gsLst>
                <a:gs pos="36000">
                  <a:srgbClr val="C6EB00"/>
                </a:gs>
                <a:gs pos="54000">
                  <a:srgbClr val="B7D742"/>
                </a:gs>
                <a:gs pos="80000">
                  <a:srgbClr val="5DCAD3"/>
                </a:gs>
                <a:gs pos="100000">
                  <a:srgbClr val="49C8F5"/>
                </a:gs>
              </a:gsLst>
              <a:lin ang="20940000" scaled="0"/>
            </a:gradFill>
            <a:ln w="2223"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446D66BC-E4BE-1EC8-D636-BEA2ACE433B0}"/>
                </a:ext>
              </a:extLst>
            </p:cNvPr>
            <p:cNvSpPr/>
            <p:nvPr/>
          </p:nvSpPr>
          <p:spPr>
            <a:xfrm>
              <a:off x="10488479" y="0"/>
              <a:ext cx="824547" cy="3493452"/>
            </a:xfrm>
            <a:custGeom>
              <a:avLst/>
              <a:gdLst>
                <a:gd name="connsiteX0" fmla="*/ 521335 w 824547"/>
                <a:gd name="connsiteY0" fmla="*/ 0 h 3493452"/>
                <a:gd name="connsiteX1" fmla="*/ 0 w 824547"/>
                <a:gd name="connsiteY1" fmla="*/ 3493453 h 3493452"/>
                <a:gd name="connsiteX2" fmla="*/ 824547 w 824547"/>
                <a:gd name="connsiteY2" fmla="*/ 0 h 3493452"/>
                <a:gd name="connsiteX3" fmla="*/ 521335 w 824547"/>
                <a:gd name="connsiteY3" fmla="*/ 0 h 3493452"/>
              </a:gdLst>
              <a:ahLst/>
              <a:cxnLst>
                <a:cxn ang="0">
                  <a:pos x="connsiteX0" y="connsiteY0"/>
                </a:cxn>
                <a:cxn ang="0">
                  <a:pos x="connsiteX1" y="connsiteY1"/>
                </a:cxn>
                <a:cxn ang="0">
                  <a:pos x="connsiteX2" y="connsiteY2"/>
                </a:cxn>
                <a:cxn ang="0">
                  <a:pos x="connsiteX3" y="connsiteY3"/>
                </a:cxn>
              </a:cxnLst>
              <a:rect l="l" t="t" r="r" b="b"/>
              <a:pathLst>
                <a:path w="824547" h="3493452">
                  <a:moveTo>
                    <a:pt x="521335" y="0"/>
                  </a:moveTo>
                  <a:lnTo>
                    <a:pt x="0" y="3493453"/>
                  </a:lnTo>
                  <a:lnTo>
                    <a:pt x="824547" y="0"/>
                  </a:lnTo>
                  <a:lnTo>
                    <a:pt x="521335" y="0"/>
                  </a:lnTo>
                  <a:close/>
                </a:path>
              </a:pathLst>
            </a:custGeom>
            <a:solidFill>
              <a:srgbClr val="3ECAFB"/>
            </a:solidFill>
            <a:ln w="2223"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E70425FE-AC72-E284-8C4E-AF17E1647587}"/>
                </a:ext>
              </a:extLst>
            </p:cNvPr>
            <p:cNvSpPr/>
            <p:nvPr/>
          </p:nvSpPr>
          <p:spPr>
            <a:xfrm>
              <a:off x="10488479" y="0"/>
              <a:ext cx="1507490" cy="3493452"/>
            </a:xfrm>
            <a:custGeom>
              <a:avLst/>
              <a:gdLst>
                <a:gd name="connsiteX0" fmla="*/ 1231265 w 1507490"/>
                <a:gd name="connsiteY0" fmla="*/ 0 h 3493452"/>
                <a:gd name="connsiteX1" fmla="*/ 0 w 1507490"/>
                <a:gd name="connsiteY1" fmla="*/ 3493453 h 3493452"/>
                <a:gd name="connsiteX2" fmla="*/ 1507490 w 1507490"/>
                <a:gd name="connsiteY2" fmla="*/ 0 h 3493452"/>
                <a:gd name="connsiteX3" fmla="*/ 1231265 w 1507490"/>
                <a:gd name="connsiteY3" fmla="*/ 0 h 3493452"/>
              </a:gdLst>
              <a:ahLst/>
              <a:cxnLst>
                <a:cxn ang="0">
                  <a:pos x="connsiteX0" y="connsiteY0"/>
                </a:cxn>
                <a:cxn ang="0">
                  <a:pos x="connsiteX1" y="connsiteY1"/>
                </a:cxn>
                <a:cxn ang="0">
                  <a:pos x="connsiteX2" y="connsiteY2"/>
                </a:cxn>
                <a:cxn ang="0">
                  <a:pos x="connsiteX3" y="connsiteY3"/>
                </a:cxn>
              </a:cxnLst>
              <a:rect l="l" t="t" r="r" b="b"/>
              <a:pathLst>
                <a:path w="1507490" h="3493452">
                  <a:moveTo>
                    <a:pt x="1231265" y="0"/>
                  </a:moveTo>
                  <a:lnTo>
                    <a:pt x="0" y="3493453"/>
                  </a:lnTo>
                  <a:lnTo>
                    <a:pt x="1507490" y="0"/>
                  </a:lnTo>
                  <a:lnTo>
                    <a:pt x="1231265" y="0"/>
                  </a:lnTo>
                  <a:close/>
                </a:path>
              </a:pathLst>
            </a:custGeom>
            <a:solidFill>
              <a:srgbClr val="3ECAFB"/>
            </a:solidFill>
            <a:ln w="2223" cap="flat">
              <a:noFill/>
              <a:prstDash val="solid"/>
              <a:miter/>
            </a:ln>
          </p:spPr>
          <p:txBody>
            <a:bodyPr rtlCol="0" anchor="ctr"/>
            <a:lstStyle/>
            <a:p>
              <a:endParaRPr lang="en-US"/>
            </a:p>
          </p:txBody>
        </p:sp>
        <p:grpSp>
          <p:nvGrpSpPr>
            <p:cNvPr id="73" name="Graphic 57">
              <a:extLst>
                <a:ext uri="{FF2B5EF4-FFF2-40B4-BE49-F238E27FC236}">
                  <a16:creationId xmlns:a16="http://schemas.microsoft.com/office/drawing/2014/main" id="{C21F0111-0BC2-6296-E9F6-4050D2313AC6}"/>
                </a:ext>
              </a:extLst>
            </p:cNvPr>
            <p:cNvGrpSpPr/>
            <p:nvPr/>
          </p:nvGrpSpPr>
          <p:grpSpPr>
            <a:xfrm>
              <a:off x="9375642" y="3493452"/>
              <a:ext cx="3550284" cy="3364547"/>
              <a:chOff x="12299315" y="3493452"/>
              <a:chExt cx="3550284" cy="3364547"/>
            </a:xfrm>
          </p:grpSpPr>
          <p:sp>
            <p:nvSpPr>
              <p:cNvPr id="74" name="Freeform: Shape 73">
                <a:extLst>
                  <a:ext uri="{FF2B5EF4-FFF2-40B4-BE49-F238E27FC236}">
                    <a16:creationId xmlns:a16="http://schemas.microsoft.com/office/drawing/2014/main" id="{1D3F6082-7386-FB99-3E3E-B3656920AC87}"/>
                  </a:ext>
                </a:extLst>
              </p:cNvPr>
              <p:cNvSpPr/>
              <p:nvPr/>
            </p:nvSpPr>
            <p:spPr>
              <a:xfrm>
                <a:off x="12299315" y="3493452"/>
                <a:ext cx="3550284" cy="3364547"/>
              </a:xfrm>
              <a:custGeom>
                <a:avLst/>
                <a:gdLst>
                  <a:gd name="connsiteX0" fmla="*/ 1112838 w 3550284"/>
                  <a:gd name="connsiteY0" fmla="*/ 0 h 3364547"/>
                  <a:gd name="connsiteX1" fmla="*/ 3550285 w 3550284"/>
                  <a:gd name="connsiteY1" fmla="*/ 879475 h 3364547"/>
                  <a:gd name="connsiteX2" fmla="*/ 3550285 w 3550284"/>
                  <a:gd name="connsiteY2" fmla="*/ 3364547 h 3364547"/>
                  <a:gd name="connsiteX3" fmla="*/ 0 w 3550284"/>
                  <a:gd name="connsiteY3" fmla="*/ 3364547 h 3364547"/>
                  <a:gd name="connsiteX4" fmla="*/ 1112838 w 3550284"/>
                  <a:gd name="connsiteY4" fmla="*/ 0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50284" h="3364547">
                    <a:moveTo>
                      <a:pt x="1112838" y="0"/>
                    </a:moveTo>
                    <a:lnTo>
                      <a:pt x="3550285" y="879475"/>
                    </a:lnTo>
                    <a:lnTo>
                      <a:pt x="3550285" y="3364547"/>
                    </a:lnTo>
                    <a:lnTo>
                      <a:pt x="0" y="3364547"/>
                    </a:lnTo>
                    <a:lnTo>
                      <a:pt x="1112838" y="0"/>
                    </a:lnTo>
                    <a:close/>
                  </a:path>
                </a:pathLst>
              </a:custGeom>
              <a:solidFill>
                <a:srgbClr val="FF9A00"/>
              </a:solidFill>
              <a:ln w="2223"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2F87FE6A-B6AE-D1B6-A602-A0629FC01772}"/>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solidFill>
                <a:srgbClr val="FFD800"/>
              </a:solidFill>
              <a:ln w="2223"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BB4DFA87-E202-E037-4BAE-44A3DA297912}"/>
                  </a:ext>
                </a:extLst>
              </p:cNvPr>
              <p:cNvSpPr/>
              <p:nvPr/>
            </p:nvSpPr>
            <p:spPr>
              <a:xfrm>
                <a:off x="13242607" y="3493452"/>
                <a:ext cx="1357312" cy="3364547"/>
              </a:xfrm>
              <a:custGeom>
                <a:avLst/>
                <a:gdLst>
                  <a:gd name="connsiteX0" fmla="*/ 0 w 1357312"/>
                  <a:gd name="connsiteY0" fmla="*/ 3364547 h 3364547"/>
                  <a:gd name="connsiteX1" fmla="*/ 169545 w 1357312"/>
                  <a:gd name="connsiteY1" fmla="*/ 0 h 3364547"/>
                  <a:gd name="connsiteX2" fmla="*/ 1357313 w 1357312"/>
                  <a:gd name="connsiteY2" fmla="*/ 3364547 h 3364547"/>
                  <a:gd name="connsiteX3" fmla="*/ 0 w 1357312"/>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357312" h="3364547">
                    <a:moveTo>
                      <a:pt x="0" y="3364547"/>
                    </a:moveTo>
                    <a:lnTo>
                      <a:pt x="169545" y="0"/>
                    </a:lnTo>
                    <a:lnTo>
                      <a:pt x="1357313" y="3364547"/>
                    </a:lnTo>
                    <a:lnTo>
                      <a:pt x="0" y="3364547"/>
                    </a:lnTo>
                    <a:close/>
                  </a:path>
                </a:pathLst>
              </a:custGeom>
              <a:gradFill>
                <a:gsLst>
                  <a:gs pos="20000">
                    <a:srgbClr val="FF7400"/>
                  </a:gs>
                  <a:gs pos="20000">
                    <a:srgbClr val="FF7F15">
                      <a:alpha val="89804"/>
                    </a:srgbClr>
                  </a:gs>
                  <a:gs pos="40000">
                    <a:srgbClr val="FF9E4D">
                      <a:alpha val="69804"/>
                    </a:srgbClr>
                  </a:gs>
                  <a:gs pos="70000">
                    <a:srgbClr val="FFCFA6">
                      <a:alpha val="29804"/>
                    </a:srgbClr>
                  </a:gs>
                  <a:gs pos="90000">
                    <a:srgbClr val="FFFFFF">
                      <a:alpha val="0"/>
                    </a:srgbClr>
                  </a:gs>
                </a:gsLst>
                <a:lin ang="21066000" scaled="1"/>
              </a:gradFill>
              <a:ln w="2223"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313B89D5-4EE8-F03D-BCC6-0652B77AA4D3}"/>
                  </a:ext>
                </a:extLst>
              </p:cNvPr>
              <p:cNvSpPr/>
              <p:nvPr/>
            </p:nvSpPr>
            <p:spPr>
              <a:xfrm>
                <a:off x="13412152" y="3493452"/>
                <a:ext cx="834707" cy="3364547"/>
              </a:xfrm>
              <a:custGeom>
                <a:avLst/>
                <a:gdLst>
                  <a:gd name="connsiteX0" fmla="*/ 834707 w 834707"/>
                  <a:gd name="connsiteY0" fmla="*/ 3364547 h 3364547"/>
                  <a:gd name="connsiteX1" fmla="*/ 0 w 834707"/>
                  <a:gd name="connsiteY1" fmla="*/ 0 h 3364547"/>
                  <a:gd name="connsiteX2" fmla="*/ 641032 w 834707"/>
                  <a:gd name="connsiteY2" fmla="*/ 3364547 h 3364547"/>
                  <a:gd name="connsiteX3" fmla="*/ 834707 w 83470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834707" h="3364547">
                    <a:moveTo>
                      <a:pt x="834707" y="3364547"/>
                    </a:moveTo>
                    <a:lnTo>
                      <a:pt x="0" y="0"/>
                    </a:lnTo>
                    <a:lnTo>
                      <a:pt x="641032" y="3364547"/>
                    </a:lnTo>
                    <a:lnTo>
                      <a:pt x="834707" y="3364547"/>
                    </a:lnTo>
                    <a:close/>
                  </a:path>
                </a:pathLst>
              </a:custGeom>
              <a:solidFill>
                <a:srgbClr val="FFD800">
                  <a:alpha val="40000"/>
                </a:srgbClr>
              </a:solidFill>
              <a:ln w="2223"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A298A01E-8844-2BBC-B9BF-B0264C471407}"/>
                  </a:ext>
                </a:extLst>
              </p:cNvPr>
              <p:cNvSpPr/>
              <p:nvPr/>
            </p:nvSpPr>
            <p:spPr>
              <a:xfrm>
                <a:off x="13412152" y="3493452"/>
                <a:ext cx="1816417" cy="3364547"/>
              </a:xfrm>
              <a:custGeom>
                <a:avLst/>
                <a:gdLst>
                  <a:gd name="connsiteX0" fmla="*/ 1816417 w 1816417"/>
                  <a:gd name="connsiteY0" fmla="*/ 3364547 h 3364547"/>
                  <a:gd name="connsiteX1" fmla="*/ 0 w 1816417"/>
                  <a:gd name="connsiteY1" fmla="*/ 0 h 3364547"/>
                  <a:gd name="connsiteX2" fmla="*/ 1187767 w 1816417"/>
                  <a:gd name="connsiteY2" fmla="*/ 3364547 h 3364547"/>
                  <a:gd name="connsiteX3" fmla="*/ 1816417 w 181641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816417" h="3364547">
                    <a:moveTo>
                      <a:pt x="1816417" y="3364547"/>
                    </a:moveTo>
                    <a:lnTo>
                      <a:pt x="0" y="0"/>
                    </a:lnTo>
                    <a:lnTo>
                      <a:pt x="1187767" y="3364547"/>
                    </a:lnTo>
                    <a:lnTo>
                      <a:pt x="1816417" y="3364547"/>
                    </a:lnTo>
                    <a:close/>
                  </a:path>
                </a:pathLst>
              </a:custGeom>
              <a:solidFill>
                <a:srgbClr val="FFDA1B"/>
              </a:solidFill>
              <a:ln w="2223"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4B74BDD4-ED8D-BC7D-4908-656DF65B395B}"/>
                  </a:ext>
                </a:extLst>
              </p:cNvPr>
              <p:cNvSpPr/>
              <p:nvPr/>
            </p:nvSpPr>
            <p:spPr>
              <a:xfrm>
                <a:off x="13412152" y="3493452"/>
                <a:ext cx="2437447" cy="3364547"/>
              </a:xfrm>
              <a:custGeom>
                <a:avLst/>
                <a:gdLst>
                  <a:gd name="connsiteX0" fmla="*/ 1816417 w 2437447"/>
                  <a:gd name="connsiteY0" fmla="*/ 3364547 h 3364547"/>
                  <a:gd name="connsiteX1" fmla="*/ 0 w 2437447"/>
                  <a:gd name="connsiteY1" fmla="*/ 0 h 3364547"/>
                  <a:gd name="connsiteX2" fmla="*/ 2437447 w 2437447"/>
                  <a:gd name="connsiteY2" fmla="*/ 2812732 h 3364547"/>
                  <a:gd name="connsiteX3" fmla="*/ 2437447 w 2437447"/>
                  <a:gd name="connsiteY3" fmla="*/ 3364547 h 3364547"/>
                  <a:gd name="connsiteX4" fmla="*/ 1816417 w 2437447"/>
                  <a:gd name="connsiteY4" fmla="*/ 3364547 h 3364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7447" h="3364547">
                    <a:moveTo>
                      <a:pt x="1816417" y="3364547"/>
                    </a:moveTo>
                    <a:lnTo>
                      <a:pt x="0" y="0"/>
                    </a:lnTo>
                    <a:lnTo>
                      <a:pt x="2437447" y="2812732"/>
                    </a:lnTo>
                    <a:lnTo>
                      <a:pt x="2437447" y="3364547"/>
                    </a:lnTo>
                    <a:lnTo>
                      <a:pt x="1816417" y="3364547"/>
                    </a:lnTo>
                    <a:close/>
                  </a:path>
                </a:pathLst>
              </a:custGeom>
              <a:gradFill>
                <a:gsLst>
                  <a:gs pos="44000">
                    <a:srgbClr val="FF9A00"/>
                  </a:gs>
                  <a:gs pos="57000">
                    <a:srgbClr val="FF7400">
                      <a:alpha val="89804"/>
                    </a:srgbClr>
                  </a:gs>
                </a:gsLst>
                <a:lin ang="19560000" scaled="0"/>
              </a:gradFill>
              <a:ln w="2223"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F09FCD9A-97C1-7823-8D88-BDF6CD93B551}"/>
                  </a:ext>
                </a:extLst>
              </p:cNvPr>
              <p:cNvSpPr/>
              <p:nvPr/>
            </p:nvSpPr>
            <p:spPr>
              <a:xfrm>
                <a:off x="13412152" y="3493452"/>
                <a:ext cx="2437447" cy="2812732"/>
              </a:xfrm>
              <a:custGeom>
                <a:avLst/>
                <a:gdLst>
                  <a:gd name="connsiteX0" fmla="*/ 2437447 w 2437447"/>
                  <a:gd name="connsiteY0" fmla="*/ 1587182 h 2812732"/>
                  <a:gd name="connsiteX1" fmla="*/ 0 w 2437447"/>
                  <a:gd name="connsiteY1" fmla="*/ 0 h 2812732"/>
                  <a:gd name="connsiteX2" fmla="*/ 2437447 w 2437447"/>
                  <a:gd name="connsiteY2" fmla="*/ 2812732 h 2812732"/>
                  <a:gd name="connsiteX3" fmla="*/ 2437447 w 2437447"/>
                  <a:gd name="connsiteY3" fmla="*/ 1587182 h 2812732"/>
                </a:gdLst>
                <a:ahLst/>
                <a:cxnLst>
                  <a:cxn ang="0">
                    <a:pos x="connsiteX0" y="connsiteY0"/>
                  </a:cxn>
                  <a:cxn ang="0">
                    <a:pos x="connsiteX1" y="connsiteY1"/>
                  </a:cxn>
                  <a:cxn ang="0">
                    <a:pos x="connsiteX2" y="connsiteY2"/>
                  </a:cxn>
                  <a:cxn ang="0">
                    <a:pos x="connsiteX3" y="connsiteY3"/>
                  </a:cxn>
                </a:cxnLst>
                <a:rect l="l" t="t" r="r" b="b"/>
                <a:pathLst>
                  <a:path w="2437447" h="2812732">
                    <a:moveTo>
                      <a:pt x="2437447" y="1587182"/>
                    </a:moveTo>
                    <a:lnTo>
                      <a:pt x="0" y="0"/>
                    </a:lnTo>
                    <a:lnTo>
                      <a:pt x="2437447" y="2812732"/>
                    </a:lnTo>
                    <a:lnTo>
                      <a:pt x="2437447" y="1587182"/>
                    </a:lnTo>
                    <a:close/>
                  </a:path>
                </a:pathLst>
              </a:custGeom>
              <a:gradFill>
                <a:gsLst>
                  <a:gs pos="54000">
                    <a:srgbClr val="FF9A00"/>
                  </a:gs>
                  <a:gs pos="64000">
                    <a:srgbClr val="FF7E00"/>
                  </a:gs>
                </a:gsLst>
                <a:lin ang="18900000" scaled="0"/>
              </a:gradFill>
              <a:ln w="2223"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0AB6B5BD-5E59-AED7-10A2-A0F56B629BF4}"/>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D1F"/>
              </a:solidFill>
              <a:ln w="2223"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6C104295-16A6-DDB9-4146-C6C0E856F7ED}"/>
                  </a:ext>
                </a:extLst>
              </p:cNvPr>
              <p:cNvSpPr/>
              <p:nvPr/>
            </p:nvSpPr>
            <p:spPr>
              <a:xfrm>
                <a:off x="13412152" y="3493452"/>
                <a:ext cx="2437447" cy="1587182"/>
              </a:xfrm>
              <a:custGeom>
                <a:avLst/>
                <a:gdLst>
                  <a:gd name="connsiteX0" fmla="*/ 2437447 w 2437447"/>
                  <a:gd name="connsiteY0" fmla="*/ 879475 h 1587182"/>
                  <a:gd name="connsiteX1" fmla="*/ 0 w 2437447"/>
                  <a:gd name="connsiteY1" fmla="*/ 0 h 1587182"/>
                  <a:gd name="connsiteX2" fmla="*/ 2437447 w 2437447"/>
                  <a:gd name="connsiteY2" fmla="*/ 1587182 h 1587182"/>
                  <a:gd name="connsiteX3" fmla="*/ 2437447 w 2437447"/>
                  <a:gd name="connsiteY3" fmla="*/ 879475 h 1587182"/>
                </a:gdLst>
                <a:ahLst/>
                <a:cxnLst>
                  <a:cxn ang="0">
                    <a:pos x="connsiteX0" y="connsiteY0"/>
                  </a:cxn>
                  <a:cxn ang="0">
                    <a:pos x="connsiteX1" y="connsiteY1"/>
                  </a:cxn>
                  <a:cxn ang="0">
                    <a:pos x="connsiteX2" y="connsiteY2"/>
                  </a:cxn>
                  <a:cxn ang="0">
                    <a:pos x="connsiteX3" y="connsiteY3"/>
                  </a:cxn>
                </a:cxnLst>
                <a:rect l="l" t="t" r="r" b="b"/>
                <a:pathLst>
                  <a:path w="2437447" h="1587182">
                    <a:moveTo>
                      <a:pt x="2437447" y="879475"/>
                    </a:moveTo>
                    <a:lnTo>
                      <a:pt x="0" y="0"/>
                    </a:lnTo>
                    <a:lnTo>
                      <a:pt x="2437447" y="1587182"/>
                    </a:lnTo>
                    <a:lnTo>
                      <a:pt x="2437447" y="879475"/>
                    </a:lnTo>
                    <a:close/>
                  </a:path>
                </a:pathLst>
              </a:custGeom>
              <a:solidFill>
                <a:srgbClr val="FFDA1B"/>
              </a:solidFill>
              <a:ln w="2223"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ECC47724-C4AE-2D12-25FC-57E59185E130}"/>
                  </a:ext>
                </a:extLst>
              </p:cNvPr>
              <p:cNvSpPr/>
              <p:nvPr/>
            </p:nvSpPr>
            <p:spPr>
              <a:xfrm>
                <a:off x="12299315" y="3493452"/>
                <a:ext cx="1112837" cy="3364547"/>
              </a:xfrm>
              <a:custGeom>
                <a:avLst/>
                <a:gdLst>
                  <a:gd name="connsiteX0" fmla="*/ 943292 w 1112837"/>
                  <a:gd name="connsiteY0" fmla="*/ 3364547 h 3364547"/>
                  <a:gd name="connsiteX1" fmla="*/ 1112838 w 1112837"/>
                  <a:gd name="connsiteY1" fmla="*/ 0 h 3364547"/>
                  <a:gd name="connsiteX2" fmla="*/ 0 w 1112837"/>
                  <a:gd name="connsiteY2" fmla="*/ 3364547 h 3364547"/>
                  <a:gd name="connsiteX3" fmla="*/ 943292 w 1112837"/>
                  <a:gd name="connsiteY3" fmla="*/ 3364547 h 3364547"/>
                </a:gdLst>
                <a:ahLst/>
                <a:cxnLst>
                  <a:cxn ang="0">
                    <a:pos x="connsiteX0" y="connsiteY0"/>
                  </a:cxn>
                  <a:cxn ang="0">
                    <a:pos x="connsiteX1" y="connsiteY1"/>
                  </a:cxn>
                  <a:cxn ang="0">
                    <a:pos x="connsiteX2" y="connsiteY2"/>
                  </a:cxn>
                  <a:cxn ang="0">
                    <a:pos x="connsiteX3" y="connsiteY3"/>
                  </a:cxn>
                </a:cxnLst>
                <a:rect l="l" t="t" r="r" b="b"/>
                <a:pathLst>
                  <a:path w="1112837" h="3364547">
                    <a:moveTo>
                      <a:pt x="943292" y="3364547"/>
                    </a:moveTo>
                    <a:lnTo>
                      <a:pt x="1112838" y="0"/>
                    </a:lnTo>
                    <a:lnTo>
                      <a:pt x="0" y="3364547"/>
                    </a:lnTo>
                    <a:lnTo>
                      <a:pt x="943292" y="3364547"/>
                    </a:lnTo>
                    <a:close/>
                  </a:path>
                </a:pathLst>
              </a:custGeom>
              <a:gradFill>
                <a:gsLst>
                  <a:gs pos="0">
                    <a:srgbClr val="FF8700"/>
                  </a:gs>
                  <a:gs pos="16000">
                    <a:srgbClr val="FF7400">
                      <a:alpha val="0"/>
                    </a:srgbClr>
                  </a:gs>
                  <a:gs pos="32000">
                    <a:srgbClr val="FF7400">
                      <a:alpha val="49804"/>
                    </a:srgbClr>
                  </a:gs>
                  <a:gs pos="58000">
                    <a:srgbClr val="FF7400">
                      <a:alpha val="89804"/>
                    </a:srgbClr>
                  </a:gs>
                </a:gsLst>
                <a:lin ang="11580000" scaled="0"/>
              </a:gradFill>
              <a:ln w="2223" cap="flat">
                <a:noFill/>
                <a:prstDash val="solid"/>
                <a:miter/>
              </a:ln>
            </p:spPr>
            <p:txBody>
              <a:bodyPr rtlCol="0" anchor="ctr"/>
              <a:lstStyle/>
              <a:p>
                <a:endParaRPr lang="en-US"/>
              </a:p>
            </p:txBody>
          </p:sp>
        </p:grpSp>
      </p:grpSp>
      <p:grpSp>
        <p:nvGrpSpPr>
          <p:cNvPr id="27" name="Group 26">
            <a:extLst>
              <a:ext uri="{FF2B5EF4-FFF2-40B4-BE49-F238E27FC236}">
                <a16:creationId xmlns:a16="http://schemas.microsoft.com/office/drawing/2014/main" id="{D7C8BD51-99FC-03F8-7EB3-8AB0999A5FD3}"/>
              </a:ext>
            </a:extLst>
          </p:cNvPr>
          <p:cNvGrpSpPr/>
          <p:nvPr userDrawn="1"/>
        </p:nvGrpSpPr>
        <p:grpSpPr>
          <a:xfrm>
            <a:off x="1329004" y="2629430"/>
            <a:ext cx="5566813" cy="1018700"/>
            <a:chOff x="1329004" y="2629430"/>
            <a:chExt cx="5566813" cy="1018700"/>
          </a:xfrm>
        </p:grpSpPr>
        <p:grpSp>
          <p:nvGrpSpPr>
            <p:cNvPr id="4" name="Graphic 1">
              <a:extLst>
                <a:ext uri="{FF2B5EF4-FFF2-40B4-BE49-F238E27FC236}">
                  <a16:creationId xmlns:a16="http://schemas.microsoft.com/office/drawing/2014/main" id="{F2A1C519-BE9F-CD46-5DDF-5CA511BF3F2F}"/>
                </a:ext>
              </a:extLst>
            </p:cNvPr>
            <p:cNvGrpSpPr/>
            <p:nvPr userDrawn="1"/>
          </p:nvGrpSpPr>
          <p:grpSpPr>
            <a:xfrm>
              <a:off x="4783656" y="2681524"/>
              <a:ext cx="2112161" cy="966606"/>
              <a:chOff x="4783656" y="2681524"/>
              <a:chExt cx="2112161" cy="966606"/>
            </a:xfrm>
            <a:solidFill>
              <a:schemeClr val="tx1"/>
            </a:solidFill>
          </p:grpSpPr>
          <p:sp>
            <p:nvSpPr>
              <p:cNvPr id="10" name="Freeform: Shape 9">
                <a:extLst>
                  <a:ext uri="{FF2B5EF4-FFF2-40B4-BE49-F238E27FC236}">
                    <a16:creationId xmlns:a16="http://schemas.microsoft.com/office/drawing/2014/main" id="{7275B79F-4783-EF24-8F6F-1B868A35B611}"/>
                  </a:ext>
                </a:extLst>
              </p:cNvPr>
              <p:cNvSpPr/>
              <p:nvPr/>
            </p:nvSpPr>
            <p:spPr>
              <a:xfrm>
                <a:off x="4784665" y="2721924"/>
                <a:ext cx="249588" cy="328013"/>
              </a:xfrm>
              <a:custGeom>
                <a:avLst/>
                <a:gdLst>
                  <a:gd name="connsiteX0" fmla="*/ 231723 w 249588"/>
                  <a:gd name="connsiteY0" fmla="*/ 187492 h 328013"/>
                  <a:gd name="connsiteX1" fmla="*/ 249588 w 249588"/>
                  <a:gd name="connsiteY1" fmla="*/ 239179 h 328013"/>
                  <a:gd name="connsiteX2" fmla="*/ 236670 w 249588"/>
                  <a:gd name="connsiteY2" fmla="*/ 285467 h 328013"/>
                  <a:gd name="connsiteX3" fmla="*/ 199313 w 249588"/>
                  <a:gd name="connsiteY3" fmla="*/ 316727 h 328013"/>
                  <a:gd name="connsiteX4" fmla="*/ 141488 w 249588"/>
                  <a:gd name="connsiteY4" fmla="*/ 328014 h 328013"/>
                  <a:gd name="connsiteX5" fmla="*/ 0 w 249588"/>
                  <a:gd name="connsiteY5" fmla="*/ 328014 h 328013"/>
                  <a:gd name="connsiteX6" fmla="*/ 0 w 249588"/>
                  <a:gd name="connsiteY6" fmla="*/ 0 h 328013"/>
                  <a:gd name="connsiteX7" fmla="*/ 135402 w 249588"/>
                  <a:gd name="connsiteY7" fmla="*/ 0 h 328013"/>
                  <a:gd name="connsiteX8" fmla="*/ 193000 w 249588"/>
                  <a:gd name="connsiteY8" fmla="*/ 10799 h 328013"/>
                  <a:gd name="connsiteX9" fmla="*/ 229673 w 249588"/>
                  <a:gd name="connsiteY9" fmla="*/ 40888 h 328013"/>
                  <a:gd name="connsiteX10" fmla="*/ 242137 w 249588"/>
                  <a:gd name="connsiteY10" fmla="*/ 84573 h 328013"/>
                  <a:gd name="connsiteX11" fmla="*/ 226875 w 249588"/>
                  <a:gd name="connsiteY11" fmla="*/ 132520 h 328013"/>
                  <a:gd name="connsiteX12" fmla="*/ 186199 w 249588"/>
                  <a:gd name="connsiteY12" fmla="*/ 159778 h 328013"/>
                  <a:gd name="connsiteX13" fmla="*/ 231788 w 249588"/>
                  <a:gd name="connsiteY13" fmla="*/ 187492 h 328013"/>
                  <a:gd name="connsiteX14" fmla="*/ 65798 w 249588"/>
                  <a:gd name="connsiteY14" fmla="*/ 135317 h 328013"/>
                  <a:gd name="connsiteX15" fmla="*/ 125966 w 249588"/>
                  <a:gd name="connsiteY15" fmla="*/ 135317 h 328013"/>
                  <a:gd name="connsiteX16" fmla="*/ 162151 w 249588"/>
                  <a:gd name="connsiteY16" fmla="*/ 124745 h 328013"/>
                  <a:gd name="connsiteX17" fmla="*/ 174842 w 249588"/>
                  <a:gd name="connsiteY17" fmla="*/ 94429 h 328013"/>
                  <a:gd name="connsiteX18" fmla="*/ 162151 w 249588"/>
                  <a:gd name="connsiteY18" fmla="*/ 63885 h 328013"/>
                  <a:gd name="connsiteX19" fmla="*/ 125966 w 249588"/>
                  <a:gd name="connsiteY19" fmla="*/ 53086 h 328013"/>
                  <a:gd name="connsiteX20" fmla="*/ 65798 w 249588"/>
                  <a:gd name="connsiteY20" fmla="*/ 53086 h 328013"/>
                  <a:gd name="connsiteX21" fmla="*/ 65798 w 249588"/>
                  <a:gd name="connsiteY21" fmla="*/ 135317 h 328013"/>
                  <a:gd name="connsiteX22" fmla="*/ 169440 w 249588"/>
                  <a:gd name="connsiteY22" fmla="*/ 263153 h 328013"/>
                  <a:gd name="connsiteX23" fmla="*/ 182847 w 249588"/>
                  <a:gd name="connsiteY23" fmla="*/ 231210 h 328013"/>
                  <a:gd name="connsiteX24" fmla="*/ 168757 w 249588"/>
                  <a:gd name="connsiteY24" fmla="*/ 198064 h 328013"/>
                  <a:gd name="connsiteX25" fmla="*/ 130684 w 249588"/>
                  <a:gd name="connsiteY25" fmla="*/ 186094 h 328013"/>
                  <a:gd name="connsiteX26" fmla="*/ 65798 w 249588"/>
                  <a:gd name="connsiteY26" fmla="*/ 186094 h 328013"/>
                  <a:gd name="connsiteX27" fmla="*/ 65798 w 249588"/>
                  <a:gd name="connsiteY27" fmla="*/ 274440 h 328013"/>
                  <a:gd name="connsiteX28" fmla="*/ 132083 w 249588"/>
                  <a:gd name="connsiteY28" fmla="*/ 274440 h 328013"/>
                  <a:gd name="connsiteX29" fmla="*/ 169473 w 249588"/>
                  <a:gd name="connsiteY29" fmla="*/ 263153 h 32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9588" h="328013">
                    <a:moveTo>
                      <a:pt x="231723" y="187492"/>
                    </a:moveTo>
                    <a:cubicBezTo>
                      <a:pt x="243633" y="202520"/>
                      <a:pt x="249588" y="219760"/>
                      <a:pt x="249588" y="239179"/>
                    </a:cubicBezTo>
                    <a:cubicBezTo>
                      <a:pt x="249588" y="256712"/>
                      <a:pt x="245260" y="272163"/>
                      <a:pt x="236670" y="285467"/>
                    </a:cubicBezTo>
                    <a:cubicBezTo>
                      <a:pt x="228046" y="298771"/>
                      <a:pt x="215583" y="309213"/>
                      <a:pt x="199313" y="316727"/>
                    </a:cubicBezTo>
                    <a:cubicBezTo>
                      <a:pt x="183010" y="324241"/>
                      <a:pt x="163745" y="328014"/>
                      <a:pt x="141488" y="328014"/>
                    </a:cubicBezTo>
                    <a:lnTo>
                      <a:pt x="0" y="328014"/>
                    </a:lnTo>
                    <a:lnTo>
                      <a:pt x="0" y="0"/>
                    </a:lnTo>
                    <a:lnTo>
                      <a:pt x="135402" y="0"/>
                    </a:lnTo>
                    <a:cubicBezTo>
                      <a:pt x="157660" y="0"/>
                      <a:pt x="176859" y="3611"/>
                      <a:pt x="193000" y="10799"/>
                    </a:cubicBezTo>
                    <a:cubicBezTo>
                      <a:pt x="209140" y="18021"/>
                      <a:pt x="221376" y="28039"/>
                      <a:pt x="229673" y="40888"/>
                    </a:cubicBezTo>
                    <a:cubicBezTo>
                      <a:pt x="237971" y="53737"/>
                      <a:pt x="242137" y="68309"/>
                      <a:pt x="242137" y="84573"/>
                    </a:cubicBezTo>
                    <a:cubicBezTo>
                      <a:pt x="242137" y="103700"/>
                      <a:pt x="237027" y="119671"/>
                      <a:pt x="226875" y="132520"/>
                    </a:cubicBezTo>
                    <a:cubicBezTo>
                      <a:pt x="216689" y="145368"/>
                      <a:pt x="203120" y="154444"/>
                      <a:pt x="186199" y="159778"/>
                    </a:cubicBezTo>
                    <a:cubicBezTo>
                      <a:pt x="204682" y="163226"/>
                      <a:pt x="219878" y="172464"/>
                      <a:pt x="231788" y="187492"/>
                    </a:cubicBezTo>
                    <a:close/>
                    <a:moveTo>
                      <a:pt x="65798" y="135317"/>
                    </a:moveTo>
                    <a:lnTo>
                      <a:pt x="125966" y="135317"/>
                    </a:lnTo>
                    <a:cubicBezTo>
                      <a:pt x="141650" y="135317"/>
                      <a:pt x="153690" y="131804"/>
                      <a:pt x="162151" y="124745"/>
                    </a:cubicBezTo>
                    <a:cubicBezTo>
                      <a:pt x="170611" y="117687"/>
                      <a:pt x="174842" y="107603"/>
                      <a:pt x="174842" y="94429"/>
                    </a:cubicBezTo>
                    <a:cubicBezTo>
                      <a:pt x="174842" y="81255"/>
                      <a:pt x="170611" y="71107"/>
                      <a:pt x="162151" y="63885"/>
                    </a:cubicBezTo>
                    <a:cubicBezTo>
                      <a:pt x="153690" y="56697"/>
                      <a:pt x="141618" y="53086"/>
                      <a:pt x="125966" y="53086"/>
                    </a:cubicBezTo>
                    <a:lnTo>
                      <a:pt x="65798" y="53086"/>
                    </a:lnTo>
                    <a:lnTo>
                      <a:pt x="65798" y="135317"/>
                    </a:lnTo>
                    <a:close/>
                    <a:moveTo>
                      <a:pt x="169440" y="263153"/>
                    </a:moveTo>
                    <a:cubicBezTo>
                      <a:pt x="178356" y="255639"/>
                      <a:pt x="182847" y="245002"/>
                      <a:pt x="182847" y="231210"/>
                    </a:cubicBezTo>
                    <a:cubicBezTo>
                      <a:pt x="182847" y="217418"/>
                      <a:pt x="178161" y="206066"/>
                      <a:pt x="168757" y="198064"/>
                    </a:cubicBezTo>
                    <a:cubicBezTo>
                      <a:pt x="159352" y="190062"/>
                      <a:pt x="146661" y="186094"/>
                      <a:pt x="130684" y="186094"/>
                    </a:cubicBezTo>
                    <a:lnTo>
                      <a:pt x="65798" y="186094"/>
                    </a:lnTo>
                    <a:lnTo>
                      <a:pt x="65798" y="274440"/>
                    </a:lnTo>
                    <a:lnTo>
                      <a:pt x="132083" y="274440"/>
                    </a:lnTo>
                    <a:cubicBezTo>
                      <a:pt x="148061" y="274440"/>
                      <a:pt x="160524" y="270667"/>
                      <a:pt x="169473" y="263153"/>
                    </a:cubicBezTo>
                    <a:close/>
                  </a:path>
                </a:pathLst>
              </a:custGeom>
              <a:grpFill/>
              <a:ln w="0"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EB2B1E8-C7C2-785D-DF1C-553C34085C1D}"/>
                  </a:ext>
                </a:extLst>
              </p:cNvPr>
              <p:cNvSpPr/>
              <p:nvPr/>
            </p:nvSpPr>
            <p:spPr>
              <a:xfrm>
                <a:off x="5091590" y="2785842"/>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70"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grpFill/>
              <a:ln w="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3A075B41-2696-33A3-82D7-FCB44E74E7A7}"/>
                  </a:ext>
                </a:extLst>
              </p:cNvPr>
              <p:cNvSpPr/>
              <p:nvPr/>
            </p:nvSpPr>
            <p:spPr>
              <a:xfrm>
                <a:off x="5279188" y="2681524"/>
                <a:ext cx="80831" cy="368381"/>
              </a:xfrm>
              <a:custGeom>
                <a:avLst/>
                <a:gdLst>
                  <a:gd name="connsiteX0" fmla="*/ 11520 w 80831"/>
                  <a:gd name="connsiteY0" fmla="*/ 66000 h 368381"/>
                  <a:gd name="connsiteX1" fmla="*/ 0 w 80831"/>
                  <a:gd name="connsiteY1" fmla="*/ 38513 h 368381"/>
                  <a:gd name="connsiteX2" fmla="*/ 11520 w 80831"/>
                  <a:gd name="connsiteY2" fmla="*/ 11027 h 368381"/>
                  <a:gd name="connsiteX3" fmla="*/ 40416 w 80831"/>
                  <a:gd name="connsiteY3" fmla="*/ 0 h 368381"/>
                  <a:gd name="connsiteX4" fmla="*/ 69312 w 80831"/>
                  <a:gd name="connsiteY4" fmla="*/ 11027 h 368381"/>
                  <a:gd name="connsiteX5" fmla="*/ 80831 w 80831"/>
                  <a:gd name="connsiteY5" fmla="*/ 38513 h 368381"/>
                  <a:gd name="connsiteX6" fmla="*/ 69312 w 80831"/>
                  <a:gd name="connsiteY6" fmla="*/ 66000 h 368381"/>
                  <a:gd name="connsiteX7" fmla="*/ 40416 w 80831"/>
                  <a:gd name="connsiteY7" fmla="*/ 77059 h 368381"/>
                  <a:gd name="connsiteX8" fmla="*/ 11520 w 80831"/>
                  <a:gd name="connsiteY8" fmla="*/ 66000 h 368381"/>
                  <a:gd name="connsiteX9" fmla="*/ 72859 w 80831"/>
                  <a:gd name="connsiteY9" fmla="*/ 108058 h 368381"/>
                  <a:gd name="connsiteX10" fmla="*/ 72859 w 80831"/>
                  <a:gd name="connsiteY10" fmla="*/ 368381 h 368381"/>
                  <a:gd name="connsiteX11" fmla="*/ 7029 w 80831"/>
                  <a:gd name="connsiteY11" fmla="*/ 368381 h 368381"/>
                  <a:gd name="connsiteX12" fmla="*/ 7029 w 80831"/>
                  <a:gd name="connsiteY12" fmla="*/ 108058 h 368381"/>
                  <a:gd name="connsiteX13" fmla="*/ 72859 w 80831"/>
                  <a:gd name="connsiteY13" fmla="*/ 108058 h 368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831" h="368381">
                    <a:moveTo>
                      <a:pt x="11520" y="66000"/>
                    </a:moveTo>
                    <a:cubicBezTo>
                      <a:pt x="3840" y="58648"/>
                      <a:pt x="0" y="49475"/>
                      <a:pt x="0" y="38513"/>
                    </a:cubicBezTo>
                    <a:cubicBezTo>
                      <a:pt x="0" y="27551"/>
                      <a:pt x="3840" y="18378"/>
                      <a:pt x="11520" y="11027"/>
                    </a:cubicBezTo>
                    <a:cubicBezTo>
                      <a:pt x="19199" y="3676"/>
                      <a:pt x="28831" y="0"/>
                      <a:pt x="40416" y="0"/>
                    </a:cubicBezTo>
                    <a:cubicBezTo>
                      <a:pt x="52000" y="0"/>
                      <a:pt x="61633" y="3676"/>
                      <a:pt x="69312" y="11027"/>
                    </a:cubicBezTo>
                    <a:cubicBezTo>
                      <a:pt x="76992" y="18378"/>
                      <a:pt x="80831" y="27551"/>
                      <a:pt x="80831" y="38513"/>
                    </a:cubicBezTo>
                    <a:cubicBezTo>
                      <a:pt x="80831" y="49475"/>
                      <a:pt x="76992" y="58648"/>
                      <a:pt x="69312" y="66000"/>
                    </a:cubicBezTo>
                    <a:cubicBezTo>
                      <a:pt x="61633" y="73351"/>
                      <a:pt x="52000" y="77059"/>
                      <a:pt x="40416" y="77059"/>
                    </a:cubicBezTo>
                    <a:cubicBezTo>
                      <a:pt x="28831" y="77059"/>
                      <a:pt x="19167" y="73384"/>
                      <a:pt x="11520" y="66000"/>
                    </a:cubicBezTo>
                    <a:close/>
                    <a:moveTo>
                      <a:pt x="72859" y="108058"/>
                    </a:moveTo>
                    <a:lnTo>
                      <a:pt x="72859" y="368381"/>
                    </a:lnTo>
                    <a:lnTo>
                      <a:pt x="7029" y="368381"/>
                    </a:lnTo>
                    <a:lnTo>
                      <a:pt x="7029" y="108058"/>
                    </a:lnTo>
                    <a:lnTo>
                      <a:pt x="72859" y="108058"/>
                    </a:lnTo>
                    <a:close/>
                  </a:path>
                </a:pathLst>
              </a:custGeom>
              <a:grpFill/>
              <a:ln w="0"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809CEEDB-66E2-A3A0-98A3-E1B02DA164B4}"/>
                  </a:ext>
                </a:extLst>
              </p:cNvPr>
              <p:cNvSpPr/>
              <p:nvPr/>
            </p:nvSpPr>
            <p:spPr>
              <a:xfrm>
                <a:off x="5404698" y="2785354"/>
                <a:ext cx="271260" cy="392842"/>
              </a:xfrm>
              <a:custGeom>
                <a:avLst/>
                <a:gdLst>
                  <a:gd name="connsiteX0" fmla="*/ 170188 w 271260"/>
                  <a:gd name="connsiteY0" fmla="*/ 11515 h 392842"/>
                  <a:gd name="connsiteX1" fmla="*/ 204975 w 271260"/>
                  <a:gd name="connsiteY1" fmla="*/ 41343 h 392842"/>
                  <a:gd name="connsiteX2" fmla="*/ 204975 w 271260"/>
                  <a:gd name="connsiteY2" fmla="*/ 4229 h 392842"/>
                  <a:gd name="connsiteX3" fmla="*/ 271261 w 271260"/>
                  <a:gd name="connsiteY3" fmla="*/ 4229 h 392842"/>
                  <a:gd name="connsiteX4" fmla="*/ 271261 w 271260"/>
                  <a:gd name="connsiteY4" fmla="*/ 266438 h 392842"/>
                  <a:gd name="connsiteX5" fmla="*/ 256682 w 271260"/>
                  <a:gd name="connsiteY5" fmla="*/ 331039 h 392842"/>
                  <a:gd name="connsiteX6" fmla="*/ 212947 w 271260"/>
                  <a:gd name="connsiteY6" fmla="*/ 376156 h 392842"/>
                  <a:gd name="connsiteX7" fmla="*/ 142431 w 271260"/>
                  <a:gd name="connsiteY7" fmla="*/ 392842 h 392842"/>
                  <a:gd name="connsiteX8" fmla="*/ 51479 w 271260"/>
                  <a:gd name="connsiteY8" fmla="*/ 366983 h 392842"/>
                  <a:gd name="connsiteX9" fmla="*/ 11292 w 271260"/>
                  <a:gd name="connsiteY9" fmla="*/ 296494 h 392842"/>
                  <a:gd name="connsiteX10" fmla="*/ 76633 w 271260"/>
                  <a:gd name="connsiteY10" fmla="*/ 296494 h 392842"/>
                  <a:gd name="connsiteX11" fmla="*/ 98956 w 271260"/>
                  <a:gd name="connsiteY11" fmla="*/ 324924 h 392842"/>
                  <a:gd name="connsiteX12" fmla="*/ 140576 w 271260"/>
                  <a:gd name="connsiteY12" fmla="*/ 335495 h 392842"/>
                  <a:gd name="connsiteX13" fmla="*/ 187110 w 271260"/>
                  <a:gd name="connsiteY13" fmla="*/ 318353 h 392842"/>
                  <a:gd name="connsiteX14" fmla="*/ 204975 w 271260"/>
                  <a:gd name="connsiteY14" fmla="*/ 266438 h 392842"/>
                  <a:gd name="connsiteX15" fmla="*/ 204975 w 271260"/>
                  <a:gd name="connsiteY15" fmla="*/ 226038 h 392842"/>
                  <a:gd name="connsiteX16" fmla="*/ 169961 w 271260"/>
                  <a:gd name="connsiteY16" fmla="*/ 256582 h 392842"/>
                  <a:gd name="connsiteX17" fmla="*/ 118937 w 271260"/>
                  <a:gd name="connsiteY17" fmla="*/ 268813 h 392842"/>
                  <a:gd name="connsiteX18" fmla="*/ 58769 w 271260"/>
                  <a:gd name="connsiteY18" fmla="*/ 251898 h 392842"/>
                  <a:gd name="connsiteX19" fmla="*/ 15750 w 271260"/>
                  <a:gd name="connsiteY19" fmla="*/ 204212 h 392842"/>
                  <a:gd name="connsiteX20" fmla="*/ 0 w 271260"/>
                  <a:gd name="connsiteY20" fmla="*/ 133496 h 392842"/>
                  <a:gd name="connsiteX21" fmla="*/ 15750 w 271260"/>
                  <a:gd name="connsiteY21" fmla="*/ 63462 h 392842"/>
                  <a:gd name="connsiteX22" fmla="*/ 58541 w 271260"/>
                  <a:gd name="connsiteY22" fmla="*/ 16459 h 392842"/>
                  <a:gd name="connsiteX23" fmla="*/ 118937 w 271260"/>
                  <a:gd name="connsiteY23" fmla="*/ 0 h 392842"/>
                  <a:gd name="connsiteX24" fmla="*/ 170188 w 271260"/>
                  <a:gd name="connsiteY24" fmla="*/ 11515 h 392842"/>
                  <a:gd name="connsiteX25" fmla="*/ 195570 w 271260"/>
                  <a:gd name="connsiteY25" fmla="*/ 93291 h 392842"/>
                  <a:gd name="connsiteX26" fmla="*/ 170188 w 271260"/>
                  <a:gd name="connsiteY26" fmla="*/ 66975 h 392842"/>
                  <a:gd name="connsiteX27" fmla="*/ 135858 w 271260"/>
                  <a:gd name="connsiteY27" fmla="*/ 57803 h 392842"/>
                  <a:gd name="connsiteX28" fmla="*/ 102016 w 271260"/>
                  <a:gd name="connsiteY28" fmla="*/ 66715 h 392842"/>
                  <a:gd name="connsiteX29" fmla="*/ 76861 w 271260"/>
                  <a:gd name="connsiteY29" fmla="*/ 92803 h 392842"/>
                  <a:gd name="connsiteX30" fmla="*/ 67229 w 271260"/>
                  <a:gd name="connsiteY30" fmla="*/ 133463 h 392842"/>
                  <a:gd name="connsiteX31" fmla="*/ 76861 w 271260"/>
                  <a:gd name="connsiteY31" fmla="*/ 174579 h 392842"/>
                  <a:gd name="connsiteX32" fmla="*/ 102243 w 271260"/>
                  <a:gd name="connsiteY32" fmla="*/ 201609 h 392842"/>
                  <a:gd name="connsiteX33" fmla="*/ 135858 w 271260"/>
                  <a:gd name="connsiteY33" fmla="*/ 211010 h 392842"/>
                  <a:gd name="connsiteX34" fmla="*/ 170188 w 271260"/>
                  <a:gd name="connsiteY34" fmla="*/ 201837 h 392842"/>
                  <a:gd name="connsiteX35" fmla="*/ 195570 w 271260"/>
                  <a:gd name="connsiteY35" fmla="*/ 175522 h 392842"/>
                  <a:gd name="connsiteX36" fmla="*/ 204975 w 271260"/>
                  <a:gd name="connsiteY36" fmla="*/ 134406 h 392842"/>
                  <a:gd name="connsiteX37" fmla="*/ 195570 w 271260"/>
                  <a:gd name="connsiteY37" fmla="*/ 93291 h 392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1260" h="392842">
                    <a:moveTo>
                      <a:pt x="170188" y="11515"/>
                    </a:moveTo>
                    <a:cubicBezTo>
                      <a:pt x="184930" y="19192"/>
                      <a:pt x="196514" y="29145"/>
                      <a:pt x="204975" y="41343"/>
                    </a:cubicBezTo>
                    <a:lnTo>
                      <a:pt x="204975" y="4229"/>
                    </a:lnTo>
                    <a:lnTo>
                      <a:pt x="271261" y="4229"/>
                    </a:lnTo>
                    <a:lnTo>
                      <a:pt x="271261" y="266438"/>
                    </a:lnTo>
                    <a:cubicBezTo>
                      <a:pt x="271261" y="290574"/>
                      <a:pt x="266412" y="312108"/>
                      <a:pt x="256682" y="331039"/>
                    </a:cubicBezTo>
                    <a:cubicBezTo>
                      <a:pt x="246952" y="350003"/>
                      <a:pt x="232407" y="365031"/>
                      <a:pt x="212947" y="376156"/>
                    </a:cubicBezTo>
                    <a:cubicBezTo>
                      <a:pt x="193520" y="387280"/>
                      <a:pt x="169993" y="392842"/>
                      <a:pt x="142431" y="392842"/>
                    </a:cubicBezTo>
                    <a:cubicBezTo>
                      <a:pt x="105432" y="392842"/>
                      <a:pt x="75137" y="384222"/>
                      <a:pt x="51479" y="366983"/>
                    </a:cubicBezTo>
                    <a:cubicBezTo>
                      <a:pt x="27822" y="349743"/>
                      <a:pt x="14415" y="326257"/>
                      <a:pt x="11292" y="296494"/>
                    </a:cubicBezTo>
                    <a:lnTo>
                      <a:pt x="76633" y="296494"/>
                    </a:lnTo>
                    <a:cubicBezTo>
                      <a:pt x="80083" y="308399"/>
                      <a:pt x="87535" y="317865"/>
                      <a:pt x="98956" y="324924"/>
                    </a:cubicBezTo>
                    <a:cubicBezTo>
                      <a:pt x="110378" y="331982"/>
                      <a:pt x="124273" y="335495"/>
                      <a:pt x="140576" y="335495"/>
                    </a:cubicBezTo>
                    <a:cubicBezTo>
                      <a:pt x="159678" y="335495"/>
                      <a:pt x="175200" y="329770"/>
                      <a:pt x="187110" y="318353"/>
                    </a:cubicBezTo>
                    <a:cubicBezTo>
                      <a:pt x="199020" y="306903"/>
                      <a:pt x="204975" y="289598"/>
                      <a:pt x="204975" y="266438"/>
                    </a:cubicBezTo>
                    <a:lnTo>
                      <a:pt x="204975" y="226038"/>
                    </a:lnTo>
                    <a:cubicBezTo>
                      <a:pt x="196514" y="238269"/>
                      <a:pt x="184832" y="248450"/>
                      <a:pt x="169961" y="256582"/>
                    </a:cubicBezTo>
                    <a:cubicBezTo>
                      <a:pt x="155057" y="264714"/>
                      <a:pt x="138071" y="268813"/>
                      <a:pt x="118937" y="268813"/>
                    </a:cubicBezTo>
                    <a:cubicBezTo>
                      <a:pt x="97004" y="268813"/>
                      <a:pt x="76926" y="263185"/>
                      <a:pt x="58769" y="251898"/>
                    </a:cubicBezTo>
                    <a:cubicBezTo>
                      <a:pt x="40578" y="240611"/>
                      <a:pt x="26260" y="224737"/>
                      <a:pt x="15750" y="204212"/>
                    </a:cubicBezTo>
                    <a:cubicBezTo>
                      <a:pt x="5239" y="183686"/>
                      <a:pt x="0" y="160136"/>
                      <a:pt x="0" y="133496"/>
                    </a:cubicBezTo>
                    <a:cubicBezTo>
                      <a:pt x="0" y="106855"/>
                      <a:pt x="5239" y="83858"/>
                      <a:pt x="15750" y="63462"/>
                    </a:cubicBezTo>
                    <a:cubicBezTo>
                      <a:pt x="26260" y="43100"/>
                      <a:pt x="40513" y="27454"/>
                      <a:pt x="58541" y="16459"/>
                    </a:cubicBezTo>
                    <a:cubicBezTo>
                      <a:pt x="76568" y="5497"/>
                      <a:pt x="96679" y="0"/>
                      <a:pt x="118937" y="0"/>
                    </a:cubicBezTo>
                    <a:cubicBezTo>
                      <a:pt x="138363" y="0"/>
                      <a:pt x="155447" y="3838"/>
                      <a:pt x="170188" y="11515"/>
                    </a:cubicBezTo>
                    <a:close/>
                    <a:moveTo>
                      <a:pt x="195570" y="93291"/>
                    </a:moveTo>
                    <a:cubicBezTo>
                      <a:pt x="189290" y="81873"/>
                      <a:pt x="180829" y="73091"/>
                      <a:pt x="170188" y="66975"/>
                    </a:cubicBezTo>
                    <a:cubicBezTo>
                      <a:pt x="159515" y="60860"/>
                      <a:pt x="148093" y="57803"/>
                      <a:pt x="135858" y="57803"/>
                    </a:cubicBezTo>
                    <a:cubicBezTo>
                      <a:pt x="123623" y="57803"/>
                      <a:pt x="112363" y="60795"/>
                      <a:pt x="102016" y="66715"/>
                    </a:cubicBezTo>
                    <a:cubicBezTo>
                      <a:pt x="91667" y="72668"/>
                      <a:pt x="83272" y="81353"/>
                      <a:pt x="76861" y="92803"/>
                    </a:cubicBezTo>
                    <a:cubicBezTo>
                      <a:pt x="70418" y="104253"/>
                      <a:pt x="67229" y="117784"/>
                      <a:pt x="67229" y="133463"/>
                    </a:cubicBezTo>
                    <a:cubicBezTo>
                      <a:pt x="67229" y="149142"/>
                      <a:pt x="70451" y="162836"/>
                      <a:pt x="76861" y="174579"/>
                    </a:cubicBezTo>
                    <a:cubicBezTo>
                      <a:pt x="83272" y="186321"/>
                      <a:pt x="91732" y="195332"/>
                      <a:pt x="102243" y="201609"/>
                    </a:cubicBezTo>
                    <a:cubicBezTo>
                      <a:pt x="112754" y="207887"/>
                      <a:pt x="123948" y="211010"/>
                      <a:pt x="135858" y="211010"/>
                    </a:cubicBezTo>
                    <a:cubicBezTo>
                      <a:pt x="147768" y="211010"/>
                      <a:pt x="159515" y="207952"/>
                      <a:pt x="170188" y="201837"/>
                    </a:cubicBezTo>
                    <a:cubicBezTo>
                      <a:pt x="180829" y="195722"/>
                      <a:pt x="189290" y="186972"/>
                      <a:pt x="195570" y="175522"/>
                    </a:cubicBezTo>
                    <a:cubicBezTo>
                      <a:pt x="201851" y="164105"/>
                      <a:pt x="204975" y="150378"/>
                      <a:pt x="204975" y="134406"/>
                    </a:cubicBezTo>
                    <a:cubicBezTo>
                      <a:pt x="204975" y="118435"/>
                      <a:pt x="201851" y="104741"/>
                      <a:pt x="195570" y="93291"/>
                    </a:cubicBezTo>
                    <a:close/>
                  </a:path>
                </a:pathLst>
              </a:custGeom>
              <a:grp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B1EAB3E2-25CA-DD19-033F-E5E94A7C3C70}"/>
                  </a:ext>
                </a:extLst>
              </p:cNvPr>
              <p:cNvSpPr/>
              <p:nvPr/>
            </p:nvSpPr>
            <p:spPr>
              <a:xfrm>
                <a:off x="5745011" y="2702180"/>
                <a:ext cx="248254" cy="347725"/>
              </a:xfrm>
              <a:custGeom>
                <a:avLst/>
                <a:gdLst>
                  <a:gd name="connsiteX0" fmla="*/ 199378 w 248254"/>
                  <a:gd name="connsiteY0" fmla="*/ 96576 h 347725"/>
                  <a:gd name="connsiteX1" fmla="*/ 235335 w 248254"/>
                  <a:gd name="connsiteY1" fmla="*/ 134634 h 347725"/>
                  <a:gd name="connsiteX2" fmla="*/ 248254 w 248254"/>
                  <a:gd name="connsiteY2" fmla="*/ 195006 h 347725"/>
                  <a:gd name="connsiteX3" fmla="*/ 248254 w 248254"/>
                  <a:gd name="connsiteY3" fmla="*/ 347726 h 347725"/>
                  <a:gd name="connsiteX4" fmla="*/ 182424 w 248254"/>
                  <a:gd name="connsiteY4" fmla="*/ 347726 h 347725"/>
                  <a:gd name="connsiteX5" fmla="*/ 182424 w 248254"/>
                  <a:gd name="connsiteY5" fmla="*/ 203919 h 347725"/>
                  <a:gd name="connsiteX6" fmla="*/ 166902 w 248254"/>
                  <a:gd name="connsiteY6" fmla="*/ 156233 h 347725"/>
                  <a:gd name="connsiteX7" fmla="*/ 124599 w 248254"/>
                  <a:gd name="connsiteY7" fmla="*/ 139546 h 347725"/>
                  <a:gd name="connsiteX8" fmla="*/ 81580 w 248254"/>
                  <a:gd name="connsiteY8" fmla="*/ 156233 h 347725"/>
                  <a:gd name="connsiteX9" fmla="*/ 65830 w 248254"/>
                  <a:gd name="connsiteY9" fmla="*/ 203919 h 347725"/>
                  <a:gd name="connsiteX10" fmla="*/ 65830 w 248254"/>
                  <a:gd name="connsiteY10" fmla="*/ 347726 h 347725"/>
                  <a:gd name="connsiteX11" fmla="*/ 0 w 248254"/>
                  <a:gd name="connsiteY11" fmla="*/ 347726 h 347725"/>
                  <a:gd name="connsiteX12" fmla="*/ 0 w 248254"/>
                  <a:gd name="connsiteY12" fmla="*/ 0 h 347725"/>
                  <a:gd name="connsiteX13" fmla="*/ 65830 w 248254"/>
                  <a:gd name="connsiteY13" fmla="*/ 0 h 347725"/>
                  <a:gd name="connsiteX14" fmla="*/ 65830 w 248254"/>
                  <a:gd name="connsiteY14" fmla="*/ 119834 h 347725"/>
                  <a:gd name="connsiteX15" fmla="*/ 99673 w 248254"/>
                  <a:gd name="connsiteY15" fmla="*/ 93291 h 347725"/>
                  <a:gd name="connsiteX16" fmla="*/ 146694 w 248254"/>
                  <a:gd name="connsiteY16" fmla="*/ 83662 h 347725"/>
                  <a:gd name="connsiteX17" fmla="*/ 199345 w 248254"/>
                  <a:gd name="connsiteY17" fmla="*/ 96576 h 3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254" h="347725">
                    <a:moveTo>
                      <a:pt x="199378" y="96576"/>
                    </a:moveTo>
                    <a:cubicBezTo>
                      <a:pt x="214737" y="105196"/>
                      <a:pt x="226712" y="117882"/>
                      <a:pt x="235335" y="134634"/>
                    </a:cubicBezTo>
                    <a:cubicBezTo>
                      <a:pt x="243959" y="151386"/>
                      <a:pt x="248254" y="171521"/>
                      <a:pt x="248254" y="195006"/>
                    </a:cubicBezTo>
                    <a:lnTo>
                      <a:pt x="248254" y="347726"/>
                    </a:lnTo>
                    <a:lnTo>
                      <a:pt x="182424" y="347726"/>
                    </a:lnTo>
                    <a:lnTo>
                      <a:pt x="182424" y="203919"/>
                    </a:lnTo>
                    <a:cubicBezTo>
                      <a:pt x="182424" y="183231"/>
                      <a:pt x="177250" y="167357"/>
                      <a:pt x="166902" y="156233"/>
                    </a:cubicBezTo>
                    <a:cubicBezTo>
                      <a:pt x="156554" y="145108"/>
                      <a:pt x="142464" y="139546"/>
                      <a:pt x="124599" y="139546"/>
                    </a:cubicBezTo>
                    <a:cubicBezTo>
                      <a:pt x="106734" y="139546"/>
                      <a:pt x="92091" y="145108"/>
                      <a:pt x="81580" y="156233"/>
                    </a:cubicBezTo>
                    <a:cubicBezTo>
                      <a:pt x="71069" y="167357"/>
                      <a:pt x="65830" y="183264"/>
                      <a:pt x="65830" y="203919"/>
                    </a:cubicBezTo>
                    <a:lnTo>
                      <a:pt x="65830" y="347726"/>
                    </a:lnTo>
                    <a:lnTo>
                      <a:pt x="0" y="347726"/>
                    </a:lnTo>
                    <a:lnTo>
                      <a:pt x="0" y="0"/>
                    </a:lnTo>
                    <a:lnTo>
                      <a:pt x="65830" y="0"/>
                    </a:lnTo>
                    <a:lnTo>
                      <a:pt x="65830" y="119834"/>
                    </a:lnTo>
                    <a:cubicBezTo>
                      <a:pt x="74291" y="108546"/>
                      <a:pt x="85583" y="99699"/>
                      <a:pt x="99673" y="93291"/>
                    </a:cubicBezTo>
                    <a:cubicBezTo>
                      <a:pt x="113763" y="86883"/>
                      <a:pt x="129448" y="83662"/>
                      <a:pt x="146694" y="83662"/>
                    </a:cubicBezTo>
                    <a:cubicBezTo>
                      <a:pt x="166447" y="83662"/>
                      <a:pt x="183986" y="87989"/>
                      <a:pt x="199345" y="96576"/>
                    </a:cubicBezTo>
                    <a:close/>
                  </a:path>
                </a:pathLst>
              </a:custGeom>
              <a:grpFill/>
              <a:ln w="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5306B53-E5F0-032B-AE56-C0B5A6D90F4B}"/>
                  </a:ext>
                </a:extLst>
              </p:cNvPr>
              <p:cNvSpPr/>
              <p:nvPr/>
            </p:nvSpPr>
            <p:spPr>
              <a:xfrm>
                <a:off x="6039831" y="2725275"/>
                <a:ext cx="155578" cy="324695"/>
              </a:xfrm>
              <a:custGeom>
                <a:avLst/>
                <a:gdLst>
                  <a:gd name="connsiteX0" fmla="*/ 97297 w 155578"/>
                  <a:gd name="connsiteY0" fmla="*/ 118370 h 324695"/>
                  <a:gd name="connsiteX1" fmla="*/ 97297 w 155578"/>
                  <a:gd name="connsiteY1" fmla="*/ 244319 h 324695"/>
                  <a:gd name="connsiteX2" fmla="*/ 103643 w 155578"/>
                  <a:gd name="connsiteY2" fmla="*/ 263348 h 324695"/>
                  <a:gd name="connsiteX3" fmla="*/ 125022 w 155578"/>
                  <a:gd name="connsiteY3" fmla="*/ 269235 h 324695"/>
                  <a:gd name="connsiteX4" fmla="*/ 155578 w 155578"/>
                  <a:gd name="connsiteY4" fmla="*/ 269235 h 324695"/>
                  <a:gd name="connsiteX5" fmla="*/ 155578 w 155578"/>
                  <a:gd name="connsiteY5" fmla="*/ 324696 h 324695"/>
                  <a:gd name="connsiteX6" fmla="*/ 114218 w 155578"/>
                  <a:gd name="connsiteY6" fmla="*/ 324696 h 324695"/>
                  <a:gd name="connsiteX7" fmla="*/ 31012 w 155578"/>
                  <a:gd name="connsiteY7" fmla="*/ 243863 h 324695"/>
                  <a:gd name="connsiteX8" fmla="*/ 31012 w 155578"/>
                  <a:gd name="connsiteY8" fmla="*/ 118402 h 324695"/>
                  <a:gd name="connsiteX9" fmla="*/ 0 w 155578"/>
                  <a:gd name="connsiteY9" fmla="*/ 118402 h 324695"/>
                  <a:gd name="connsiteX10" fmla="*/ 0 w 155578"/>
                  <a:gd name="connsiteY10" fmla="*/ 64373 h 324695"/>
                  <a:gd name="connsiteX11" fmla="*/ 31012 w 155578"/>
                  <a:gd name="connsiteY11" fmla="*/ 64373 h 324695"/>
                  <a:gd name="connsiteX12" fmla="*/ 31012 w 155578"/>
                  <a:gd name="connsiteY12" fmla="*/ 0 h 324695"/>
                  <a:gd name="connsiteX13" fmla="*/ 97297 w 155578"/>
                  <a:gd name="connsiteY13" fmla="*/ 0 h 324695"/>
                  <a:gd name="connsiteX14" fmla="*/ 97297 w 155578"/>
                  <a:gd name="connsiteY14" fmla="*/ 64373 h 324695"/>
                  <a:gd name="connsiteX15" fmla="*/ 155578 w 155578"/>
                  <a:gd name="connsiteY15" fmla="*/ 64373 h 324695"/>
                  <a:gd name="connsiteX16" fmla="*/ 155578 w 155578"/>
                  <a:gd name="connsiteY16" fmla="*/ 118402 h 324695"/>
                  <a:gd name="connsiteX17" fmla="*/ 97297 w 155578"/>
                  <a:gd name="connsiteY17" fmla="*/ 118402 h 3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5578" h="324695">
                    <a:moveTo>
                      <a:pt x="97297" y="118370"/>
                    </a:moveTo>
                    <a:lnTo>
                      <a:pt x="97297" y="244319"/>
                    </a:lnTo>
                    <a:cubicBezTo>
                      <a:pt x="97297" y="253101"/>
                      <a:pt x="99412" y="259444"/>
                      <a:pt x="103643" y="263348"/>
                    </a:cubicBezTo>
                    <a:cubicBezTo>
                      <a:pt x="107873" y="267284"/>
                      <a:pt x="114999" y="269235"/>
                      <a:pt x="125022" y="269235"/>
                    </a:cubicBezTo>
                    <a:lnTo>
                      <a:pt x="155578" y="269235"/>
                    </a:lnTo>
                    <a:lnTo>
                      <a:pt x="155578" y="324696"/>
                    </a:lnTo>
                    <a:lnTo>
                      <a:pt x="114218" y="324696"/>
                    </a:lnTo>
                    <a:cubicBezTo>
                      <a:pt x="58736" y="324696"/>
                      <a:pt x="31012" y="297763"/>
                      <a:pt x="31012" y="243863"/>
                    </a:cubicBezTo>
                    <a:lnTo>
                      <a:pt x="31012" y="118402"/>
                    </a:lnTo>
                    <a:lnTo>
                      <a:pt x="0" y="118402"/>
                    </a:lnTo>
                    <a:lnTo>
                      <a:pt x="0" y="64373"/>
                    </a:lnTo>
                    <a:lnTo>
                      <a:pt x="31012" y="64373"/>
                    </a:lnTo>
                    <a:lnTo>
                      <a:pt x="31012" y="0"/>
                    </a:lnTo>
                    <a:lnTo>
                      <a:pt x="97297" y="0"/>
                    </a:lnTo>
                    <a:lnTo>
                      <a:pt x="97297" y="64373"/>
                    </a:lnTo>
                    <a:lnTo>
                      <a:pt x="155578" y="64373"/>
                    </a:lnTo>
                    <a:lnTo>
                      <a:pt x="155578" y="118402"/>
                    </a:lnTo>
                    <a:lnTo>
                      <a:pt x="97297" y="118402"/>
                    </a:lnTo>
                    <a:close/>
                  </a:path>
                </a:pathLst>
              </a:custGeom>
              <a:grp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AC7426B8-6869-E476-4FD6-5A905DDF4486}"/>
                  </a:ext>
                </a:extLst>
              </p:cNvPr>
              <p:cNvSpPr/>
              <p:nvPr/>
            </p:nvSpPr>
            <p:spPr>
              <a:xfrm>
                <a:off x="6230683" y="2785354"/>
                <a:ext cx="259025" cy="268812"/>
              </a:xfrm>
              <a:custGeom>
                <a:avLst/>
                <a:gdLst>
                  <a:gd name="connsiteX0" fmla="*/ 257138 w 259025"/>
                  <a:gd name="connsiteY0" fmla="*/ 154151 h 268812"/>
                  <a:gd name="connsiteX1" fmla="*/ 66741 w 259025"/>
                  <a:gd name="connsiteY1" fmla="*/ 154151 h 268812"/>
                  <a:gd name="connsiteX2" fmla="*/ 86493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5 w 259025"/>
                  <a:gd name="connsiteY11" fmla="*/ 63462 h 268812"/>
                  <a:gd name="connsiteX12" fmla="*/ 62543 w 259025"/>
                  <a:gd name="connsiteY12" fmla="*/ 16459 h 268812"/>
                  <a:gd name="connsiteX13" fmla="*/ 130717 w 259025"/>
                  <a:gd name="connsiteY13" fmla="*/ 0 h 268812"/>
                  <a:gd name="connsiteX14" fmla="*/ 197230 w 259025"/>
                  <a:gd name="connsiteY14" fmla="*/ 15971 h 268812"/>
                  <a:gd name="connsiteX15" fmla="*/ 242820 w 259025"/>
                  <a:gd name="connsiteY15" fmla="*/ 61316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8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3" y="198324"/>
                    </a:cubicBezTo>
                    <a:cubicBezTo>
                      <a:pt x="98078" y="208961"/>
                      <a:pt x="112364" y="214295"/>
                      <a:pt x="129285" y="214295"/>
                    </a:cubicBezTo>
                    <a:cubicBezTo>
                      <a:pt x="153723" y="214295"/>
                      <a:pt x="171132" y="203789"/>
                      <a:pt x="181480" y="182808"/>
                    </a:cubicBezTo>
                    <a:lnTo>
                      <a:pt x="252452" y="182808"/>
                    </a:lnTo>
                    <a:cubicBezTo>
                      <a:pt x="244935" y="207887"/>
                      <a:pt x="230519"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4" y="184532"/>
                      <a:pt x="0" y="161047"/>
                      <a:pt x="0" y="134406"/>
                    </a:cubicBezTo>
                    <a:cubicBezTo>
                      <a:pt x="0" y="107766"/>
                      <a:pt x="5467" y="83825"/>
                      <a:pt x="16465" y="63462"/>
                    </a:cubicBezTo>
                    <a:cubicBezTo>
                      <a:pt x="27432" y="43100"/>
                      <a:pt x="42791" y="27454"/>
                      <a:pt x="62543" y="16459"/>
                    </a:cubicBezTo>
                    <a:cubicBezTo>
                      <a:pt x="82296" y="5497"/>
                      <a:pt x="105009" y="0"/>
                      <a:pt x="130717" y="0"/>
                    </a:cubicBezTo>
                    <a:cubicBezTo>
                      <a:pt x="156424" y="0"/>
                      <a:pt x="177640" y="5335"/>
                      <a:pt x="197230" y="15971"/>
                    </a:cubicBezTo>
                    <a:cubicBezTo>
                      <a:pt x="216820" y="26608"/>
                      <a:pt x="232016" y="41734"/>
                      <a:pt x="242820" y="61316"/>
                    </a:cubicBezTo>
                    <a:cubicBezTo>
                      <a:pt x="253623" y="80898"/>
                      <a:pt x="259025" y="103374"/>
                      <a:pt x="259025" y="128746"/>
                    </a:cubicBezTo>
                    <a:cubicBezTo>
                      <a:pt x="259025" y="138147"/>
                      <a:pt x="258407" y="146604"/>
                      <a:pt x="257138" y="154118"/>
                    </a:cubicBezTo>
                    <a:close/>
                    <a:moveTo>
                      <a:pt x="190852" y="109978"/>
                    </a:moveTo>
                    <a:cubicBezTo>
                      <a:pt x="190527" y="93063"/>
                      <a:pt x="184409" y="79499"/>
                      <a:pt x="172532" y="69318"/>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grpFill/>
              <a:ln w="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B256BF87-5E08-15DB-CCBA-50B7D009D91D}"/>
                  </a:ext>
                </a:extLst>
              </p:cNvPr>
              <p:cNvSpPr/>
              <p:nvPr/>
            </p:nvSpPr>
            <p:spPr>
              <a:xfrm>
                <a:off x="6542294" y="2785842"/>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69"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grpFill/>
              <a:ln w="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4F0DD09-9B26-6DDA-9CEF-0B77E9E7C97E}"/>
                  </a:ext>
                </a:extLst>
              </p:cNvPr>
              <p:cNvSpPr/>
              <p:nvPr/>
            </p:nvSpPr>
            <p:spPr>
              <a:xfrm>
                <a:off x="4783656" y="3191826"/>
                <a:ext cx="240705" cy="328013"/>
              </a:xfrm>
              <a:custGeom>
                <a:avLst/>
                <a:gdLst>
                  <a:gd name="connsiteX0" fmla="*/ 240705 w 240705"/>
                  <a:gd name="connsiteY0" fmla="*/ 0 h 328013"/>
                  <a:gd name="connsiteX1" fmla="*/ 240705 w 240705"/>
                  <a:gd name="connsiteY1" fmla="*/ 53118 h 328013"/>
                  <a:gd name="connsiteX2" fmla="*/ 153268 w 240705"/>
                  <a:gd name="connsiteY2" fmla="*/ 53118 h 328013"/>
                  <a:gd name="connsiteX3" fmla="*/ 153268 w 240705"/>
                  <a:gd name="connsiteY3" fmla="*/ 328014 h 328013"/>
                  <a:gd name="connsiteX4" fmla="*/ 87437 w 240705"/>
                  <a:gd name="connsiteY4" fmla="*/ 328014 h 328013"/>
                  <a:gd name="connsiteX5" fmla="*/ 87437 w 240705"/>
                  <a:gd name="connsiteY5" fmla="*/ 53118 h 328013"/>
                  <a:gd name="connsiteX6" fmla="*/ 0 w 240705"/>
                  <a:gd name="connsiteY6" fmla="*/ 53118 h 328013"/>
                  <a:gd name="connsiteX7" fmla="*/ 0 w 240705"/>
                  <a:gd name="connsiteY7" fmla="*/ 0 h 328013"/>
                  <a:gd name="connsiteX8" fmla="*/ 240705 w 240705"/>
                  <a:gd name="connsiteY8" fmla="*/ 0 h 32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0705" h="328013">
                    <a:moveTo>
                      <a:pt x="240705" y="0"/>
                    </a:moveTo>
                    <a:lnTo>
                      <a:pt x="240705" y="53118"/>
                    </a:lnTo>
                    <a:lnTo>
                      <a:pt x="153268" y="53118"/>
                    </a:lnTo>
                    <a:lnTo>
                      <a:pt x="153268" y="328014"/>
                    </a:lnTo>
                    <a:lnTo>
                      <a:pt x="87437" y="328014"/>
                    </a:lnTo>
                    <a:lnTo>
                      <a:pt x="87437" y="53118"/>
                    </a:lnTo>
                    <a:lnTo>
                      <a:pt x="0" y="53118"/>
                    </a:lnTo>
                    <a:lnTo>
                      <a:pt x="0" y="0"/>
                    </a:lnTo>
                    <a:lnTo>
                      <a:pt x="240705" y="0"/>
                    </a:lnTo>
                    <a:close/>
                  </a:path>
                </a:pathLst>
              </a:custGeom>
              <a:grpFill/>
              <a:ln w="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75D6B2B9-3943-854B-F3C1-90F623E8D35A}"/>
                  </a:ext>
                </a:extLst>
              </p:cNvPr>
              <p:cNvSpPr/>
              <p:nvPr/>
            </p:nvSpPr>
            <p:spPr>
              <a:xfrm>
                <a:off x="5013557" y="3255256"/>
                <a:ext cx="268006" cy="268812"/>
              </a:xfrm>
              <a:custGeom>
                <a:avLst/>
                <a:gdLst>
                  <a:gd name="connsiteX0" fmla="*/ 64398 w 268006"/>
                  <a:gd name="connsiteY0" fmla="*/ 252126 h 268812"/>
                  <a:gd name="connsiteX1" fmla="*/ 17149 w 268006"/>
                  <a:gd name="connsiteY1" fmla="*/ 204895 h 268812"/>
                  <a:gd name="connsiteX2" fmla="*/ 0 w 268006"/>
                  <a:gd name="connsiteY2" fmla="*/ 134406 h 268812"/>
                  <a:gd name="connsiteX3" fmla="*/ 17637 w 268006"/>
                  <a:gd name="connsiteY3" fmla="*/ 63918 h 268812"/>
                  <a:gd name="connsiteX4" fmla="*/ 65830 w 268006"/>
                  <a:gd name="connsiteY4" fmla="*/ 16687 h 268812"/>
                  <a:gd name="connsiteX5" fmla="*/ 134003 w 268006"/>
                  <a:gd name="connsiteY5" fmla="*/ 0 h 268812"/>
                  <a:gd name="connsiteX6" fmla="*/ 202176 w 268006"/>
                  <a:gd name="connsiteY6" fmla="*/ 16687 h 268812"/>
                  <a:gd name="connsiteX7" fmla="*/ 250370 w 268006"/>
                  <a:gd name="connsiteY7" fmla="*/ 63918 h 268812"/>
                  <a:gd name="connsiteX8" fmla="*/ 268006 w 268006"/>
                  <a:gd name="connsiteY8" fmla="*/ 134406 h 268812"/>
                  <a:gd name="connsiteX9" fmla="*/ 249914 w 268006"/>
                  <a:gd name="connsiteY9" fmla="*/ 204895 h 268812"/>
                  <a:gd name="connsiteX10" fmla="*/ 201038 w 268006"/>
                  <a:gd name="connsiteY10" fmla="*/ 252126 h 268812"/>
                  <a:gd name="connsiteX11" fmla="*/ 132181 w 268006"/>
                  <a:gd name="connsiteY11" fmla="*/ 268813 h 268812"/>
                  <a:gd name="connsiteX12" fmla="*/ 64496 w 268006"/>
                  <a:gd name="connsiteY12" fmla="*/ 252126 h 268812"/>
                  <a:gd name="connsiteX13" fmla="*/ 165698 w 268006"/>
                  <a:gd name="connsiteY13" fmla="*/ 202780 h 268812"/>
                  <a:gd name="connsiteX14" fmla="*/ 190852 w 268006"/>
                  <a:gd name="connsiteY14" fmla="*/ 176693 h 268812"/>
                  <a:gd name="connsiteX15" fmla="*/ 200257 w 268006"/>
                  <a:gd name="connsiteY15" fmla="*/ 134406 h 268812"/>
                  <a:gd name="connsiteX16" fmla="*/ 180732 w 268006"/>
                  <a:gd name="connsiteY16" fmla="*/ 77319 h 268812"/>
                  <a:gd name="connsiteX17" fmla="*/ 133027 w 268006"/>
                  <a:gd name="connsiteY17" fmla="*/ 57347 h 268812"/>
                  <a:gd name="connsiteX18" fmla="*/ 85778 w 268006"/>
                  <a:gd name="connsiteY18" fmla="*/ 77319 h 268812"/>
                  <a:gd name="connsiteX19" fmla="*/ 66741 w 268006"/>
                  <a:gd name="connsiteY19" fmla="*/ 134406 h 268812"/>
                  <a:gd name="connsiteX20" fmla="*/ 85322 w 268006"/>
                  <a:gd name="connsiteY20" fmla="*/ 191493 h 268812"/>
                  <a:gd name="connsiteX21" fmla="*/ 132083 w 268006"/>
                  <a:gd name="connsiteY21" fmla="*/ 211465 h 268812"/>
                  <a:gd name="connsiteX22" fmla="*/ 165698 w 268006"/>
                  <a:gd name="connsiteY22" fmla="*/ 202780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8006" h="268812">
                    <a:moveTo>
                      <a:pt x="64398" y="252126"/>
                    </a:moveTo>
                    <a:cubicBezTo>
                      <a:pt x="44353" y="241001"/>
                      <a:pt x="28604" y="225257"/>
                      <a:pt x="17149" y="204895"/>
                    </a:cubicBezTo>
                    <a:cubicBezTo>
                      <a:pt x="5695" y="184532"/>
                      <a:pt x="0" y="161047"/>
                      <a:pt x="0" y="134406"/>
                    </a:cubicBezTo>
                    <a:cubicBezTo>
                      <a:pt x="0" y="107766"/>
                      <a:pt x="5890" y="84280"/>
                      <a:pt x="17637" y="63918"/>
                    </a:cubicBezTo>
                    <a:cubicBezTo>
                      <a:pt x="29384" y="43555"/>
                      <a:pt x="45459" y="27812"/>
                      <a:pt x="65830" y="16687"/>
                    </a:cubicBezTo>
                    <a:cubicBezTo>
                      <a:pt x="86201" y="5562"/>
                      <a:pt x="108914" y="0"/>
                      <a:pt x="134003" y="0"/>
                    </a:cubicBezTo>
                    <a:cubicBezTo>
                      <a:pt x="159092" y="0"/>
                      <a:pt x="181806" y="5562"/>
                      <a:pt x="202176" y="16687"/>
                    </a:cubicBezTo>
                    <a:cubicBezTo>
                      <a:pt x="222547" y="27812"/>
                      <a:pt x="238622" y="43555"/>
                      <a:pt x="250370" y="63918"/>
                    </a:cubicBezTo>
                    <a:cubicBezTo>
                      <a:pt x="262117" y="84280"/>
                      <a:pt x="268006" y="107798"/>
                      <a:pt x="268006" y="134406"/>
                    </a:cubicBezTo>
                    <a:cubicBezTo>
                      <a:pt x="268006" y="161014"/>
                      <a:pt x="261954" y="184532"/>
                      <a:pt x="249914" y="204895"/>
                    </a:cubicBezTo>
                    <a:cubicBezTo>
                      <a:pt x="237841" y="225257"/>
                      <a:pt x="221538" y="241001"/>
                      <a:pt x="201038" y="252126"/>
                    </a:cubicBezTo>
                    <a:cubicBezTo>
                      <a:pt x="180504" y="263250"/>
                      <a:pt x="157563" y="268813"/>
                      <a:pt x="132181" y="268813"/>
                    </a:cubicBezTo>
                    <a:cubicBezTo>
                      <a:pt x="106799" y="268813"/>
                      <a:pt x="84541" y="263250"/>
                      <a:pt x="64496" y="252126"/>
                    </a:cubicBezTo>
                    <a:close/>
                    <a:moveTo>
                      <a:pt x="165698" y="202780"/>
                    </a:moveTo>
                    <a:cubicBezTo>
                      <a:pt x="176209" y="196990"/>
                      <a:pt x="184572" y="188305"/>
                      <a:pt x="190852" y="176693"/>
                    </a:cubicBezTo>
                    <a:cubicBezTo>
                      <a:pt x="197133" y="165113"/>
                      <a:pt x="200257" y="150996"/>
                      <a:pt x="200257" y="134406"/>
                    </a:cubicBezTo>
                    <a:cubicBezTo>
                      <a:pt x="200257" y="109652"/>
                      <a:pt x="193748" y="90623"/>
                      <a:pt x="180732" y="77319"/>
                    </a:cubicBezTo>
                    <a:cubicBezTo>
                      <a:pt x="167716" y="64015"/>
                      <a:pt x="151836" y="57347"/>
                      <a:pt x="133027" y="57347"/>
                    </a:cubicBezTo>
                    <a:cubicBezTo>
                      <a:pt x="114218" y="57347"/>
                      <a:pt x="98469" y="64015"/>
                      <a:pt x="85778" y="77319"/>
                    </a:cubicBezTo>
                    <a:cubicBezTo>
                      <a:pt x="73087" y="90623"/>
                      <a:pt x="66741" y="109685"/>
                      <a:pt x="66741" y="134406"/>
                    </a:cubicBezTo>
                    <a:cubicBezTo>
                      <a:pt x="66741" y="159128"/>
                      <a:pt x="72924" y="178189"/>
                      <a:pt x="85322" y="191493"/>
                    </a:cubicBezTo>
                    <a:cubicBezTo>
                      <a:pt x="97688" y="204797"/>
                      <a:pt x="113307" y="211465"/>
                      <a:pt x="132083" y="211465"/>
                    </a:cubicBezTo>
                    <a:cubicBezTo>
                      <a:pt x="143993" y="211465"/>
                      <a:pt x="155188" y="208570"/>
                      <a:pt x="165698" y="202780"/>
                    </a:cubicBezTo>
                    <a:close/>
                  </a:path>
                </a:pathLst>
              </a:custGeom>
              <a:grpFill/>
              <a:ln w="0"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324CB79-CEA3-5155-3854-94FE55E85696}"/>
                  </a:ext>
                </a:extLst>
              </p:cNvPr>
              <p:cNvSpPr/>
              <p:nvPr/>
            </p:nvSpPr>
            <p:spPr>
              <a:xfrm>
                <a:off x="5317684" y="3255288"/>
                <a:ext cx="271260" cy="392842"/>
              </a:xfrm>
              <a:custGeom>
                <a:avLst/>
                <a:gdLst>
                  <a:gd name="connsiteX0" fmla="*/ 170189 w 271260"/>
                  <a:gd name="connsiteY0" fmla="*/ 11515 h 392842"/>
                  <a:gd name="connsiteX1" fmla="*/ 204975 w 271260"/>
                  <a:gd name="connsiteY1" fmla="*/ 41343 h 392842"/>
                  <a:gd name="connsiteX2" fmla="*/ 204975 w 271260"/>
                  <a:gd name="connsiteY2" fmla="*/ 4229 h 392842"/>
                  <a:gd name="connsiteX3" fmla="*/ 271261 w 271260"/>
                  <a:gd name="connsiteY3" fmla="*/ 4229 h 392842"/>
                  <a:gd name="connsiteX4" fmla="*/ 271261 w 271260"/>
                  <a:gd name="connsiteY4" fmla="*/ 266438 h 392842"/>
                  <a:gd name="connsiteX5" fmla="*/ 256682 w 271260"/>
                  <a:gd name="connsiteY5" fmla="*/ 331039 h 392842"/>
                  <a:gd name="connsiteX6" fmla="*/ 212948 w 271260"/>
                  <a:gd name="connsiteY6" fmla="*/ 376156 h 392842"/>
                  <a:gd name="connsiteX7" fmla="*/ 142431 w 271260"/>
                  <a:gd name="connsiteY7" fmla="*/ 392842 h 392842"/>
                  <a:gd name="connsiteX8" fmla="*/ 51480 w 271260"/>
                  <a:gd name="connsiteY8" fmla="*/ 366983 h 392842"/>
                  <a:gd name="connsiteX9" fmla="*/ 11292 w 271260"/>
                  <a:gd name="connsiteY9" fmla="*/ 296494 h 392842"/>
                  <a:gd name="connsiteX10" fmla="*/ 76634 w 271260"/>
                  <a:gd name="connsiteY10" fmla="*/ 296494 h 392842"/>
                  <a:gd name="connsiteX11" fmla="*/ 98957 w 271260"/>
                  <a:gd name="connsiteY11" fmla="*/ 324924 h 392842"/>
                  <a:gd name="connsiteX12" fmla="*/ 140577 w 271260"/>
                  <a:gd name="connsiteY12" fmla="*/ 335495 h 392842"/>
                  <a:gd name="connsiteX13" fmla="*/ 187110 w 271260"/>
                  <a:gd name="connsiteY13" fmla="*/ 318353 h 392842"/>
                  <a:gd name="connsiteX14" fmla="*/ 204975 w 271260"/>
                  <a:gd name="connsiteY14" fmla="*/ 266438 h 392842"/>
                  <a:gd name="connsiteX15" fmla="*/ 204975 w 271260"/>
                  <a:gd name="connsiteY15" fmla="*/ 226038 h 392842"/>
                  <a:gd name="connsiteX16" fmla="*/ 169961 w 271260"/>
                  <a:gd name="connsiteY16" fmla="*/ 256582 h 392842"/>
                  <a:gd name="connsiteX17" fmla="*/ 118937 w 271260"/>
                  <a:gd name="connsiteY17" fmla="*/ 268813 h 392842"/>
                  <a:gd name="connsiteX18" fmla="*/ 58769 w 271260"/>
                  <a:gd name="connsiteY18" fmla="*/ 251898 h 392842"/>
                  <a:gd name="connsiteX19" fmla="*/ 15750 w 271260"/>
                  <a:gd name="connsiteY19" fmla="*/ 204212 h 392842"/>
                  <a:gd name="connsiteX20" fmla="*/ 0 w 271260"/>
                  <a:gd name="connsiteY20" fmla="*/ 133496 h 392842"/>
                  <a:gd name="connsiteX21" fmla="*/ 15750 w 271260"/>
                  <a:gd name="connsiteY21" fmla="*/ 63462 h 392842"/>
                  <a:gd name="connsiteX22" fmla="*/ 58541 w 271260"/>
                  <a:gd name="connsiteY22" fmla="*/ 16459 h 392842"/>
                  <a:gd name="connsiteX23" fmla="*/ 118937 w 271260"/>
                  <a:gd name="connsiteY23" fmla="*/ 0 h 392842"/>
                  <a:gd name="connsiteX24" fmla="*/ 170189 w 271260"/>
                  <a:gd name="connsiteY24" fmla="*/ 11515 h 392842"/>
                  <a:gd name="connsiteX25" fmla="*/ 195571 w 271260"/>
                  <a:gd name="connsiteY25" fmla="*/ 93258 h 392842"/>
                  <a:gd name="connsiteX26" fmla="*/ 170189 w 271260"/>
                  <a:gd name="connsiteY26" fmla="*/ 66943 h 392842"/>
                  <a:gd name="connsiteX27" fmla="*/ 135858 w 271260"/>
                  <a:gd name="connsiteY27" fmla="*/ 57770 h 392842"/>
                  <a:gd name="connsiteX28" fmla="*/ 102016 w 271260"/>
                  <a:gd name="connsiteY28" fmla="*/ 66683 h 392842"/>
                  <a:gd name="connsiteX29" fmla="*/ 76862 w 271260"/>
                  <a:gd name="connsiteY29" fmla="*/ 92770 h 392842"/>
                  <a:gd name="connsiteX30" fmla="*/ 67230 w 271260"/>
                  <a:gd name="connsiteY30" fmla="*/ 133431 h 392842"/>
                  <a:gd name="connsiteX31" fmla="*/ 76862 w 271260"/>
                  <a:gd name="connsiteY31" fmla="*/ 174546 h 392842"/>
                  <a:gd name="connsiteX32" fmla="*/ 102244 w 271260"/>
                  <a:gd name="connsiteY32" fmla="*/ 201577 h 392842"/>
                  <a:gd name="connsiteX33" fmla="*/ 135858 w 271260"/>
                  <a:gd name="connsiteY33" fmla="*/ 210978 h 392842"/>
                  <a:gd name="connsiteX34" fmla="*/ 170189 w 271260"/>
                  <a:gd name="connsiteY34" fmla="*/ 201805 h 392842"/>
                  <a:gd name="connsiteX35" fmla="*/ 195571 w 271260"/>
                  <a:gd name="connsiteY35" fmla="*/ 175489 h 392842"/>
                  <a:gd name="connsiteX36" fmla="*/ 204975 w 271260"/>
                  <a:gd name="connsiteY36" fmla="*/ 134374 h 392842"/>
                  <a:gd name="connsiteX37" fmla="*/ 195571 w 271260"/>
                  <a:gd name="connsiteY37" fmla="*/ 93258 h 392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1260" h="392842">
                    <a:moveTo>
                      <a:pt x="170189" y="11515"/>
                    </a:moveTo>
                    <a:cubicBezTo>
                      <a:pt x="184930" y="19192"/>
                      <a:pt x="196514" y="29145"/>
                      <a:pt x="204975" y="41343"/>
                    </a:cubicBezTo>
                    <a:lnTo>
                      <a:pt x="204975" y="4229"/>
                    </a:lnTo>
                    <a:lnTo>
                      <a:pt x="271261" y="4229"/>
                    </a:lnTo>
                    <a:lnTo>
                      <a:pt x="271261" y="266438"/>
                    </a:lnTo>
                    <a:cubicBezTo>
                      <a:pt x="271261" y="290574"/>
                      <a:pt x="266412" y="312108"/>
                      <a:pt x="256682" y="331039"/>
                    </a:cubicBezTo>
                    <a:cubicBezTo>
                      <a:pt x="246953" y="350003"/>
                      <a:pt x="232407" y="365031"/>
                      <a:pt x="212948" y="376156"/>
                    </a:cubicBezTo>
                    <a:cubicBezTo>
                      <a:pt x="193521" y="387280"/>
                      <a:pt x="169994" y="392842"/>
                      <a:pt x="142431" y="392842"/>
                    </a:cubicBezTo>
                    <a:cubicBezTo>
                      <a:pt x="105432" y="392842"/>
                      <a:pt x="75137" y="384222"/>
                      <a:pt x="51480" y="366983"/>
                    </a:cubicBezTo>
                    <a:cubicBezTo>
                      <a:pt x="27823" y="349743"/>
                      <a:pt x="14416" y="326257"/>
                      <a:pt x="11292" y="296494"/>
                    </a:cubicBezTo>
                    <a:lnTo>
                      <a:pt x="76634" y="296494"/>
                    </a:lnTo>
                    <a:cubicBezTo>
                      <a:pt x="80083" y="308399"/>
                      <a:pt x="87535" y="317865"/>
                      <a:pt x="98957" y="324924"/>
                    </a:cubicBezTo>
                    <a:cubicBezTo>
                      <a:pt x="110379" y="331982"/>
                      <a:pt x="124274" y="335495"/>
                      <a:pt x="140577" y="335495"/>
                    </a:cubicBezTo>
                    <a:cubicBezTo>
                      <a:pt x="159678" y="335495"/>
                      <a:pt x="175200" y="329770"/>
                      <a:pt x="187110" y="318353"/>
                    </a:cubicBezTo>
                    <a:cubicBezTo>
                      <a:pt x="199020" y="306903"/>
                      <a:pt x="204975" y="289598"/>
                      <a:pt x="204975" y="266438"/>
                    </a:cubicBezTo>
                    <a:lnTo>
                      <a:pt x="204975" y="226038"/>
                    </a:lnTo>
                    <a:cubicBezTo>
                      <a:pt x="196514" y="238269"/>
                      <a:pt x="184832" y="248450"/>
                      <a:pt x="169961" y="256582"/>
                    </a:cubicBezTo>
                    <a:cubicBezTo>
                      <a:pt x="155057" y="264714"/>
                      <a:pt x="138071" y="268813"/>
                      <a:pt x="118937" y="268813"/>
                    </a:cubicBezTo>
                    <a:cubicBezTo>
                      <a:pt x="97004" y="268813"/>
                      <a:pt x="76927" y="263185"/>
                      <a:pt x="58769" y="251898"/>
                    </a:cubicBezTo>
                    <a:cubicBezTo>
                      <a:pt x="40579" y="240611"/>
                      <a:pt x="26261" y="224737"/>
                      <a:pt x="15750" y="204212"/>
                    </a:cubicBezTo>
                    <a:cubicBezTo>
                      <a:pt x="5239" y="183686"/>
                      <a:pt x="0" y="160136"/>
                      <a:pt x="0" y="133496"/>
                    </a:cubicBezTo>
                    <a:cubicBezTo>
                      <a:pt x="0" y="106855"/>
                      <a:pt x="5239" y="83858"/>
                      <a:pt x="15750" y="63462"/>
                    </a:cubicBezTo>
                    <a:cubicBezTo>
                      <a:pt x="26261" y="43100"/>
                      <a:pt x="40514" y="27454"/>
                      <a:pt x="58541" y="16459"/>
                    </a:cubicBezTo>
                    <a:cubicBezTo>
                      <a:pt x="76569" y="5497"/>
                      <a:pt x="96679" y="0"/>
                      <a:pt x="118937" y="0"/>
                    </a:cubicBezTo>
                    <a:cubicBezTo>
                      <a:pt x="138364" y="0"/>
                      <a:pt x="155448" y="3838"/>
                      <a:pt x="170189" y="11515"/>
                    </a:cubicBezTo>
                    <a:close/>
                    <a:moveTo>
                      <a:pt x="195571" y="93258"/>
                    </a:moveTo>
                    <a:cubicBezTo>
                      <a:pt x="189290" y="81841"/>
                      <a:pt x="180830" y="73058"/>
                      <a:pt x="170189" y="66943"/>
                    </a:cubicBezTo>
                    <a:cubicBezTo>
                      <a:pt x="159515" y="60828"/>
                      <a:pt x="148093" y="57770"/>
                      <a:pt x="135858" y="57770"/>
                    </a:cubicBezTo>
                    <a:cubicBezTo>
                      <a:pt x="123623" y="57770"/>
                      <a:pt x="112364" y="60763"/>
                      <a:pt x="102016" y="66683"/>
                    </a:cubicBezTo>
                    <a:cubicBezTo>
                      <a:pt x="91668" y="72635"/>
                      <a:pt x="83272" y="81320"/>
                      <a:pt x="76862" y="92770"/>
                    </a:cubicBezTo>
                    <a:cubicBezTo>
                      <a:pt x="70418" y="104220"/>
                      <a:pt x="67230" y="117752"/>
                      <a:pt x="67230" y="133431"/>
                    </a:cubicBezTo>
                    <a:cubicBezTo>
                      <a:pt x="67230" y="149109"/>
                      <a:pt x="70451" y="162803"/>
                      <a:pt x="76862" y="174546"/>
                    </a:cubicBezTo>
                    <a:cubicBezTo>
                      <a:pt x="83272" y="186289"/>
                      <a:pt x="91733" y="195299"/>
                      <a:pt x="102244" y="201577"/>
                    </a:cubicBezTo>
                    <a:cubicBezTo>
                      <a:pt x="112754" y="207855"/>
                      <a:pt x="123948" y="210978"/>
                      <a:pt x="135858" y="210978"/>
                    </a:cubicBezTo>
                    <a:cubicBezTo>
                      <a:pt x="147768" y="210978"/>
                      <a:pt x="159515" y="207920"/>
                      <a:pt x="170189" y="201805"/>
                    </a:cubicBezTo>
                    <a:cubicBezTo>
                      <a:pt x="180830" y="195689"/>
                      <a:pt x="189290" y="186939"/>
                      <a:pt x="195571" y="175489"/>
                    </a:cubicBezTo>
                    <a:cubicBezTo>
                      <a:pt x="201851" y="164072"/>
                      <a:pt x="204975" y="150345"/>
                      <a:pt x="204975" y="134374"/>
                    </a:cubicBezTo>
                    <a:cubicBezTo>
                      <a:pt x="204975" y="118402"/>
                      <a:pt x="201851" y="104708"/>
                      <a:pt x="195571" y="93258"/>
                    </a:cubicBezTo>
                    <a:close/>
                  </a:path>
                </a:pathLst>
              </a:custGeom>
              <a:grpFill/>
              <a:ln w="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B67A194-51C5-345A-7624-3058FB808ED0}"/>
                  </a:ext>
                </a:extLst>
              </p:cNvPr>
              <p:cNvSpPr/>
              <p:nvPr/>
            </p:nvSpPr>
            <p:spPr>
              <a:xfrm>
                <a:off x="5641140" y="3255256"/>
                <a:ext cx="259025" cy="268812"/>
              </a:xfrm>
              <a:custGeom>
                <a:avLst/>
                <a:gdLst>
                  <a:gd name="connsiteX0" fmla="*/ 257138 w 259025"/>
                  <a:gd name="connsiteY0" fmla="*/ 154151 h 268812"/>
                  <a:gd name="connsiteX1" fmla="*/ 66741 w 259025"/>
                  <a:gd name="connsiteY1" fmla="*/ 154151 h 268812"/>
                  <a:gd name="connsiteX2" fmla="*/ 86494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6 w 259025"/>
                  <a:gd name="connsiteY11" fmla="*/ 63462 h 268812"/>
                  <a:gd name="connsiteX12" fmla="*/ 62544 w 259025"/>
                  <a:gd name="connsiteY12" fmla="*/ 16459 h 268812"/>
                  <a:gd name="connsiteX13" fmla="*/ 130717 w 259025"/>
                  <a:gd name="connsiteY13" fmla="*/ 0 h 268812"/>
                  <a:gd name="connsiteX14" fmla="*/ 197230 w 259025"/>
                  <a:gd name="connsiteY14" fmla="*/ 15971 h 268812"/>
                  <a:gd name="connsiteX15" fmla="*/ 242820 w 259025"/>
                  <a:gd name="connsiteY15" fmla="*/ 61315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7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4" y="198324"/>
                    </a:cubicBezTo>
                    <a:cubicBezTo>
                      <a:pt x="98078" y="208961"/>
                      <a:pt x="112364" y="214295"/>
                      <a:pt x="129285" y="214295"/>
                    </a:cubicBezTo>
                    <a:cubicBezTo>
                      <a:pt x="153723" y="214295"/>
                      <a:pt x="171133" y="203789"/>
                      <a:pt x="181480" y="182808"/>
                    </a:cubicBezTo>
                    <a:lnTo>
                      <a:pt x="252452" y="182808"/>
                    </a:lnTo>
                    <a:cubicBezTo>
                      <a:pt x="244935" y="207887"/>
                      <a:pt x="230520"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5" y="184532"/>
                      <a:pt x="0" y="161047"/>
                      <a:pt x="0" y="134406"/>
                    </a:cubicBezTo>
                    <a:cubicBezTo>
                      <a:pt x="0" y="107766"/>
                      <a:pt x="5467" y="83825"/>
                      <a:pt x="16466" y="63462"/>
                    </a:cubicBezTo>
                    <a:cubicBezTo>
                      <a:pt x="27432" y="43100"/>
                      <a:pt x="42791" y="27454"/>
                      <a:pt x="62544" y="16459"/>
                    </a:cubicBezTo>
                    <a:cubicBezTo>
                      <a:pt x="82296" y="5497"/>
                      <a:pt x="105009" y="0"/>
                      <a:pt x="130717" y="0"/>
                    </a:cubicBezTo>
                    <a:cubicBezTo>
                      <a:pt x="156424" y="0"/>
                      <a:pt x="177641" y="5335"/>
                      <a:pt x="197230" y="15971"/>
                    </a:cubicBezTo>
                    <a:cubicBezTo>
                      <a:pt x="216820" y="26608"/>
                      <a:pt x="232016" y="41734"/>
                      <a:pt x="242820" y="61315"/>
                    </a:cubicBezTo>
                    <a:cubicBezTo>
                      <a:pt x="253624" y="80897"/>
                      <a:pt x="259025" y="103374"/>
                      <a:pt x="259025" y="128746"/>
                    </a:cubicBezTo>
                    <a:cubicBezTo>
                      <a:pt x="259025" y="138147"/>
                      <a:pt x="258407" y="146604"/>
                      <a:pt x="257138" y="154118"/>
                    </a:cubicBezTo>
                    <a:close/>
                    <a:moveTo>
                      <a:pt x="190852" y="109978"/>
                    </a:moveTo>
                    <a:cubicBezTo>
                      <a:pt x="190527" y="93063"/>
                      <a:pt x="184409" y="79499"/>
                      <a:pt x="172532" y="69317"/>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grp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B17FAFA-04CF-D9C4-932F-23634900BE96}"/>
                  </a:ext>
                </a:extLst>
              </p:cNvPr>
              <p:cNvSpPr/>
              <p:nvPr/>
            </p:nvSpPr>
            <p:spPr>
              <a:xfrm>
                <a:off x="5932120" y="3195176"/>
                <a:ext cx="155577" cy="324695"/>
              </a:xfrm>
              <a:custGeom>
                <a:avLst/>
                <a:gdLst>
                  <a:gd name="connsiteX0" fmla="*/ 97297 w 155577"/>
                  <a:gd name="connsiteY0" fmla="*/ 118370 h 324695"/>
                  <a:gd name="connsiteX1" fmla="*/ 97297 w 155577"/>
                  <a:gd name="connsiteY1" fmla="*/ 244319 h 324695"/>
                  <a:gd name="connsiteX2" fmla="*/ 103643 w 155577"/>
                  <a:gd name="connsiteY2" fmla="*/ 263348 h 324695"/>
                  <a:gd name="connsiteX3" fmla="*/ 125022 w 155577"/>
                  <a:gd name="connsiteY3" fmla="*/ 269235 h 324695"/>
                  <a:gd name="connsiteX4" fmla="*/ 155578 w 155577"/>
                  <a:gd name="connsiteY4" fmla="*/ 269235 h 324695"/>
                  <a:gd name="connsiteX5" fmla="*/ 155578 w 155577"/>
                  <a:gd name="connsiteY5" fmla="*/ 324696 h 324695"/>
                  <a:gd name="connsiteX6" fmla="*/ 114218 w 155577"/>
                  <a:gd name="connsiteY6" fmla="*/ 324696 h 324695"/>
                  <a:gd name="connsiteX7" fmla="*/ 31012 w 155577"/>
                  <a:gd name="connsiteY7" fmla="*/ 243863 h 324695"/>
                  <a:gd name="connsiteX8" fmla="*/ 31012 w 155577"/>
                  <a:gd name="connsiteY8" fmla="*/ 118402 h 324695"/>
                  <a:gd name="connsiteX9" fmla="*/ 0 w 155577"/>
                  <a:gd name="connsiteY9" fmla="*/ 118402 h 324695"/>
                  <a:gd name="connsiteX10" fmla="*/ 0 w 155577"/>
                  <a:gd name="connsiteY10" fmla="*/ 64373 h 324695"/>
                  <a:gd name="connsiteX11" fmla="*/ 31012 w 155577"/>
                  <a:gd name="connsiteY11" fmla="*/ 64373 h 324695"/>
                  <a:gd name="connsiteX12" fmla="*/ 31012 w 155577"/>
                  <a:gd name="connsiteY12" fmla="*/ 0 h 324695"/>
                  <a:gd name="connsiteX13" fmla="*/ 97297 w 155577"/>
                  <a:gd name="connsiteY13" fmla="*/ 0 h 324695"/>
                  <a:gd name="connsiteX14" fmla="*/ 97297 w 155577"/>
                  <a:gd name="connsiteY14" fmla="*/ 64373 h 324695"/>
                  <a:gd name="connsiteX15" fmla="*/ 155578 w 155577"/>
                  <a:gd name="connsiteY15" fmla="*/ 64373 h 324695"/>
                  <a:gd name="connsiteX16" fmla="*/ 155578 w 155577"/>
                  <a:gd name="connsiteY16" fmla="*/ 118402 h 324695"/>
                  <a:gd name="connsiteX17" fmla="*/ 97297 w 155577"/>
                  <a:gd name="connsiteY17" fmla="*/ 118402 h 324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5577" h="324695">
                    <a:moveTo>
                      <a:pt x="97297" y="118370"/>
                    </a:moveTo>
                    <a:lnTo>
                      <a:pt x="97297" y="244319"/>
                    </a:lnTo>
                    <a:cubicBezTo>
                      <a:pt x="97297" y="253101"/>
                      <a:pt x="99412" y="259444"/>
                      <a:pt x="103643" y="263348"/>
                    </a:cubicBezTo>
                    <a:cubicBezTo>
                      <a:pt x="107873" y="267284"/>
                      <a:pt x="114999" y="269235"/>
                      <a:pt x="125022" y="269235"/>
                    </a:cubicBezTo>
                    <a:lnTo>
                      <a:pt x="155578" y="269235"/>
                    </a:lnTo>
                    <a:lnTo>
                      <a:pt x="155578" y="324696"/>
                    </a:lnTo>
                    <a:lnTo>
                      <a:pt x="114218" y="324696"/>
                    </a:lnTo>
                    <a:cubicBezTo>
                      <a:pt x="58736" y="324696"/>
                      <a:pt x="31012" y="297763"/>
                      <a:pt x="31012" y="243863"/>
                    </a:cubicBezTo>
                    <a:lnTo>
                      <a:pt x="31012" y="118402"/>
                    </a:lnTo>
                    <a:lnTo>
                      <a:pt x="0" y="118402"/>
                    </a:lnTo>
                    <a:lnTo>
                      <a:pt x="0" y="64373"/>
                    </a:lnTo>
                    <a:lnTo>
                      <a:pt x="31012" y="64373"/>
                    </a:lnTo>
                    <a:lnTo>
                      <a:pt x="31012" y="0"/>
                    </a:lnTo>
                    <a:lnTo>
                      <a:pt x="97297" y="0"/>
                    </a:lnTo>
                    <a:lnTo>
                      <a:pt x="97297" y="64373"/>
                    </a:lnTo>
                    <a:lnTo>
                      <a:pt x="155578" y="64373"/>
                    </a:lnTo>
                    <a:lnTo>
                      <a:pt x="155578" y="118402"/>
                    </a:lnTo>
                    <a:lnTo>
                      <a:pt x="97297" y="118402"/>
                    </a:lnTo>
                    <a:close/>
                  </a:path>
                </a:pathLst>
              </a:custGeom>
              <a:grp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D53B3DC-50AE-7683-29C8-B214DDD6052E}"/>
                  </a:ext>
                </a:extLst>
              </p:cNvPr>
              <p:cNvSpPr/>
              <p:nvPr/>
            </p:nvSpPr>
            <p:spPr>
              <a:xfrm>
                <a:off x="6139829" y="3172081"/>
                <a:ext cx="248254" cy="347725"/>
              </a:xfrm>
              <a:custGeom>
                <a:avLst/>
                <a:gdLst>
                  <a:gd name="connsiteX0" fmla="*/ 199378 w 248254"/>
                  <a:gd name="connsiteY0" fmla="*/ 96576 h 347725"/>
                  <a:gd name="connsiteX1" fmla="*/ 235336 w 248254"/>
                  <a:gd name="connsiteY1" fmla="*/ 134634 h 347725"/>
                  <a:gd name="connsiteX2" fmla="*/ 248254 w 248254"/>
                  <a:gd name="connsiteY2" fmla="*/ 195006 h 347725"/>
                  <a:gd name="connsiteX3" fmla="*/ 248254 w 248254"/>
                  <a:gd name="connsiteY3" fmla="*/ 347726 h 347725"/>
                  <a:gd name="connsiteX4" fmla="*/ 182424 w 248254"/>
                  <a:gd name="connsiteY4" fmla="*/ 347726 h 347725"/>
                  <a:gd name="connsiteX5" fmla="*/ 182424 w 248254"/>
                  <a:gd name="connsiteY5" fmla="*/ 203919 h 347725"/>
                  <a:gd name="connsiteX6" fmla="*/ 166902 w 248254"/>
                  <a:gd name="connsiteY6" fmla="*/ 156233 h 347725"/>
                  <a:gd name="connsiteX7" fmla="*/ 124599 w 248254"/>
                  <a:gd name="connsiteY7" fmla="*/ 139546 h 347725"/>
                  <a:gd name="connsiteX8" fmla="*/ 81580 w 248254"/>
                  <a:gd name="connsiteY8" fmla="*/ 156233 h 347725"/>
                  <a:gd name="connsiteX9" fmla="*/ 65830 w 248254"/>
                  <a:gd name="connsiteY9" fmla="*/ 203919 h 347725"/>
                  <a:gd name="connsiteX10" fmla="*/ 65830 w 248254"/>
                  <a:gd name="connsiteY10" fmla="*/ 347726 h 347725"/>
                  <a:gd name="connsiteX11" fmla="*/ 0 w 248254"/>
                  <a:gd name="connsiteY11" fmla="*/ 347726 h 347725"/>
                  <a:gd name="connsiteX12" fmla="*/ 0 w 248254"/>
                  <a:gd name="connsiteY12" fmla="*/ 0 h 347725"/>
                  <a:gd name="connsiteX13" fmla="*/ 65830 w 248254"/>
                  <a:gd name="connsiteY13" fmla="*/ 0 h 347725"/>
                  <a:gd name="connsiteX14" fmla="*/ 65830 w 248254"/>
                  <a:gd name="connsiteY14" fmla="*/ 119834 h 347725"/>
                  <a:gd name="connsiteX15" fmla="*/ 99673 w 248254"/>
                  <a:gd name="connsiteY15" fmla="*/ 93291 h 347725"/>
                  <a:gd name="connsiteX16" fmla="*/ 146694 w 248254"/>
                  <a:gd name="connsiteY16" fmla="*/ 83662 h 347725"/>
                  <a:gd name="connsiteX17" fmla="*/ 199345 w 248254"/>
                  <a:gd name="connsiteY17" fmla="*/ 96576 h 347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8254" h="347725">
                    <a:moveTo>
                      <a:pt x="199378" y="96576"/>
                    </a:moveTo>
                    <a:cubicBezTo>
                      <a:pt x="214737" y="105196"/>
                      <a:pt x="226712" y="117882"/>
                      <a:pt x="235336" y="134634"/>
                    </a:cubicBezTo>
                    <a:cubicBezTo>
                      <a:pt x="243959" y="151386"/>
                      <a:pt x="248254" y="171521"/>
                      <a:pt x="248254" y="195006"/>
                    </a:cubicBezTo>
                    <a:lnTo>
                      <a:pt x="248254" y="347726"/>
                    </a:lnTo>
                    <a:lnTo>
                      <a:pt x="182424" y="347726"/>
                    </a:lnTo>
                    <a:lnTo>
                      <a:pt x="182424" y="203919"/>
                    </a:lnTo>
                    <a:cubicBezTo>
                      <a:pt x="182424" y="183231"/>
                      <a:pt x="177250" y="167357"/>
                      <a:pt x="166902" y="156233"/>
                    </a:cubicBezTo>
                    <a:cubicBezTo>
                      <a:pt x="156554" y="145108"/>
                      <a:pt x="142464" y="139546"/>
                      <a:pt x="124599" y="139546"/>
                    </a:cubicBezTo>
                    <a:cubicBezTo>
                      <a:pt x="106734" y="139546"/>
                      <a:pt x="92091" y="145108"/>
                      <a:pt x="81580" y="156233"/>
                    </a:cubicBezTo>
                    <a:cubicBezTo>
                      <a:pt x="71070" y="167357"/>
                      <a:pt x="65830" y="183264"/>
                      <a:pt x="65830" y="203919"/>
                    </a:cubicBezTo>
                    <a:lnTo>
                      <a:pt x="65830" y="347726"/>
                    </a:lnTo>
                    <a:lnTo>
                      <a:pt x="0" y="347726"/>
                    </a:lnTo>
                    <a:lnTo>
                      <a:pt x="0" y="0"/>
                    </a:lnTo>
                    <a:lnTo>
                      <a:pt x="65830" y="0"/>
                    </a:lnTo>
                    <a:lnTo>
                      <a:pt x="65830" y="119834"/>
                    </a:lnTo>
                    <a:cubicBezTo>
                      <a:pt x="74291" y="108546"/>
                      <a:pt x="85583" y="99699"/>
                      <a:pt x="99673" y="93291"/>
                    </a:cubicBezTo>
                    <a:cubicBezTo>
                      <a:pt x="113763" y="86883"/>
                      <a:pt x="129448" y="83662"/>
                      <a:pt x="146694" y="83662"/>
                    </a:cubicBezTo>
                    <a:cubicBezTo>
                      <a:pt x="166447" y="83662"/>
                      <a:pt x="183986" y="87989"/>
                      <a:pt x="199345" y="96576"/>
                    </a:cubicBezTo>
                    <a:close/>
                  </a:path>
                </a:pathLst>
              </a:custGeom>
              <a:grpFill/>
              <a:ln w="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3EB6A0DC-A903-F9BD-ADA2-D758EE0F8AA2}"/>
                  </a:ext>
                </a:extLst>
              </p:cNvPr>
              <p:cNvSpPr/>
              <p:nvPr/>
            </p:nvSpPr>
            <p:spPr>
              <a:xfrm>
                <a:off x="6438424" y="3255256"/>
                <a:ext cx="259025" cy="268812"/>
              </a:xfrm>
              <a:custGeom>
                <a:avLst/>
                <a:gdLst>
                  <a:gd name="connsiteX0" fmla="*/ 257138 w 259025"/>
                  <a:gd name="connsiteY0" fmla="*/ 154151 h 268812"/>
                  <a:gd name="connsiteX1" fmla="*/ 66741 w 259025"/>
                  <a:gd name="connsiteY1" fmla="*/ 154151 h 268812"/>
                  <a:gd name="connsiteX2" fmla="*/ 86494 w 259025"/>
                  <a:gd name="connsiteY2" fmla="*/ 198324 h 268812"/>
                  <a:gd name="connsiteX3" fmla="*/ 129285 w 259025"/>
                  <a:gd name="connsiteY3" fmla="*/ 214295 h 268812"/>
                  <a:gd name="connsiteX4" fmla="*/ 181480 w 259025"/>
                  <a:gd name="connsiteY4" fmla="*/ 182808 h 268812"/>
                  <a:gd name="connsiteX5" fmla="*/ 252452 w 259025"/>
                  <a:gd name="connsiteY5" fmla="*/ 182808 h 268812"/>
                  <a:gd name="connsiteX6" fmla="*/ 209205 w 259025"/>
                  <a:gd name="connsiteY6" fmla="*/ 244612 h 268812"/>
                  <a:gd name="connsiteX7" fmla="*/ 130684 w 259025"/>
                  <a:gd name="connsiteY7" fmla="*/ 268813 h 268812"/>
                  <a:gd name="connsiteX8" fmla="*/ 63227 w 259025"/>
                  <a:gd name="connsiteY8" fmla="*/ 252126 h 268812"/>
                  <a:gd name="connsiteX9" fmla="*/ 16693 w 259025"/>
                  <a:gd name="connsiteY9" fmla="*/ 204895 h 268812"/>
                  <a:gd name="connsiteX10" fmla="*/ 0 w 259025"/>
                  <a:gd name="connsiteY10" fmla="*/ 134406 h 268812"/>
                  <a:gd name="connsiteX11" fmla="*/ 16466 w 259025"/>
                  <a:gd name="connsiteY11" fmla="*/ 63462 h 268812"/>
                  <a:gd name="connsiteX12" fmla="*/ 62543 w 259025"/>
                  <a:gd name="connsiteY12" fmla="*/ 16459 h 268812"/>
                  <a:gd name="connsiteX13" fmla="*/ 130717 w 259025"/>
                  <a:gd name="connsiteY13" fmla="*/ 0 h 268812"/>
                  <a:gd name="connsiteX14" fmla="*/ 197230 w 259025"/>
                  <a:gd name="connsiteY14" fmla="*/ 15971 h 268812"/>
                  <a:gd name="connsiteX15" fmla="*/ 242820 w 259025"/>
                  <a:gd name="connsiteY15" fmla="*/ 61315 h 268812"/>
                  <a:gd name="connsiteX16" fmla="*/ 259025 w 259025"/>
                  <a:gd name="connsiteY16" fmla="*/ 128746 h 268812"/>
                  <a:gd name="connsiteX17" fmla="*/ 257138 w 259025"/>
                  <a:gd name="connsiteY17" fmla="*/ 154118 h 268812"/>
                  <a:gd name="connsiteX18" fmla="*/ 190852 w 259025"/>
                  <a:gd name="connsiteY18" fmla="*/ 109978 h 268812"/>
                  <a:gd name="connsiteX19" fmla="*/ 172532 w 259025"/>
                  <a:gd name="connsiteY19" fmla="*/ 69317 h 268812"/>
                  <a:gd name="connsiteX20" fmla="*/ 128797 w 259025"/>
                  <a:gd name="connsiteY20" fmla="*/ 54062 h 268812"/>
                  <a:gd name="connsiteX21" fmla="*/ 87665 w 259025"/>
                  <a:gd name="connsiteY21" fmla="*/ 68862 h 268812"/>
                  <a:gd name="connsiteX22" fmla="*/ 67230 w 259025"/>
                  <a:gd name="connsiteY22" fmla="*/ 109978 h 268812"/>
                  <a:gd name="connsiteX23" fmla="*/ 190852 w 259025"/>
                  <a:gd name="connsiteY23" fmla="*/ 109978 h 268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9025" h="268812">
                    <a:moveTo>
                      <a:pt x="257138" y="154151"/>
                    </a:moveTo>
                    <a:lnTo>
                      <a:pt x="66741" y="154151"/>
                    </a:lnTo>
                    <a:cubicBezTo>
                      <a:pt x="68303" y="172952"/>
                      <a:pt x="74877" y="187687"/>
                      <a:pt x="86494" y="198324"/>
                    </a:cubicBezTo>
                    <a:cubicBezTo>
                      <a:pt x="98078" y="208961"/>
                      <a:pt x="112364" y="214295"/>
                      <a:pt x="129285" y="214295"/>
                    </a:cubicBezTo>
                    <a:cubicBezTo>
                      <a:pt x="153723" y="214295"/>
                      <a:pt x="171132" y="203789"/>
                      <a:pt x="181480" y="182808"/>
                    </a:cubicBezTo>
                    <a:lnTo>
                      <a:pt x="252452" y="182808"/>
                    </a:lnTo>
                    <a:cubicBezTo>
                      <a:pt x="244935" y="207887"/>
                      <a:pt x="230519" y="228478"/>
                      <a:pt x="209205" y="244612"/>
                    </a:cubicBezTo>
                    <a:cubicBezTo>
                      <a:pt x="187891" y="260746"/>
                      <a:pt x="161728" y="268813"/>
                      <a:pt x="130684" y="268813"/>
                    </a:cubicBezTo>
                    <a:cubicBezTo>
                      <a:pt x="105595" y="268813"/>
                      <a:pt x="83109" y="263250"/>
                      <a:pt x="63227" y="252126"/>
                    </a:cubicBezTo>
                    <a:cubicBezTo>
                      <a:pt x="43312" y="241001"/>
                      <a:pt x="27823" y="225257"/>
                      <a:pt x="16693" y="204895"/>
                    </a:cubicBezTo>
                    <a:cubicBezTo>
                      <a:pt x="5565" y="184532"/>
                      <a:pt x="0" y="161047"/>
                      <a:pt x="0" y="134406"/>
                    </a:cubicBezTo>
                    <a:cubicBezTo>
                      <a:pt x="0" y="107766"/>
                      <a:pt x="5467" y="83825"/>
                      <a:pt x="16466" y="63462"/>
                    </a:cubicBezTo>
                    <a:cubicBezTo>
                      <a:pt x="27432" y="43100"/>
                      <a:pt x="42791" y="27454"/>
                      <a:pt x="62543" y="16459"/>
                    </a:cubicBezTo>
                    <a:cubicBezTo>
                      <a:pt x="82296" y="5497"/>
                      <a:pt x="105009" y="0"/>
                      <a:pt x="130717" y="0"/>
                    </a:cubicBezTo>
                    <a:cubicBezTo>
                      <a:pt x="156424" y="0"/>
                      <a:pt x="177640" y="5335"/>
                      <a:pt x="197230" y="15971"/>
                    </a:cubicBezTo>
                    <a:cubicBezTo>
                      <a:pt x="216820" y="26608"/>
                      <a:pt x="232016" y="41734"/>
                      <a:pt x="242820" y="61315"/>
                    </a:cubicBezTo>
                    <a:cubicBezTo>
                      <a:pt x="253624" y="80897"/>
                      <a:pt x="259025" y="103374"/>
                      <a:pt x="259025" y="128746"/>
                    </a:cubicBezTo>
                    <a:cubicBezTo>
                      <a:pt x="259025" y="138147"/>
                      <a:pt x="258407" y="146604"/>
                      <a:pt x="257138" y="154118"/>
                    </a:cubicBezTo>
                    <a:close/>
                    <a:moveTo>
                      <a:pt x="190852" y="109978"/>
                    </a:moveTo>
                    <a:cubicBezTo>
                      <a:pt x="190527" y="93063"/>
                      <a:pt x="184409" y="79499"/>
                      <a:pt x="172532" y="69317"/>
                    </a:cubicBezTo>
                    <a:cubicBezTo>
                      <a:pt x="160622" y="59136"/>
                      <a:pt x="146043" y="54062"/>
                      <a:pt x="128797" y="54062"/>
                    </a:cubicBezTo>
                    <a:cubicBezTo>
                      <a:pt x="112494" y="54062"/>
                      <a:pt x="98794" y="59006"/>
                      <a:pt x="87665" y="68862"/>
                    </a:cubicBezTo>
                    <a:cubicBezTo>
                      <a:pt x="76536" y="78718"/>
                      <a:pt x="69735" y="92445"/>
                      <a:pt x="67230" y="109978"/>
                    </a:cubicBezTo>
                    <a:lnTo>
                      <a:pt x="190852" y="109978"/>
                    </a:lnTo>
                    <a:close/>
                  </a:path>
                </a:pathLst>
              </a:custGeom>
              <a:grpFill/>
              <a:ln w="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53F8860-81F3-2E50-DDC5-33F9E89E775A}"/>
                  </a:ext>
                </a:extLst>
              </p:cNvPr>
              <p:cNvSpPr/>
              <p:nvPr/>
            </p:nvSpPr>
            <p:spPr>
              <a:xfrm>
                <a:off x="6750067" y="3255744"/>
                <a:ext cx="145750" cy="264095"/>
              </a:xfrm>
              <a:custGeom>
                <a:avLst/>
                <a:gdLst>
                  <a:gd name="connsiteX0" fmla="*/ 98989 w 145750"/>
                  <a:gd name="connsiteY0" fmla="*/ 11743 h 264095"/>
                  <a:gd name="connsiteX1" fmla="*/ 145751 w 145750"/>
                  <a:gd name="connsiteY1" fmla="*/ 0 h 264095"/>
                  <a:gd name="connsiteX2" fmla="*/ 145751 w 145750"/>
                  <a:gd name="connsiteY2" fmla="*/ 69090 h 264095"/>
                  <a:gd name="connsiteX3" fmla="*/ 128341 w 145750"/>
                  <a:gd name="connsiteY3" fmla="*/ 69090 h 264095"/>
                  <a:gd name="connsiteX4" fmla="*/ 81580 w 145750"/>
                  <a:gd name="connsiteY4" fmla="*/ 83662 h 264095"/>
                  <a:gd name="connsiteX5" fmla="*/ 65830 w 145750"/>
                  <a:gd name="connsiteY5" fmla="*/ 134406 h 264095"/>
                  <a:gd name="connsiteX6" fmla="*/ 65830 w 145750"/>
                  <a:gd name="connsiteY6" fmla="*/ 264096 h 264095"/>
                  <a:gd name="connsiteX7" fmla="*/ 0 w 145750"/>
                  <a:gd name="connsiteY7" fmla="*/ 264096 h 264095"/>
                  <a:gd name="connsiteX8" fmla="*/ 0 w 145750"/>
                  <a:gd name="connsiteY8" fmla="*/ 3773 h 264095"/>
                  <a:gd name="connsiteX9" fmla="*/ 65830 w 145750"/>
                  <a:gd name="connsiteY9" fmla="*/ 3773 h 264095"/>
                  <a:gd name="connsiteX10" fmla="*/ 65830 w 145750"/>
                  <a:gd name="connsiteY10" fmla="*/ 44173 h 264095"/>
                  <a:gd name="connsiteX11" fmla="*/ 98989 w 145750"/>
                  <a:gd name="connsiteY11" fmla="*/ 11743 h 264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5750" h="264095">
                    <a:moveTo>
                      <a:pt x="98989" y="11743"/>
                    </a:moveTo>
                    <a:cubicBezTo>
                      <a:pt x="112624" y="3903"/>
                      <a:pt x="128211" y="0"/>
                      <a:pt x="145751" y="0"/>
                    </a:cubicBezTo>
                    <a:lnTo>
                      <a:pt x="145751" y="69090"/>
                    </a:lnTo>
                    <a:lnTo>
                      <a:pt x="128341" y="69090"/>
                    </a:lnTo>
                    <a:cubicBezTo>
                      <a:pt x="107645" y="69090"/>
                      <a:pt x="92058" y="73936"/>
                      <a:pt x="81580" y="83662"/>
                    </a:cubicBezTo>
                    <a:cubicBezTo>
                      <a:pt x="71069" y="93388"/>
                      <a:pt x="65830" y="110303"/>
                      <a:pt x="65830" y="134406"/>
                    </a:cubicBezTo>
                    <a:lnTo>
                      <a:pt x="65830" y="264096"/>
                    </a:lnTo>
                    <a:lnTo>
                      <a:pt x="0" y="264096"/>
                    </a:lnTo>
                    <a:lnTo>
                      <a:pt x="0" y="3773"/>
                    </a:lnTo>
                    <a:lnTo>
                      <a:pt x="65830" y="3773"/>
                    </a:lnTo>
                    <a:lnTo>
                      <a:pt x="65830" y="44173"/>
                    </a:lnTo>
                    <a:cubicBezTo>
                      <a:pt x="74291" y="30381"/>
                      <a:pt x="85355" y="19582"/>
                      <a:pt x="98989" y="11743"/>
                    </a:cubicBezTo>
                    <a:close/>
                  </a:path>
                </a:pathLst>
              </a:custGeom>
              <a:grpFill/>
              <a:ln w="0" cap="flat">
                <a:noFill/>
                <a:prstDash val="solid"/>
                <a:miter/>
              </a:ln>
            </p:spPr>
            <p:txBody>
              <a:bodyPr rtlCol="0" anchor="ctr"/>
              <a:lstStyle/>
              <a:p>
                <a:endParaRPr lang="en-US"/>
              </a:p>
            </p:txBody>
          </p:sp>
        </p:grpSp>
        <p:grpSp>
          <p:nvGrpSpPr>
            <p:cNvPr id="5" name="Group 4">
              <a:extLst>
                <a:ext uri="{FF2B5EF4-FFF2-40B4-BE49-F238E27FC236}">
                  <a16:creationId xmlns:a16="http://schemas.microsoft.com/office/drawing/2014/main" id="{9CC09F61-E382-D981-06D1-6268A10F859E}"/>
                </a:ext>
              </a:extLst>
            </p:cNvPr>
            <p:cNvGrpSpPr/>
            <p:nvPr userDrawn="1"/>
          </p:nvGrpSpPr>
          <p:grpSpPr>
            <a:xfrm>
              <a:off x="1329004" y="2629430"/>
              <a:ext cx="2894619" cy="979228"/>
              <a:chOff x="532238" y="532263"/>
              <a:chExt cx="1522954" cy="515204"/>
            </a:xfrm>
          </p:grpSpPr>
          <p:sp>
            <p:nvSpPr>
              <p:cNvPr id="7" name="Freeform: Shape 6">
                <a:extLst>
                  <a:ext uri="{FF2B5EF4-FFF2-40B4-BE49-F238E27FC236}">
                    <a16:creationId xmlns:a16="http://schemas.microsoft.com/office/drawing/2014/main" id="{F1D1E8AF-7AA3-D831-81DB-14A20046B55C}"/>
                  </a:ext>
                </a:extLst>
              </p:cNvPr>
              <p:cNvSpPr/>
              <p:nvPr/>
            </p:nvSpPr>
            <p:spPr>
              <a:xfrm>
                <a:off x="532238" y="532263"/>
                <a:ext cx="584573" cy="515204"/>
              </a:xfrm>
              <a:custGeom>
                <a:avLst/>
                <a:gdLst>
                  <a:gd name="connsiteX0" fmla="*/ 670274 w 919067"/>
                  <a:gd name="connsiteY0" fmla="*/ 0 h 810006"/>
                  <a:gd name="connsiteX1" fmla="*/ 670274 w 919067"/>
                  <a:gd name="connsiteY1" fmla="*/ 489394 h 810006"/>
                  <a:gd name="connsiteX2" fmla="*/ 248984 w 919067"/>
                  <a:gd name="connsiteY2" fmla="*/ 0 h 810006"/>
                  <a:gd name="connsiteX3" fmla="*/ 0 w 919067"/>
                  <a:gd name="connsiteY3" fmla="*/ 0 h 810006"/>
                  <a:gd name="connsiteX4" fmla="*/ 0 w 919067"/>
                  <a:gd name="connsiteY4" fmla="*/ 809244 h 810006"/>
                  <a:gd name="connsiteX5" fmla="*/ 476 w 919067"/>
                  <a:gd name="connsiteY5" fmla="*/ 810006 h 810006"/>
                  <a:gd name="connsiteX6" fmla="*/ 249174 w 919067"/>
                  <a:gd name="connsiteY6" fmla="*/ 809911 h 810006"/>
                  <a:gd name="connsiteX7" fmla="*/ 249079 w 919067"/>
                  <a:gd name="connsiteY7" fmla="*/ 320516 h 810006"/>
                  <a:gd name="connsiteX8" fmla="*/ 670370 w 919067"/>
                  <a:gd name="connsiteY8" fmla="*/ 810006 h 810006"/>
                  <a:gd name="connsiteX9" fmla="*/ 919067 w 919067"/>
                  <a:gd name="connsiteY9" fmla="*/ 405003 h 810006"/>
                  <a:gd name="connsiteX10" fmla="*/ 670370 w 919067"/>
                  <a:gd name="connsiteY10"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9067" h="810006">
                    <a:moveTo>
                      <a:pt x="670274" y="0"/>
                    </a:moveTo>
                    <a:lnTo>
                      <a:pt x="670274" y="489394"/>
                    </a:lnTo>
                    <a:lnTo>
                      <a:pt x="248984" y="0"/>
                    </a:lnTo>
                    <a:lnTo>
                      <a:pt x="0" y="0"/>
                    </a:lnTo>
                    <a:lnTo>
                      <a:pt x="0" y="809244"/>
                    </a:lnTo>
                    <a:lnTo>
                      <a:pt x="476" y="810006"/>
                    </a:lnTo>
                    <a:lnTo>
                      <a:pt x="249174" y="809911"/>
                    </a:lnTo>
                    <a:lnTo>
                      <a:pt x="249079" y="320516"/>
                    </a:lnTo>
                    <a:lnTo>
                      <a:pt x="670370" y="810006"/>
                    </a:lnTo>
                    <a:lnTo>
                      <a:pt x="919067" y="405003"/>
                    </a:lnTo>
                    <a:lnTo>
                      <a:pt x="670370" y="0"/>
                    </a:lnTo>
                  </a:path>
                </a:pathLst>
              </a:custGeom>
              <a:solidFill>
                <a:srgbClr val="F9B500"/>
              </a:solidFill>
              <a:ln w="9525" cap="flat">
                <a:noFill/>
                <a:prstDash val="solid"/>
                <a:miter/>
              </a:ln>
            </p:spPr>
            <p:txBody>
              <a:bodyPr rtlCol="0" anchor="ctr"/>
              <a:lstStyle/>
              <a:p>
                <a:endParaRPr lang="en-US">
                  <a:latin typeface="Poppins" panose="00000500000000000000" pitchFamily="2" charset="0"/>
                </a:endParaRPr>
              </a:p>
            </p:txBody>
          </p:sp>
          <p:sp>
            <p:nvSpPr>
              <p:cNvPr id="8" name="Freeform: Shape 7">
                <a:extLst>
                  <a:ext uri="{FF2B5EF4-FFF2-40B4-BE49-F238E27FC236}">
                    <a16:creationId xmlns:a16="http://schemas.microsoft.com/office/drawing/2014/main" id="{2847E46E-498A-BEC3-5037-C9EC051502AB}"/>
                  </a:ext>
                </a:extLst>
              </p:cNvPr>
              <p:cNvSpPr/>
              <p:nvPr/>
            </p:nvSpPr>
            <p:spPr>
              <a:xfrm>
                <a:off x="1484069" y="532263"/>
                <a:ext cx="571123" cy="515204"/>
              </a:xfrm>
              <a:custGeom>
                <a:avLst/>
                <a:gdLst>
                  <a:gd name="connsiteX0" fmla="*/ 603599 w 897921"/>
                  <a:gd name="connsiteY0" fmla="*/ 0 h 810006"/>
                  <a:gd name="connsiteX1" fmla="*/ 248698 w 897921"/>
                  <a:gd name="connsiteY1" fmla="*/ 0 h 810006"/>
                  <a:gd name="connsiteX2" fmla="*/ 0 w 897921"/>
                  <a:gd name="connsiteY2" fmla="*/ 405003 h 810006"/>
                  <a:gd name="connsiteX3" fmla="*/ 248603 w 897921"/>
                  <a:gd name="connsiteY3" fmla="*/ 810006 h 810006"/>
                  <a:gd name="connsiteX4" fmla="*/ 248698 w 897921"/>
                  <a:gd name="connsiteY4" fmla="*/ 810006 h 810006"/>
                  <a:gd name="connsiteX5" fmla="*/ 248603 w 897921"/>
                  <a:gd name="connsiteY5" fmla="*/ 631127 h 810006"/>
                  <a:gd name="connsiteX6" fmla="*/ 668750 w 897921"/>
                  <a:gd name="connsiteY6" fmla="*/ 631127 h 810006"/>
                  <a:gd name="connsiteX7" fmla="*/ 897922 w 897921"/>
                  <a:gd name="connsiteY7" fmla="*/ 372142 h 810006"/>
                  <a:gd name="connsiteX8" fmla="*/ 897922 w 897921"/>
                  <a:gd name="connsiteY8" fmla="*/ 276987 h 810006"/>
                  <a:gd name="connsiteX9" fmla="*/ 603599 w 897921"/>
                  <a:gd name="connsiteY9" fmla="*/ 0 h 810006"/>
                  <a:gd name="connsiteX10" fmla="*/ 665702 w 897921"/>
                  <a:gd name="connsiteY10" fmla="*/ 326803 h 810006"/>
                  <a:gd name="connsiteX11" fmla="*/ 584835 w 897921"/>
                  <a:gd name="connsiteY11" fmla="*/ 430054 h 810006"/>
                  <a:gd name="connsiteX12" fmla="*/ 248984 w 897921"/>
                  <a:gd name="connsiteY12" fmla="*/ 430054 h 810006"/>
                  <a:gd name="connsiteX13" fmla="*/ 248984 w 897921"/>
                  <a:gd name="connsiteY13" fmla="*/ 200882 h 810006"/>
                  <a:gd name="connsiteX14" fmla="*/ 563499 w 897921"/>
                  <a:gd name="connsiteY14" fmla="*/ 200882 h 810006"/>
                  <a:gd name="connsiteX15" fmla="*/ 665702 w 897921"/>
                  <a:gd name="connsiteY15" fmla="*/ 286893 h 810006"/>
                  <a:gd name="connsiteX16" fmla="*/ 665702 w 897921"/>
                  <a:gd name="connsiteY16" fmla="*/ 326803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7921" h="810006">
                    <a:moveTo>
                      <a:pt x="603599" y="0"/>
                    </a:moveTo>
                    <a:lnTo>
                      <a:pt x="248698" y="0"/>
                    </a:lnTo>
                    <a:lnTo>
                      <a:pt x="0" y="405003"/>
                    </a:lnTo>
                    <a:lnTo>
                      <a:pt x="248603" y="810006"/>
                    </a:lnTo>
                    <a:lnTo>
                      <a:pt x="248698" y="810006"/>
                    </a:lnTo>
                    <a:lnTo>
                      <a:pt x="248603" y="631127"/>
                    </a:lnTo>
                    <a:lnTo>
                      <a:pt x="668750" y="631127"/>
                    </a:lnTo>
                    <a:cubicBezTo>
                      <a:pt x="845153" y="631127"/>
                      <a:pt x="897922" y="492728"/>
                      <a:pt x="897922" y="372142"/>
                    </a:cubicBezTo>
                    <a:lnTo>
                      <a:pt x="897922" y="276987"/>
                    </a:lnTo>
                    <a:cubicBezTo>
                      <a:pt x="897922" y="118300"/>
                      <a:pt x="840677" y="0"/>
                      <a:pt x="603599" y="0"/>
                    </a:cubicBezTo>
                    <a:close/>
                    <a:moveTo>
                      <a:pt x="665702" y="326803"/>
                    </a:moveTo>
                    <a:cubicBezTo>
                      <a:pt x="665702" y="374809"/>
                      <a:pt x="643223" y="430054"/>
                      <a:pt x="584835" y="430054"/>
                    </a:cubicBezTo>
                    <a:lnTo>
                      <a:pt x="248984" y="430054"/>
                    </a:lnTo>
                    <a:lnTo>
                      <a:pt x="248984" y="200882"/>
                    </a:lnTo>
                    <a:lnTo>
                      <a:pt x="563499" y="200882"/>
                    </a:lnTo>
                    <a:cubicBezTo>
                      <a:pt x="638747" y="200882"/>
                      <a:pt x="665702" y="232124"/>
                      <a:pt x="665702" y="286893"/>
                    </a:cubicBezTo>
                    <a:lnTo>
                      <a:pt x="665702" y="326803"/>
                    </a:lnTo>
                    <a:close/>
                  </a:path>
                </a:pathLst>
              </a:custGeom>
              <a:solidFill>
                <a:srgbClr val="69CA00"/>
              </a:solidFill>
              <a:ln w="9525" cap="flat">
                <a:noFill/>
                <a:prstDash val="solid"/>
                <a:miter/>
              </a:ln>
            </p:spPr>
            <p:txBody>
              <a:bodyPr rtlCol="0" anchor="ctr"/>
              <a:lstStyle/>
              <a:p>
                <a:endParaRPr lang="en-US">
                  <a:latin typeface="Poppins" panose="00000500000000000000" pitchFamily="2" charset="0"/>
                </a:endParaRPr>
              </a:p>
            </p:txBody>
          </p:sp>
          <p:sp>
            <p:nvSpPr>
              <p:cNvPr id="9" name="Freeform: Shape 8">
                <a:extLst>
                  <a:ext uri="{FF2B5EF4-FFF2-40B4-BE49-F238E27FC236}">
                    <a16:creationId xmlns:a16="http://schemas.microsoft.com/office/drawing/2014/main" id="{5574364D-F516-9734-E8D4-A1A92051B6C9}"/>
                  </a:ext>
                </a:extLst>
              </p:cNvPr>
              <p:cNvSpPr/>
              <p:nvPr/>
            </p:nvSpPr>
            <p:spPr>
              <a:xfrm>
                <a:off x="1006245" y="532263"/>
                <a:ext cx="588389" cy="515204"/>
              </a:xfrm>
              <a:custGeom>
                <a:avLst/>
                <a:gdLst>
                  <a:gd name="connsiteX0" fmla="*/ 675894 w 925067"/>
                  <a:gd name="connsiteY0" fmla="*/ 0 h 810006"/>
                  <a:gd name="connsiteX1" fmla="*/ 630460 w 925067"/>
                  <a:gd name="connsiteY1" fmla="*/ 0 h 810006"/>
                  <a:gd name="connsiteX2" fmla="*/ 462534 w 925067"/>
                  <a:gd name="connsiteY2" fmla="*/ 269177 h 810006"/>
                  <a:gd name="connsiteX3" fmla="*/ 294704 w 925067"/>
                  <a:gd name="connsiteY3" fmla="*/ 0 h 810006"/>
                  <a:gd name="connsiteX4" fmla="*/ 248507 w 925067"/>
                  <a:gd name="connsiteY4" fmla="*/ 0 h 810006"/>
                  <a:gd name="connsiteX5" fmla="*/ 0 w 925067"/>
                  <a:gd name="connsiteY5" fmla="*/ 0 h 810006"/>
                  <a:gd name="connsiteX6" fmla="*/ 248698 w 925067"/>
                  <a:gd name="connsiteY6" fmla="*/ 405003 h 810006"/>
                  <a:gd name="connsiteX7" fmla="*/ 0 w 925067"/>
                  <a:gd name="connsiteY7" fmla="*/ 810006 h 810006"/>
                  <a:gd name="connsiteX8" fmla="*/ 248984 w 925067"/>
                  <a:gd name="connsiteY8" fmla="*/ 810006 h 810006"/>
                  <a:gd name="connsiteX9" fmla="*/ 294704 w 925067"/>
                  <a:gd name="connsiteY9" fmla="*/ 810006 h 810006"/>
                  <a:gd name="connsiteX10" fmla="*/ 462534 w 925067"/>
                  <a:gd name="connsiteY10" fmla="*/ 540734 h 810006"/>
                  <a:gd name="connsiteX11" fmla="*/ 630460 w 925067"/>
                  <a:gd name="connsiteY11" fmla="*/ 810006 h 810006"/>
                  <a:gd name="connsiteX12" fmla="*/ 676466 w 925067"/>
                  <a:gd name="connsiteY12" fmla="*/ 810006 h 810006"/>
                  <a:gd name="connsiteX13" fmla="*/ 925068 w 925067"/>
                  <a:gd name="connsiteY13" fmla="*/ 809911 h 810006"/>
                  <a:gd name="connsiteX14" fmla="*/ 676370 w 925067"/>
                  <a:gd name="connsiteY14" fmla="*/ 405003 h 810006"/>
                  <a:gd name="connsiteX15" fmla="*/ 925068 w 925067"/>
                  <a:gd name="connsiteY15" fmla="*/ 0 h 810006"/>
                  <a:gd name="connsiteX16" fmla="*/ 675894 w 925067"/>
                  <a:gd name="connsiteY16" fmla="*/ 0 h 81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5067" h="810006">
                    <a:moveTo>
                      <a:pt x="675894" y="0"/>
                    </a:moveTo>
                    <a:lnTo>
                      <a:pt x="630460" y="0"/>
                    </a:lnTo>
                    <a:lnTo>
                      <a:pt x="462534" y="269177"/>
                    </a:lnTo>
                    <a:lnTo>
                      <a:pt x="294704" y="0"/>
                    </a:lnTo>
                    <a:lnTo>
                      <a:pt x="248507" y="0"/>
                    </a:lnTo>
                    <a:lnTo>
                      <a:pt x="0" y="0"/>
                    </a:lnTo>
                    <a:lnTo>
                      <a:pt x="248698" y="405003"/>
                    </a:lnTo>
                    <a:lnTo>
                      <a:pt x="0" y="810006"/>
                    </a:lnTo>
                    <a:lnTo>
                      <a:pt x="248984" y="810006"/>
                    </a:lnTo>
                    <a:lnTo>
                      <a:pt x="294704" y="810006"/>
                    </a:lnTo>
                    <a:lnTo>
                      <a:pt x="462534" y="540734"/>
                    </a:lnTo>
                    <a:lnTo>
                      <a:pt x="630460" y="810006"/>
                    </a:lnTo>
                    <a:lnTo>
                      <a:pt x="676466" y="810006"/>
                    </a:lnTo>
                    <a:lnTo>
                      <a:pt x="925068" y="809911"/>
                    </a:lnTo>
                    <a:lnTo>
                      <a:pt x="676370" y="405003"/>
                    </a:lnTo>
                    <a:lnTo>
                      <a:pt x="925068" y="0"/>
                    </a:lnTo>
                    <a:lnTo>
                      <a:pt x="675894" y="0"/>
                    </a:lnTo>
                  </a:path>
                </a:pathLst>
              </a:custGeom>
              <a:solidFill>
                <a:srgbClr val="0EAFE0"/>
              </a:solidFill>
              <a:ln w="9525" cap="flat">
                <a:noFill/>
                <a:prstDash val="solid"/>
                <a:miter/>
              </a:ln>
            </p:spPr>
            <p:txBody>
              <a:bodyPr rtlCol="0" anchor="ctr"/>
              <a:lstStyle/>
              <a:p>
                <a:endParaRPr lang="en-US">
                  <a:latin typeface="Poppins" panose="00000500000000000000" pitchFamily="2" charset="0"/>
                </a:endParaRPr>
              </a:p>
            </p:txBody>
          </p:sp>
        </p:grpSp>
      </p:grpSp>
    </p:spTree>
    <p:extLst>
      <p:ext uri="{BB962C8B-B14F-4D97-AF65-F5344CB8AC3E}">
        <p14:creationId xmlns:p14="http://schemas.microsoft.com/office/powerpoint/2010/main" val="10556756"/>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9B762FB-EC77-2CB7-44E6-7F109E56AA9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1"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2" name="Footer Placeholder 7">
            <a:extLst>
              <a:ext uri="{FF2B5EF4-FFF2-40B4-BE49-F238E27FC236}">
                <a16:creationId xmlns:a16="http://schemas.microsoft.com/office/drawing/2014/main" id="{5639739A-31D0-FE65-C933-0C49124C4BE9}"/>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1405689657"/>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divider + burst">
    <p:spTree>
      <p:nvGrpSpPr>
        <p:cNvPr id="1" name=""/>
        <p:cNvGrpSpPr/>
        <p:nvPr/>
      </p:nvGrpSpPr>
      <p:grpSpPr>
        <a:xfrm>
          <a:off x="0" y="0"/>
          <a:ext cx="0" cy="0"/>
          <a:chOff x="0" y="0"/>
          <a:chExt cx="0" cy="0"/>
        </a:xfrm>
      </p:grpSpPr>
      <p:sp>
        <p:nvSpPr>
          <p:cNvPr id="11" name="Text Placeholder 5">
            <a:extLst>
              <a:ext uri="{FF2B5EF4-FFF2-40B4-BE49-F238E27FC236}">
                <a16:creationId xmlns:a16="http://schemas.microsoft.com/office/drawing/2014/main" id="{8A8611E8-2A99-51CF-0406-11504A28D820}"/>
              </a:ext>
            </a:extLst>
          </p:cNvPr>
          <p:cNvSpPr>
            <a:spLocks noGrp="1"/>
          </p:cNvSpPr>
          <p:nvPr>
            <p:ph type="body" sz="quarter" idx="15" hasCustomPrompt="1"/>
          </p:nvPr>
        </p:nvSpPr>
        <p:spPr>
          <a:xfrm>
            <a:off x="379412" y="486751"/>
            <a:ext cx="780795" cy="483826"/>
          </a:xfrm>
          <a:prstGeom prst="rect">
            <a:avLst/>
          </a:prstGeom>
        </p:spPr>
        <p:txBody>
          <a:bodyPr lIns="0" tIns="0" rIns="0" bIns="0" anchor="b"/>
          <a:lstStyle>
            <a:lvl1pPr marL="0" indent="0">
              <a:lnSpc>
                <a:spcPct val="100000"/>
              </a:lnSpc>
              <a:spcBef>
                <a:spcPts val="0"/>
              </a:spcBef>
              <a:buNone/>
              <a:defRPr sz="2400" b="0" i="0">
                <a:solidFill>
                  <a:schemeClr val="tx1"/>
                </a:solidFill>
                <a:latin typeface="+mj-lt"/>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01</a:t>
            </a:r>
          </a:p>
        </p:txBody>
      </p:sp>
      <p:sp>
        <p:nvSpPr>
          <p:cNvPr id="12" name="Title 6">
            <a:extLst>
              <a:ext uri="{FF2B5EF4-FFF2-40B4-BE49-F238E27FC236}">
                <a16:creationId xmlns:a16="http://schemas.microsoft.com/office/drawing/2014/main" id="{DD939FD6-7900-9BF1-E007-980EAA410D8D}"/>
              </a:ext>
            </a:extLst>
          </p:cNvPr>
          <p:cNvSpPr>
            <a:spLocks noGrp="1"/>
          </p:cNvSpPr>
          <p:nvPr>
            <p:ph type="title" hasCustomPrompt="1"/>
          </p:nvPr>
        </p:nvSpPr>
        <p:spPr>
          <a:xfrm>
            <a:off x="379412" y="1828800"/>
            <a:ext cx="4230687" cy="2374900"/>
          </a:xfrm>
          <a:prstGeom prst="rect">
            <a:avLst/>
          </a:prstGeom>
        </p:spPr>
        <p:txBody>
          <a:bodyPr lIns="0" tIns="0" rIns="0" bIns="0" anchor="b"/>
          <a:lstStyle>
            <a:lvl1pPr>
              <a:lnSpc>
                <a:spcPct val="100000"/>
              </a:lnSpc>
              <a:defRPr lang="en-US" sz="3600" b="0" i="0" kern="1200" dirty="0">
                <a:solidFill>
                  <a:schemeClr val="tx2"/>
                </a:solidFill>
                <a:latin typeface="Poppins SemiBold" pitchFamily="2" charset="77"/>
                <a:ea typeface="+mn-ea"/>
                <a:cs typeface="Poppins SemiBold" pitchFamily="2" charset="77"/>
              </a:defRPr>
            </a:lvl1pPr>
          </a:lstStyle>
          <a:p>
            <a:r>
              <a:rPr lang="en-US"/>
              <a:t>Section divider header goes here</a:t>
            </a:r>
          </a:p>
        </p:txBody>
      </p:sp>
      <p:sp>
        <p:nvSpPr>
          <p:cNvPr id="13" name="Text Placeholder 5">
            <a:extLst>
              <a:ext uri="{FF2B5EF4-FFF2-40B4-BE49-F238E27FC236}">
                <a16:creationId xmlns:a16="http://schemas.microsoft.com/office/drawing/2014/main" id="{8F625206-8EC0-F346-26E8-1D3C64F07051}"/>
              </a:ext>
            </a:extLst>
          </p:cNvPr>
          <p:cNvSpPr>
            <a:spLocks noGrp="1"/>
          </p:cNvSpPr>
          <p:nvPr>
            <p:ph type="body" sz="quarter" idx="11" hasCustomPrompt="1"/>
          </p:nvPr>
        </p:nvSpPr>
        <p:spPr>
          <a:xfrm>
            <a:off x="379412" y="4504637"/>
            <a:ext cx="4230687" cy="847619"/>
          </a:xfrm>
          <a:prstGeom prst="rect">
            <a:avLst/>
          </a:prstGeom>
        </p:spPr>
        <p:txBody>
          <a:bodyPr lIns="0" tIns="0" rIns="0" bIns="0" anchor="t"/>
          <a:lstStyle>
            <a:lvl1pPr marL="0" indent="0">
              <a:lnSpc>
                <a:spcPct val="100000"/>
              </a:lnSpc>
              <a:spcBef>
                <a:spcPts val="0"/>
              </a:spcBef>
              <a:buNone/>
              <a:defRPr sz="2400" b="0" i="0">
                <a:solidFill>
                  <a:schemeClr val="tx1"/>
                </a:solidFill>
                <a:latin typeface="Poppins" panose="00000500000000000000" pitchFamily="2" charset="0"/>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Secondary header</a:t>
            </a:r>
          </a:p>
        </p:txBody>
      </p:sp>
      <p:grpSp>
        <p:nvGrpSpPr>
          <p:cNvPr id="95" name="Group 94">
            <a:extLst>
              <a:ext uri="{FF2B5EF4-FFF2-40B4-BE49-F238E27FC236}">
                <a16:creationId xmlns:a16="http://schemas.microsoft.com/office/drawing/2014/main" id="{E19CE444-1E20-BC10-EB52-FA0A7FBF352F}"/>
              </a:ext>
            </a:extLst>
          </p:cNvPr>
          <p:cNvGrpSpPr/>
          <p:nvPr userDrawn="1"/>
        </p:nvGrpSpPr>
        <p:grpSpPr>
          <a:xfrm>
            <a:off x="5741362" y="0"/>
            <a:ext cx="6450638" cy="6858000"/>
            <a:chOff x="5741362" y="0"/>
            <a:chExt cx="6450638" cy="6858000"/>
          </a:xfrm>
        </p:grpSpPr>
        <p:sp>
          <p:nvSpPr>
            <p:cNvPr id="94" name="Rectangle 93">
              <a:extLst>
                <a:ext uri="{FF2B5EF4-FFF2-40B4-BE49-F238E27FC236}">
                  <a16:creationId xmlns:a16="http://schemas.microsoft.com/office/drawing/2014/main" id="{1B0137DC-0A13-B2A7-7BD7-481F29140477}"/>
                </a:ext>
              </a:extLst>
            </p:cNvPr>
            <p:cNvSpPr/>
            <p:nvPr userDrawn="1"/>
          </p:nvSpPr>
          <p:spPr>
            <a:xfrm>
              <a:off x="8937266" y="0"/>
              <a:ext cx="3254733" cy="6858000"/>
            </a:xfrm>
            <a:custGeom>
              <a:avLst/>
              <a:gdLst>
                <a:gd name="connsiteX0" fmla="*/ 0 w 3254733"/>
                <a:gd name="connsiteY0" fmla="*/ 0 h 6858000"/>
                <a:gd name="connsiteX1" fmla="*/ 3254733 w 3254733"/>
                <a:gd name="connsiteY1" fmla="*/ 0 h 6858000"/>
                <a:gd name="connsiteX2" fmla="*/ 3254733 w 3254733"/>
                <a:gd name="connsiteY2" fmla="*/ 6858000 h 6858000"/>
                <a:gd name="connsiteX3" fmla="*/ 0 w 3254733"/>
                <a:gd name="connsiteY3" fmla="*/ 6858000 h 6858000"/>
                <a:gd name="connsiteX4" fmla="*/ 0 w 3254733"/>
                <a:gd name="connsiteY4" fmla="*/ 0 h 6858000"/>
                <a:gd name="connsiteX0" fmla="*/ 2862469 w 3254733"/>
                <a:gd name="connsiteY0" fmla="*/ 15903 h 6858000"/>
                <a:gd name="connsiteX1" fmla="*/ 3254733 w 3254733"/>
                <a:gd name="connsiteY1" fmla="*/ 0 h 6858000"/>
                <a:gd name="connsiteX2" fmla="*/ 3254733 w 3254733"/>
                <a:gd name="connsiteY2" fmla="*/ 6858000 h 6858000"/>
                <a:gd name="connsiteX3" fmla="*/ 0 w 3254733"/>
                <a:gd name="connsiteY3" fmla="*/ 6858000 h 6858000"/>
                <a:gd name="connsiteX4" fmla="*/ 2862469 w 3254733"/>
                <a:gd name="connsiteY4" fmla="*/ 1590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4733" h="6858000">
                  <a:moveTo>
                    <a:pt x="2862469" y="15903"/>
                  </a:moveTo>
                  <a:lnTo>
                    <a:pt x="3254733" y="0"/>
                  </a:lnTo>
                  <a:lnTo>
                    <a:pt x="3254733" y="6858000"/>
                  </a:lnTo>
                  <a:lnTo>
                    <a:pt x="0" y="6858000"/>
                  </a:lnTo>
                  <a:lnTo>
                    <a:pt x="2862469" y="15903"/>
                  </a:lnTo>
                  <a:close/>
                </a:path>
              </a:pathLst>
            </a:custGeom>
            <a:solidFill>
              <a:srgbClr val="3ECAFB"/>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8" name="Rectangle 77">
              <a:extLst>
                <a:ext uri="{FF2B5EF4-FFF2-40B4-BE49-F238E27FC236}">
                  <a16:creationId xmlns:a16="http://schemas.microsoft.com/office/drawing/2014/main" id="{AE29BA0B-32DE-D114-8B66-DEB733B060CE}"/>
                </a:ext>
              </a:extLst>
            </p:cNvPr>
            <p:cNvSpPr/>
            <p:nvPr userDrawn="1"/>
          </p:nvSpPr>
          <p:spPr>
            <a:xfrm>
              <a:off x="5741362" y="0"/>
              <a:ext cx="6450637" cy="6858000"/>
            </a:xfrm>
            <a:custGeom>
              <a:avLst/>
              <a:gdLst>
                <a:gd name="connsiteX0" fmla="*/ 0 w 6450637"/>
                <a:gd name="connsiteY0" fmla="*/ 0 h 6858000"/>
                <a:gd name="connsiteX1" fmla="*/ 6450637 w 6450637"/>
                <a:gd name="connsiteY1" fmla="*/ 0 h 6858000"/>
                <a:gd name="connsiteX2" fmla="*/ 6450637 w 6450637"/>
                <a:gd name="connsiteY2" fmla="*/ 6858000 h 6858000"/>
                <a:gd name="connsiteX3" fmla="*/ 0 w 6450637"/>
                <a:gd name="connsiteY3" fmla="*/ 6858000 h 6858000"/>
                <a:gd name="connsiteX4" fmla="*/ 0 w 6450637"/>
                <a:gd name="connsiteY4" fmla="*/ 0 h 6858000"/>
                <a:gd name="connsiteX0" fmla="*/ 0 w 6450637"/>
                <a:gd name="connsiteY0" fmla="*/ 2910177 h 6858000"/>
                <a:gd name="connsiteX1" fmla="*/ 6450637 w 6450637"/>
                <a:gd name="connsiteY1" fmla="*/ 0 h 6858000"/>
                <a:gd name="connsiteX2" fmla="*/ 6450637 w 6450637"/>
                <a:gd name="connsiteY2" fmla="*/ 6858000 h 6858000"/>
                <a:gd name="connsiteX3" fmla="*/ 0 w 6450637"/>
                <a:gd name="connsiteY3" fmla="*/ 6858000 h 6858000"/>
                <a:gd name="connsiteX4" fmla="*/ 0 w 6450637"/>
                <a:gd name="connsiteY4" fmla="*/ 2910177 h 6858000"/>
                <a:gd name="connsiteX0" fmla="*/ 0 w 6450637"/>
                <a:gd name="connsiteY0" fmla="*/ 2910177 h 6858000"/>
                <a:gd name="connsiteX1" fmla="*/ 6450637 w 6450637"/>
                <a:gd name="connsiteY1" fmla="*/ 0 h 6858000"/>
                <a:gd name="connsiteX2" fmla="*/ 3445044 w 6450637"/>
                <a:gd name="connsiteY2" fmla="*/ 6850049 h 6858000"/>
                <a:gd name="connsiteX3" fmla="*/ 0 w 6450637"/>
                <a:gd name="connsiteY3" fmla="*/ 6858000 h 6858000"/>
                <a:gd name="connsiteX4" fmla="*/ 0 w 6450637"/>
                <a:gd name="connsiteY4" fmla="*/ 2910177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7" h="6858000">
                  <a:moveTo>
                    <a:pt x="0" y="2910177"/>
                  </a:moveTo>
                  <a:lnTo>
                    <a:pt x="6450637" y="0"/>
                  </a:lnTo>
                  <a:lnTo>
                    <a:pt x="3445044" y="6850049"/>
                  </a:lnTo>
                  <a:lnTo>
                    <a:pt x="0" y="6858000"/>
                  </a:lnTo>
                  <a:lnTo>
                    <a:pt x="0" y="2910177"/>
                  </a:lnTo>
                  <a:close/>
                </a:path>
              </a:pathLst>
            </a:custGeom>
            <a:solidFill>
              <a:srgbClr val="7CD0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nvGrpSpPr>
            <p:cNvPr id="63" name="Group 62">
              <a:extLst>
                <a:ext uri="{FF2B5EF4-FFF2-40B4-BE49-F238E27FC236}">
                  <a16:creationId xmlns:a16="http://schemas.microsoft.com/office/drawing/2014/main" id="{762348AC-15FB-B52A-8D79-D06040BBF52F}"/>
                </a:ext>
              </a:extLst>
            </p:cNvPr>
            <p:cNvGrpSpPr/>
            <p:nvPr userDrawn="1"/>
          </p:nvGrpSpPr>
          <p:grpSpPr>
            <a:xfrm>
              <a:off x="5741363" y="0"/>
              <a:ext cx="6450637" cy="6858000"/>
              <a:chOff x="5741363" y="0"/>
              <a:chExt cx="6450637" cy="6858000"/>
            </a:xfrm>
          </p:grpSpPr>
          <p:sp>
            <p:nvSpPr>
              <p:cNvPr id="64" name="Rectangle 57">
                <a:extLst>
                  <a:ext uri="{FF2B5EF4-FFF2-40B4-BE49-F238E27FC236}">
                    <a16:creationId xmlns:a16="http://schemas.microsoft.com/office/drawing/2014/main" id="{8D6B6138-4631-A738-81FA-7B720C2E5EDB}"/>
                  </a:ext>
                </a:extLst>
              </p:cNvPr>
              <p:cNvSpPr/>
              <p:nvPr userDrawn="1"/>
            </p:nvSpPr>
            <p:spPr>
              <a:xfrm>
                <a:off x="5741363" y="0"/>
                <a:ext cx="6450636" cy="3172570"/>
              </a:xfrm>
              <a:custGeom>
                <a:avLst/>
                <a:gdLst>
                  <a:gd name="connsiteX0" fmla="*/ 0 w 6450636"/>
                  <a:gd name="connsiteY0" fmla="*/ 0 h 3172570"/>
                  <a:gd name="connsiteX1" fmla="*/ 6450636 w 6450636"/>
                  <a:gd name="connsiteY1" fmla="*/ 0 h 3172570"/>
                  <a:gd name="connsiteX2" fmla="*/ 6450636 w 6450636"/>
                  <a:gd name="connsiteY2" fmla="*/ 3172570 h 3172570"/>
                  <a:gd name="connsiteX3" fmla="*/ 0 w 6450636"/>
                  <a:gd name="connsiteY3" fmla="*/ 3172570 h 3172570"/>
                  <a:gd name="connsiteX4" fmla="*/ 0 w 6450636"/>
                  <a:gd name="connsiteY4" fmla="*/ 0 h 3172570"/>
                  <a:gd name="connsiteX0" fmla="*/ 0 w 6450636"/>
                  <a:gd name="connsiteY0" fmla="*/ 0 h 3172570"/>
                  <a:gd name="connsiteX1" fmla="*/ 6450636 w 6450636"/>
                  <a:gd name="connsiteY1" fmla="*/ 0 h 3172570"/>
                  <a:gd name="connsiteX2" fmla="*/ 3961877 w 6450636"/>
                  <a:gd name="connsiteY2" fmla="*/ 1168841 h 3172570"/>
                  <a:gd name="connsiteX3" fmla="*/ 0 w 6450636"/>
                  <a:gd name="connsiteY3" fmla="*/ 3172570 h 3172570"/>
                  <a:gd name="connsiteX4" fmla="*/ 0 w 6450636"/>
                  <a:gd name="connsiteY4" fmla="*/ 0 h 3172570"/>
                  <a:gd name="connsiteX0" fmla="*/ 0 w 6450636"/>
                  <a:gd name="connsiteY0" fmla="*/ 0 h 3172570"/>
                  <a:gd name="connsiteX1" fmla="*/ 6450636 w 6450636"/>
                  <a:gd name="connsiteY1" fmla="*/ 0 h 3172570"/>
                  <a:gd name="connsiteX2" fmla="*/ 0 w 6450636"/>
                  <a:gd name="connsiteY2" fmla="*/ 3172570 h 3172570"/>
                  <a:gd name="connsiteX3" fmla="*/ 0 w 6450636"/>
                  <a:gd name="connsiteY3" fmla="*/ 0 h 3172570"/>
                </a:gdLst>
                <a:ahLst/>
                <a:cxnLst>
                  <a:cxn ang="0">
                    <a:pos x="connsiteX0" y="connsiteY0"/>
                  </a:cxn>
                  <a:cxn ang="0">
                    <a:pos x="connsiteX1" y="connsiteY1"/>
                  </a:cxn>
                  <a:cxn ang="0">
                    <a:pos x="connsiteX2" y="connsiteY2"/>
                  </a:cxn>
                  <a:cxn ang="0">
                    <a:pos x="connsiteX3" y="connsiteY3"/>
                  </a:cxn>
                </a:cxnLst>
                <a:rect l="l" t="t" r="r" b="b"/>
                <a:pathLst>
                  <a:path w="6450636" h="3172570">
                    <a:moveTo>
                      <a:pt x="0" y="0"/>
                    </a:moveTo>
                    <a:lnTo>
                      <a:pt x="6450636" y="0"/>
                    </a:lnTo>
                    <a:lnTo>
                      <a:pt x="0" y="3172570"/>
                    </a:lnTo>
                    <a:lnTo>
                      <a:pt x="0" y="0"/>
                    </a:lnTo>
                    <a:close/>
                  </a:path>
                </a:pathLst>
              </a:custGeom>
              <a:solidFill>
                <a:srgbClr val="FF9A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65" name="Freeform: Shape 64">
                <a:extLst>
                  <a:ext uri="{FF2B5EF4-FFF2-40B4-BE49-F238E27FC236}">
                    <a16:creationId xmlns:a16="http://schemas.microsoft.com/office/drawing/2014/main" id="{D7785116-2A75-5C21-198D-6B93767D82F4}"/>
                  </a:ext>
                </a:extLst>
              </p:cNvPr>
              <p:cNvSpPr/>
              <p:nvPr/>
            </p:nvSpPr>
            <p:spPr>
              <a:xfrm>
                <a:off x="10543225" y="0"/>
                <a:ext cx="1648774" cy="6858000"/>
              </a:xfrm>
              <a:custGeom>
                <a:avLst/>
                <a:gdLst>
                  <a:gd name="connsiteX0" fmla="*/ 512445 w 1648774"/>
                  <a:gd name="connsiteY0" fmla="*/ 6858000 h 6858000"/>
                  <a:gd name="connsiteX1" fmla="*/ 1648775 w 1648774"/>
                  <a:gd name="connsiteY1" fmla="*/ 0 h 6858000"/>
                  <a:gd name="connsiteX2" fmla="*/ 0 w 1648774"/>
                  <a:gd name="connsiteY2" fmla="*/ 6858000 h 6858000"/>
                  <a:gd name="connsiteX3" fmla="*/ 512445 w 164877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648774" h="6858000">
                    <a:moveTo>
                      <a:pt x="512445" y="6858000"/>
                    </a:moveTo>
                    <a:lnTo>
                      <a:pt x="1648775" y="0"/>
                    </a:lnTo>
                    <a:lnTo>
                      <a:pt x="0" y="6858000"/>
                    </a:lnTo>
                    <a:lnTo>
                      <a:pt x="512445" y="6858000"/>
                    </a:lnTo>
                    <a:close/>
                  </a:path>
                </a:pathLst>
              </a:custGeom>
              <a:solidFill>
                <a:srgbClr val="3ECAFB"/>
              </a:solidFill>
              <a:ln w="1687"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2874D2C6-8CF0-4BD4-20FE-B9C0A206E885}"/>
                  </a:ext>
                </a:extLst>
              </p:cNvPr>
              <p:cNvSpPr/>
              <p:nvPr/>
            </p:nvSpPr>
            <p:spPr>
              <a:xfrm>
                <a:off x="5741363" y="0"/>
                <a:ext cx="6450636" cy="4032884"/>
              </a:xfrm>
              <a:custGeom>
                <a:avLst/>
                <a:gdLst>
                  <a:gd name="connsiteX0" fmla="*/ 0 w 6450636"/>
                  <a:gd name="connsiteY0" fmla="*/ 4032885 h 4032884"/>
                  <a:gd name="connsiteX1" fmla="*/ 0 w 6450636"/>
                  <a:gd name="connsiteY1" fmla="*/ 3051175 h 4032884"/>
                  <a:gd name="connsiteX2" fmla="*/ 6450637 w 6450636"/>
                  <a:gd name="connsiteY2" fmla="*/ 0 h 4032884"/>
                  <a:gd name="connsiteX3" fmla="*/ 0 w 6450636"/>
                  <a:gd name="connsiteY3" fmla="*/ 4032885 h 4032884"/>
                </a:gdLst>
                <a:ahLst/>
                <a:cxnLst>
                  <a:cxn ang="0">
                    <a:pos x="connsiteX0" y="connsiteY0"/>
                  </a:cxn>
                  <a:cxn ang="0">
                    <a:pos x="connsiteX1" y="connsiteY1"/>
                  </a:cxn>
                  <a:cxn ang="0">
                    <a:pos x="connsiteX2" y="connsiteY2"/>
                  </a:cxn>
                  <a:cxn ang="0">
                    <a:pos x="connsiteX3" y="connsiteY3"/>
                  </a:cxn>
                </a:cxnLst>
                <a:rect l="l" t="t" r="r" b="b"/>
                <a:pathLst>
                  <a:path w="6450636" h="4032884">
                    <a:moveTo>
                      <a:pt x="0" y="4032885"/>
                    </a:moveTo>
                    <a:lnTo>
                      <a:pt x="0" y="3051175"/>
                    </a:lnTo>
                    <a:lnTo>
                      <a:pt x="6450637" y="0"/>
                    </a:lnTo>
                    <a:lnTo>
                      <a:pt x="0" y="4032885"/>
                    </a:lnTo>
                    <a:close/>
                  </a:path>
                </a:pathLst>
              </a:custGeom>
              <a:gradFill>
                <a:gsLst>
                  <a:gs pos="0">
                    <a:srgbClr val="C6EB00"/>
                  </a:gs>
                  <a:gs pos="22000">
                    <a:srgbClr val="C6EB00"/>
                  </a:gs>
                  <a:gs pos="81000">
                    <a:srgbClr val="C6EB00"/>
                  </a:gs>
                </a:gsLst>
                <a:lin ang="2023233" scaled="1"/>
              </a:gradFill>
              <a:ln w="1687"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7E54D9D3-C010-1DDD-E056-677CDE82F3B6}"/>
                  </a:ext>
                </a:extLst>
              </p:cNvPr>
              <p:cNvSpPr/>
              <p:nvPr/>
            </p:nvSpPr>
            <p:spPr>
              <a:xfrm>
                <a:off x="6696719" y="0"/>
                <a:ext cx="5495280" cy="6858000"/>
              </a:xfrm>
              <a:custGeom>
                <a:avLst/>
                <a:gdLst>
                  <a:gd name="connsiteX0" fmla="*/ 0 w 5495280"/>
                  <a:gd name="connsiteY0" fmla="*/ 6858000 h 6858000"/>
                  <a:gd name="connsiteX1" fmla="*/ 5495281 w 5495280"/>
                  <a:gd name="connsiteY1" fmla="*/ 0 h 6858000"/>
                  <a:gd name="connsiteX2" fmla="*/ 742949 w 5495280"/>
                  <a:gd name="connsiteY2" fmla="*/ 6858000 h 6858000"/>
                  <a:gd name="connsiteX3" fmla="*/ 0 w 549528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95280" h="6858000">
                    <a:moveTo>
                      <a:pt x="0" y="6858000"/>
                    </a:moveTo>
                    <a:lnTo>
                      <a:pt x="5495281" y="0"/>
                    </a:lnTo>
                    <a:lnTo>
                      <a:pt x="742949" y="6858000"/>
                    </a:lnTo>
                    <a:lnTo>
                      <a:pt x="0" y="6858000"/>
                    </a:lnTo>
                    <a:close/>
                  </a:path>
                </a:pathLst>
              </a:custGeom>
              <a:solidFill>
                <a:srgbClr val="69CA00"/>
              </a:solidFill>
              <a:ln w="1687"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1416E4E-C43D-FFE2-FBBE-562A2C1BFD17}"/>
                  </a:ext>
                </a:extLst>
              </p:cNvPr>
              <p:cNvSpPr/>
              <p:nvPr/>
            </p:nvSpPr>
            <p:spPr>
              <a:xfrm>
                <a:off x="11055669" y="0"/>
                <a:ext cx="1136330" cy="6858000"/>
              </a:xfrm>
              <a:custGeom>
                <a:avLst/>
                <a:gdLst>
                  <a:gd name="connsiteX0" fmla="*/ 1136330 w 1136330"/>
                  <a:gd name="connsiteY0" fmla="*/ 6858000 h 6858000"/>
                  <a:gd name="connsiteX1" fmla="*/ 1136330 w 1136330"/>
                  <a:gd name="connsiteY1" fmla="*/ 0 h 6858000"/>
                  <a:gd name="connsiteX2" fmla="*/ 0 w 1136330"/>
                  <a:gd name="connsiteY2" fmla="*/ 6858000 h 6858000"/>
                  <a:gd name="connsiteX3" fmla="*/ 1136330 w 113633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36330" h="6858000">
                    <a:moveTo>
                      <a:pt x="1136330" y="6858000"/>
                    </a:moveTo>
                    <a:lnTo>
                      <a:pt x="1136330" y="0"/>
                    </a:lnTo>
                    <a:lnTo>
                      <a:pt x="0" y="6858000"/>
                    </a:lnTo>
                    <a:lnTo>
                      <a:pt x="1136330" y="6858000"/>
                    </a:lnTo>
                    <a:close/>
                  </a:path>
                </a:pathLst>
              </a:custGeom>
              <a:gradFill>
                <a:gsLst>
                  <a:gs pos="34000">
                    <a:srgbClr val="39B0E9"/>
                  </a:gs>
                  <a:gs pos="3000">
                    <a:srgbClr val="3ECAFB"/>
                  </a:gs>
                  <a:gs pos="55000">
                    <a:srgbClr val="3598D9"/>
                  </a:gs>
                  <a:gs pos="100000">
                    <a:srgbClr val="2D67B8"/>
                  </a:gs>
                </a:gsLst>
                <a:lin ang="21204873" scaled="1"/>
              </a:gradFill>
              <a:ln w="1687"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5B1CEAA0-A035-EFDD-A298-D686EAF9623A}"/>
                  </a:ext>
                </a:extLst>
              </p:cNvPr>
              <p:cNvSpPr/>
              <p:nvPr/>
            </p:nvSpPr>
            <p:spPr>
              <a:xfrm>
                <a:off x="7439668" y="0"/>
                <a:ext cx="4752332" cy="6858000"/>
              </a:xfrm>
              <a:custGeom>
                <a:avLst/>
                <a:gdLst>
                  <a:gd name="connsiteX0" fmla="*/ 2253611 w 4752332"/>
                  <a:gd name="connsiteY0" fmla="*/ 6858000 h 6858000"/>
                  <a:gd name="connsiteX1" fmla="*/ 0 w 4752332"/>
                  <a:gd name="connsiteY1" fmla="*/ 6858000 h 6858000"/>
                  <a:gd name="connsiteX2" fmla="*/ 4752332 w 4752332"/>
                  <a:gd name="connsiteY2" fmla="*/ 0 h 6858000"/>
                  <a:gd name="connsiteX3" fmla="*/ 2253611 w 475233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752332" h="6858000">
                    <a:moveTo>
                      <a:pt x="2253611" y="6858000"/>
                    </a:moveTo>
                    <a:lnTo>
                      <a:pt x="0" y="6858000"/>
                    </a:lnTo>
                    <a:lnTo>
                      <a:pt x="4752332" y="0"/>
                    </a:lnTo>
                    <a:lnTo>
                      <a:pt x="2253611" y="6858000"/>
                    </a:lnTo>
                    <a:close/>
                  </a:path>
                </a:pathLst>
              </a:custGeom>
              <a:gradFill>
                <a:gsLst>
                  <a:gs pos="39000">
                    <a:srgbClr val="C6EB03"/>
                  </a:gs>
                  <a:gs pos="52000">
                    <a:srgbClr val="BAE718"/>
                  </a:gs>
                  <a:gs pos="54000">
                    <a:srgbClr val="9DDF50"/>
                  </a:gs>
                  <a:gs pos="58000">
                    <a:srgbClr val="49C8F5"/>
                  </a:gs>
                </a:gsLst>
                <a:lin ang="1800000" scaled="0"/>
              </a:gradFill>
              <a:ln w="1687"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EAAAB3FF-3F4B-DA15-A47D-12B9DC10C1A0}"/>
                  </a:ext>
                </a:extLst>
              </p:cNvPr>
              <p:cNvSpPr/>
              <p:nvPr/>
            </p:nvSpPr>
            <p:spPr>
              <a:xfrm>
                <a:off x="5741363" y="0"/>
                <a:ext cx="6450636" cy="451167"/>
              </a:xfrm>
              <a:custGeom>
                <a:avLst/>
                <a:gdLst>
                  <a:gd name="connsiteX0" fmla="*/ 6450637 w 6450636"/>
                  <a:gd name="connsiteY0" fmla="*/ 0 h 451167"/>
                  <a:gd name="connsiteX1" fmla="*/ 0 w 6450636"/>
                  <a:gd name="connsiteY1" fmla="*/ 0 h 451167"/>
                  <a:gd name="connsiteX2" fmla="*/ 0 w 6450636"/>
                  <a:gd name="connsiteY2" fmla="*/ 451168 h 451167"/>
                  <a:gd name="connsiteX3" fmla="*/ 6450637 w 6450636"/>
                  <a:gd name="connsiteY3" fmla="*/ 0 h 451167"/>
                </a:gdLst>
                <a:ahLst/>
                <a:cxnLst>
                  <a:cxn ang="0">
                    <a:pos x="connsiteX0" y="connsiteY0"/>
                  </a:cxn>
                  <a:cxn ang="0">
                    <a:pos x="connsiteX1" y="connsiteY1"/>
                  </a:cxn>
                  <a:cxn ang="0">
                    <a:pos x="connsiteX2" y="connsiteY2"/>
                  </a:cxn>
                  <a:cxn ang="0">
                    <a:pos x="connsiteX3" y="connsiteY3"/>
                  </a:cxn>
                </a:cxnLst>
                <a:rect l="l" t="t" r="r" b="b"/>
                <a:pathLst>
                  <a:path w="6450636" h="451167">
                    <a:moveTo>
                      <a:pt x="6450637" y="0"/>
                    </a:moveTo>
                    <a:lnTo>
                      <a:pt x="0" y="0"/>
                    </a:lnTo>
                    <a:lnTo>
                      <a:pt x="0" y="451168"/>
                    </a:lnTo>
                    <a:lnTo>
                      <a:pt x="6450637" y="0"/>
                    </a:lnTo>
                    <a:close/>
                  </a:path>
                </a:pathLst>
              </a:custGeom>
              <a:solidFill>
                <a:srgbClr val="FFB400"/>
              </a:solidFill>
              <a:ln w="1687"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0AA6B9D6-FFEF-B3D1-2C7A-1605F2D2C018}"/>
                  </a:ext>
                </a:extLst>
              </p:cNvPr>
              <p:cNvSpPr/>
              <p:nvPr/>
            </p:nvSpPr>
            <p:spPr>
              <a:xfrm>
                <a:off x="5741363" y="0"/>
                <a:ext cx="6450636" cy="1643379"/>
              </a:xfrm>
              <a:custGeom>
                <a:avLst/>
                <a:gdLst>
                  <a:gd name="connsiteX0" fmla="*/ 6450637 w 6450636"/>
                  <a:gd name="connsiteY0" fmla="*/ 0 h 1643379"/>
                  <a:gd name="connsiteX1" fmla="*/ 0 w 6450636"/>
                  <a:gd name="connsiteY1" fmla="*/ 451168 h 1643379"/>
                  <a:gd name="connsiteX2" fmla="*/ 0 w 6450636"/>
                  <a:gd name="connsiteY2" fmla="*/ 1643380 h 1643379"/>
                  <a:gd name="connsiteX3" fmla="*/ 6450637 w 6450636"/>
                  <a:gd name="connsiteY3" fmla="*/ 0 h 1643379"/>
                </a:gdLst>
                <a:ahLst/>
                <a:cxnLst>
                  <a:cxn ang="0">
                    <a:pos x="connsiteX0" y="connsiteY0"/>
                  </a:cxn>
                  <a:cxn ang="0">
                    <a:pos x="connsiteX1" y="connsiteY1"/>
                  </a:cxn>
                  <a:cxn ang="0">
                    <a:pos x="connsiteX2" y="connsiteY2"/>
                  </a:cxn>
                  <a:cxn ang="0">
                    <a:pos x="connsiteX3" y="connsiteY3"/>
                  </a:cxn>
                </a:cxnLst>
                <a:rect l="l" t="t" r="r" b="b"/>
                <a:pathLst>
                  <a:path w="6450636" h="1643379">
                    <a:moveTo>
                      <a:pt x="6450637" y="0"/>
                    </a:moveTo>
                    <a:lnTo>
                      <a:pt x="0" y="451168"/>
                    </a:lnTo>
                    <a:lnTo>
                      <a:pt x="0" y="1643380"/>
                    </a:lnTo>
                    <a:lnTo>
                      <a:pt x="6450637" y="0"/>
                    </a:lnTo>
                    <a:close/>
                  </a:path>
                </a:pathLst>
              </a:custGeom>
              <a:gradFill>
                <a:gsLst>
                  <a:gs pos="29000">
                    <a:srgbClr val="FFA800"/>
                  </a:gs>
                  <a:gs pos="32000">
                    <a:srgbClr val="FFAA00"/>
                  </a:gs>
                  <a:gs pos="47000">
                    <a:srgbClr val="FFC600"/>
                  </a:gs>
                </a:gsLst>
                <a:lin ang="4680000" scaled="0"/>
              </a:gradFill>
              <a:ln w="1687"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9702D599-C6F9-9A51-D4F8-74409D448252}"/>
                  </a:ext>
                </a:extLst>
              </p:cNvPr>
              <p:cNvSpPr/>
              <p:nvPr/>
            </p:nvSpPr>
            <p:spPr>
              <a:xfrm>
                <a:off x="5741363" y="0"/>
                <a:ext cx="6450636" cy="2345689"/>
              </a:xfrm>
              <a:custGeom>
                <a:avLst/>
                <a:gdLst>
                  <a:gd name="connsiteX0" fmla="*/ 6450637 w 6450636"/>
                  <a:gd name="connsiteY0" fmla="*/ 0 h 2345689"/>
                  <a:gd name="connsiteX1" fmla="*/ 0 w 6450636"/>
                  <a:gd name="connsiteY1" fmla="*/ 2151063 h 2345689"/>
                  <a:gd name="connsiteX2" fmla="*/ 0 w 6450636"/>
                  <a:gd name="connsiteY2" fmla="*/ 2345690 h 2345689"/>
                  <a:gd name="connsiteX3" fmla="*/ 6450637 w 6450636"/>
                  <a:gd name="connsiteY3" fmla="*/ 0 h 2345689"/>
                </a:gdLst>
                <a:ahLst/>
                <a:cxnLst>
                  <a:cxn ang="0">
                    <a:pos x="connsiteX0" y="connsiteY0"/>
                  </a:cxn>
                  <a:cxn ang="0">
                    <a:pos x="connsiteX1" y="connsiteY1"/>
                  </a:cxn>
                  <a:cxn ang="0">
                    <a:pos x="connsiteX2" y="connsiteY2"/>
                  </a:cxn>
                  <a:cxn ang="0">
                    <a:pos x="connsiteX3" y="connsiteY3"/>
                  </a:cxn>
                </a:cxnLst>
                <a:rect l="l" t="t" r="r" b="b"/>
                <a:pathLst>
                  <a:path w="6450636" h="2345689">
                    <a:moveTo>
                      <a:pt x="6450637" y="0"/>
                    </a:moveTo>
                    <a:lnTo>
                      <a:pt x="0" y="2151063"/>
                    </a:lnTo>
                    <a:lnTo>
                      <a:pt x="0" y="2345690"/>
                    </a:lnTo>
                    <a:lnTo>
                      <a:pt x="6450637" y="0"/>
                    </a:lnTo>
                    <a:close/>
                  </a:path>
                </a:pathLst>
              </a:custGeom>
              <a:solidFill>
                <a:srgbClr val="FF9A00"/>
              </a:solidFill>
              <a:ln w="1687"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F5183F6D-5EC9-1C56-B19E-D634E3F23EB3}"/>
                  </a:ext>
                </a:extLst>
              </p:cNvPr>
              <p:cNvSpPr/>
              <p:nvPr/>
            </p:nvSpPr>
            <p:spPr>
              <a:xfrm>
                <a:off x="5741363" y="0"/>
                <a:ext cx="6450636" cy="3051175"/>
              </a:xfrm>
              <a:custGeom>
                <a:avLst/>
                <a:gdLst>
                  <a:gd name="connsiteX0" fmla="*/ 6450637 w 6450636"/>
                  <a:gd name="connsiteY0" fmla="*/ 0 h 3051175"/>
                  <a:gd name="connsiteX1" fmla="*/ 0 w 6450636"/>
                  <a:gd name="connsiteY1" fmla="*/ 2345690 h 3051175"/>
                  <a:gd name="connsiteX2" fmla="*/ 0 w 6450636"/>
                  <a:gd name="connsiteY2" fmla="*/ 3051175 h 3051175"/>
                  <a:gd name="connsiteX3" fmla="*/ 6450637 w 6450636"/>
                  <a:gd name="connsiteY3" fmla="*/ 0 h 3051175"/>
                </a:gdLst>
                <a:ahLst/>
                <a:cxnLst>
                  <a:cxn ang="0">
                    <a:pos x="connsiteX0" y="connsiteY0"/>
                  </a:cxn>
                  <a:cxn ang="0">
                    <a:pos x="connsiteX1" y="connsiteY1"/>
                  </a:cxn>
                  <a:cxn ang="0">
                    <a:pos x="connsiteX2" y="connsiteY2"/>
                  </a:cxn>
                  <a:cxn ang="0">
                    <a:pos x="connsiteX3" y="connsiteY3"/>
                  </a:cxn>
                </a:cxnLst>
                <a:rect l="l" t="t" r="r" b="b"/>
                <a:pathLst>
                  <a:path w="6450636" h="3051175">
                    <a:moveTo>
                      <a:pt x="6450637" y="0"/>
                    </a:moveTo>
                    <a:lnTo>
                      <a:pt x="0" y="2345690"/>
                    </a:lnTo>
                    <a:lnTo>
                      <a:pt x="0" y="3051175"/>
                    </a:lnTo>
                    <a:lnTo>
                      <a:pt x="6450637" y="0"/>
                    </a:lnTo>
                    <a:close/>
                  </a:path>
                </a:pathLst>
              </a:custGeom>
              <a:gradFill>
                <a:gsLst>
                  <a:gs pos="47000">
                    <a:srgbClr val="C6EB00"/>
                  </a:gs>
                  <a:gs pos="11000">
                    <a:srgbClr val="C6EB00"/>
                  </a:gs>
                  <a:gs pos="69000">
                    <a:srgbClr val="FF9A00"/>
                  </a:gs>
                  <a:gs pos="56000">
                    <a:srgbClr val="FF9A00"/>
                  </a:gs>
                </a:gsLst>
                <a:lin ang="14820000" scaled="0"/>
              </a:gradFill>
              <a:ln w="1687"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8D5CB4C5-1FDC-6793-46C3-86D6667B8C72}"/>
                  </a:ext>
                </a:extLst>
              </p:cNvPr>
              <p:cNvSpPr/>
              <p:nvPr/>
            </p:nvSpPr>
            <p:spPr>
              <a:xfrm>
                <a:off x="5741363" y="0"/>
                <a:ext cx="6450636" cy="2151062"/>
              </a:xfrm>
              <a:custGeom>
                <a:avLst/>
                <a:gdLst>
                  <a:gd name="connsiteX0" fmla="*/ 0 w 6450636"/>
                  <a:gd name="connsiteY0" fmla="*/ 2151063 h 2151062"/>
                  <a:gd name="connsiteX1" fmla="*/ 0 w 6450636"/>
                  <a:gd name="connsiteY1" fmla="*/ 1643380 h 2151062"/>
                  <a:gd name="connsiteX2" fmla="*/ 0 w 6450636"/>
                  <a:gd name="connsiteY2" fmla="*/ 1643380 h 2151062"/>
                  <a:gd name="connsiteX3" fmla="*/ 6450637 w 6450636"/>
                  <a:gd name="connsiteY3" fmla="*/ 0 h 2151062"/>
                  <a:gd name="connsiteX4" fmla="*/ 0 w 6450636"/>
                  <a:gd name="connsiteY4" fmla="*/ 2151063 h 2151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6" h="2151062">
                    <a:moveTo>
                      <a:pt x="0" y="2151063"/>
                    </a:moveTo>
                    <a:lnTo>
                      <a:pt x="0" y="1643380"/>
                    </a:lnTo>
                    <a:lnTo>
                      <a:pt x="0" y="1643380"/>
                    </a:lnTo>
                    <a:lnTo>
                      <a:pt x="6450637" y="0"/>
                    </a:lnTo>
                    <a:lnTo>
                      <a:pt x="0" y="2151063"/>
                    </a:lnTo>
                    <a:close/>
                  </a:path>
                </a:pathLst>
              </a:custGeom>
              <a:solidFill>
                <a:srgbClr val="FDAF25"/>
              </a:solidFill>
              <a:ln w="1687"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7F42512D-4A2B-C686-17DC-52467C8DC550}"/>
                  </a:ext>
                </a:extLst>
              </p:cNvPr>
              <p:cNvSpPr/>
              <p:nvPr/>
            </p:nvSpPr>
            <p:spPr>
              <a:xfrm>
                <a:off x="9693279" y="0"/>
                <a:ext cx="2498720" cy="6858000"/>
              </a:xfrm>
              <a:custGeom>
                <a:avLst/>
                <a:gdLst>
                  <a:gd name="connsiteX0" fmla="*/ 0 w 2498720"/>
                  <a:gd name="connsiteY0" fmla="*/ 6858000 h 6858000"/>
                  <a:gd name="connsiteX1" fmla="*/ 2498721 w 2498720"/>
                  <a:gd name="connsiteY1" fmla="*/ 0 h 6858000"/>
                  <a:gd name="connsiteX2" fmla="*/ 849946 w 2498720"/>
                  <a:gd name="connsiteY2" fmla="*/ 6858000 h 6858000"/>
                  <a:gd name="connsiteX3" fmla="*/ 0 w 249872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98720" h="6858000">
                    <a:moveTo>
                      <a:pt x="0" y="6858000"/>
                    </a:moveTo>
                    <a:lnTo>
                      <a:pt x="2498721" y="0"/>
                    </a:lnTo>
                    <a:lnTo>
                      <a:pt x="849946" y="6858000"/>
                    </a:lnTo>
                    <a:lnTo>
                      <a:pt x="0" y="6858000"/>
                    </a:lnTo>
                    <a:close/>
                  </a:path>
                </a:pathLst>
              </a:custGeom>
              <a:solidFill>
                <a:srgbClr val="188EE1"/>
              </a:solidFill>
              <a:ln w="1687"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CAFF5C48-A44A-A9D1-CCA8-DA3CD1FE5448}"/>
                  </a:ext>
                </a:extLst>
              </p:cNvPr>
              <p:cNvSpPr/>
              <p:nvPr/>
            </p:nvSpPr>
            <p:spPr>
              <a:xfrm>
                <a:off x="5741363" y="0"/>
                <a:ext cx="6450636" cy="5757545"/>
              </a:xfrm>
              <a:custGeom>
                <a:avLst/>
                <a:gdLst>
                  <a:gd name="connsiteX0" fmla="*/ 0 w 6450636"/>
                  <a:gd name="connsiteY0" fmla="*/ 5757545 h 5757545"/>
                  <a:gd name="connsiteX1" fmla="*/ 6450637 w 6450636"/>
                  <a:gd name="connsiteY1" fmla="*/ 0 h 5757545"/>
                  <a:gd name="connsiteX2" fmla="*/ 0 w 6450636"/>
                  <a:gd name="connsiteY2" fmla="*/ 4032885 h 5757545"/>
                  <a:gd name="connsiteX3" fmla="*/ 0 w 6450636"/>
                  <a:gd name="connsiteY3" fmla="*/ 5757545 h 5757545"/>
                </a:gdLst>
                <a:ahLst/>
                <a:cxnLst>
                  <a:cxn ang="0">
                    <a:pos x="connsiteX0" y="connsiteY0"/>
                  </a:cxn>
                  <a:cxn ang="0">
                    <a:pos x="connsiteX1" y="connsiteY1"/>
                  </a:cxn>
                  <a:cxn ang="0">
                    <a:pos x="connsiteX2" y="connsiteY2"/>
                  </a:cxn>
                  <a:cxn ang="0">
                    <a:pos x="connsiteX3" y="connsiteY3"/>
                  </a:cxn>
                </a:cxnLst>
                <a:rect l="l" t="t" r="r" b="b"/>
                <a:pathLst>
                  <a:path w="6450636" h="5757545">
                    <a:moveTo>
                      <a:pt x="0" y="5757545"/>
                    </a:moveTo>
                    <a:lnTo>
                      <a:pt x="6450637" y="0"/>
                    </a:lnTo>
                    <a:lnTo>
                      <a:pt x="0" y="4032885"/>
                    </a:lnTo>
                    <a:lnTo>
                      <a:pt x="0" y="5757545"/>
                    </a:lnTo>
                    <a:close/>
                  </a:path>
                </a:pathLst>
              </a:custGeom>
              <a:gradFill>
                <a:gsLst>
                  <a:gs pos="0">
                    <a:srgbClr val="87D400"/>
                  </a:gs>
                  <a:gs pos="22000">
                    <a:srgbClr val="83D200"/>
                  </a:gs>
                  <a:gs pos="81000">
                    <a:srgbClr val="69CA00"/>
                  </a:gs>
                </a:gsLst>
                <a:lin ang="2023233" scaled="1"/>
              </a:gradFill>
              <a:ln w="1687"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4CDBA68C-FA70-22B2-C709-3F6EF70E24D1}"/>
                  </a:ext>
                </a:extLst>
              </p:cNvPr>
              <p:cNvSpPr/>
              <p:nvPr/>
            </p:nvSpPr>
            <p:spPr>
              <a:xfrm>
                <a:off x="5741363" y="0"/>
                <a:ext cx="6450636" cy="6858000"/>
              </a:xfrm>
              <a:custGeom>
                <a:avLst/>
                <a:gdLst>
                  <a:gd name="connsiteX0" fmla="*/ 955356 w 6450636"/>
                  <a:gd name="connsiteY0" fmla="*/ 6858000 h 6858000"/>
                  <a:gd name="connsiteX1" fmla="*/ 6450637 w 6450636"/>
                  <a:gd name="connsiteY1" fmla="*/ 0 h 6858000"/>
                  <a:gd name="connsiteX2" fmla="*/ 0 w 6450636"/>
                  <a:gd name="connsiteY2" fmla="*/ 5757545 h 6858000"/>
                  <a:gd name="connsiteX3" fmla="*/ 0 w 6450636"/>
                  <a:gd name="connsiteY3" fmla="*/ 6858000 h 6858000"/>
                  <a:gd name="connsiteX4" fmla="*/ 955356 w 645063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0636" h="6858000">
                    <a:moveTo>
                      <a:pt x="955356" y="6858000"/>
                    </a:moveTo>
                    <a:lnTo>
                      <a:pt x="6450637" y="0"/>
                    </a:lnTo>
                    <a:lnTo>
                      <a:pt x="0" y="5757545"/>
                    </a:lnTo>
                    <a:lnTo>
                      <a:pt x="0" y="6858000"/>
                    </a:lnTo>
                    <a:lnTo>
                      <a:pt x="955356" y="6858000"/>
                    </a:lnTo>
                    <a:close/>
                  </a:path>
                </a:pathLst>
              </a:custGeom>
              <a:gradFill>
                <a:gsLst>
                  <a:gs pos="48000">
                    <a:srgbClr val="C6EB00"/>
                  </a:gs>
                  <a:gs pos="59000">
                    <a:srgbClr val="6BCA23"/>
                  </a:gs>
                  <a:gs pos="90000">
                    <a:srgbClr val="09A74A"/>
                  </a:gs>
                </a:gsLst>
                <a:lin ang="13670947" scaled="1"/>
              </a:gradFill>
              <a:ln w="1687"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77263580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divider +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26F4DAE-6FA9-F587-560D-0669A5EC086F}"/>
              </a:ext>
            </a:extLst>
          </p:cNvPr>
          <p:cNvSpPr/>
          <p:nvPr userDrawn="1"/>
        </p:nvSpPr>
        <p:spPr>
          <a:xfrm>
            <a:off x="5749636" y="0"/>
            <a:ext cx="6442364"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 name="Picture Placeholder 14">
            <a:extLst>
              <a:ext uri="{FF2B5EF4-FFF2-40B4-BE49-F238E27FC236}">
                <a16:creationId xmlns:a16="http://schemas.microsoft.com/office/drawing/2014/main" id="{3617F25B-C3B5-1DAC-669D-F0AAE4EADCF4}"/>
              </a:ext>
            </a:extLst>
          </p:cNvPr>
          <p:cNvSpPr>
            <a:spLocks noGrp="1"/>
          </p:cNvSpPr>
          <p:nvPr>
            <p:ph type="pic" sz="quarter" idx="17" hasCustomPrompt="1"/>
          </p:nvPr>
        </p:nvSpPr>
        <p:spPr>
          <a:xfrm>
            <a:off x="5749636" y="0"/>
            <a:ext cx="6442364" cy="6858000"/>
          </a:xfrm>
          <a:prstGeom prst="rect">
            <a:avLst/>
          </a:prstGeom>
          <a:solidFill>
            <a:schemeClr val="bg2">
              <a:lumMod val="10000"/>
              <a:lumOff val="90000"/>
            </a:schemeClr>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8" name="Text Placeholder 5">
            <a:extLst>
              <a:ext uri="{FF2B5EF4-FFF2-40B4-BE49-F238E27FC236}">
                <a16:creationId xmlns:a16="http://schemas.microsoft.com/office/drawing/2014/main" id="{D9616F50-FFFA-28DD-FAAC-BFE320B809C8}"/>
              </a:ext>
            </a:extLst>
          </p:cNvPr>
          <p:cNvSpPr>
            <a:spLocks noGrp="1"/>
          </p:cNvSpPr>
          <p:nvPr>
            <p:ph type="body" sz="quarter" idx="15" hasCustomPrompt="1"/>
          </p:nvPr>
        </p:nvSpPr>
        <p:spPr>
          <a:xfrm>
            <a:off x="379412" y="486751"/>
            <a:ext cx="780795" cy="483826"/>
          </a:xfrm>
          <a:prstGeom prst="rect">
            <a:avLst/>
          </a:prstGeom>
        </p:spPr>
        <p:txBody>
          <a:bodyPr lIns="0" tIns="0" rIns="0" bIns="0" anchor="b"/>
          <a:lstStyle>
            <a:lvl1pPr marL="0" indent="0">
              <a:lnSpc>
                <a:spcPct val="100000"/>
              </a:lnSpc>
              <a:spcBef>
                <a:spcPts val="0"/>
              </a:spcBef>
              <a:buNone/>
              <a:defRPr sz="2400" b="0" i="0">
                <a:solidFill>
                  <a:schemeClr val="tx1"/>
                </a:solidFill>
                <a:latin typeface="+mj-lt"/>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02</a:t>
            </a:r>
          </a:p>
        </p:txBody>
      </p:sp>
      <p:sp>
        <p:nvSpPr>
          <p:cNvPr id="9" name="Title 6">
            <a:extLst>
              <a:ext uri="{FF2B5EF4-FFF2-40B4-BE49-F238E27FC236}">
                <a16:creationId xmlns:a16="http://schemas.microsoft.com/office/drawing/2014/main" id="{7AFE2D78-CAEC-0B0E-1654-64661C5FBC81}"/>
              </a:ext>
            </a:extLst>
          </p:cNvPr>
          <p:cNvSpPr>
            <a:spLocks noGrp="1"/>
          </p:cNvSpPr>
          <p:nvPr>
            <p:ph type="title" hasCustomPrompt="1"/>
          </p:nvPr>
        </p:nvSpPr>
        <p:spPr>
          <a:xfrm>
            <a:off x="379412" y="1828800"/>
            <a:ext cx="4230687" cy="2374900"/>
          </a:xfrm>
          <a:prstGeom prst="rect">
            <a:avLst/>
          </a:prstGeom>
        </p:spPr>
        <p:txBody>
          <a:bodyPr lIns="0" tIns="0" rIns="0" bIns="0" anchor="b"/>
          <a:lstStyle>
            <a:lvl1pPr>
              <a:lnSpc>
                <a:spcPct val="100000"/>
              </a:lnSpc>
              <a:defRPr lang="en-US" sz="3600" b="0" i="0" kern="1200" dirty="0">
                <a:solidFill>
                  <a:schemeClr val="tx2"/>
                </a:solidFill>
                <a:latin typeface="Poppins SemiBold" pitchFamily="2" charset="77"/>
                <a:ea typeface="+mn-ea"/>
                <a:cs typeface="Poppins SemiBold" pitchFamily="2" charset="77"/>
              </a:defRPr>
            </a:lvl1pPr>
          </a:lstStyle>
          <a:p>
            <a:r>
              <a:rPr lang="en-US"/>
              <a:t>Section divider header goes here</a:t>
            </a:r>
          </a:p>
        </p:txBody>
      </p:sp>
      <p:sp>
        <p:nvSpPr>
          <p:cNvPr id="10" name="Text Placeholder 5">
            <a:extLst>
              <a:ext uri="{FF2B5EF4-FFF2-40B4-BE49-F238E27FC236}">
                <a16:creationId xmlns:a16="http://schemas.microsoft.com/office/drawing/2014/main" id="{B266D53C-CFF6-8F3E-0319-03AABB6E579F}"/>
              </a:ext>
            </a:extLst>
          </p:cNvPr>
          <p:cNvSpPr>
            <a:spLocks noGrp="1"/>
          </p:cNvSpPr>
          <p:nvPr>
            <p:ph type="body" sz="quarter" idx="11" hasCustomPrompt="1"/>
          </p:nvPr>
        </p:nvSpPr>
        <p:spPr>
          <a:xfrm>
            <a:off x="379412" y="4504637"/>
            <a:ext cx="4230687" cy="847619"/>
          </a:xfrm>
          <a:prstGeom prst="rect">
            <a:avLst/>
          </a:prstGeom>
        </p:spPr>
        <p:txBody>
          <a:bodyPr lIns="0" tIns="0" rIns="0" bIns="0" anchor="t"/>
          <a:lstStyle>
            <a:lvl1pPr marL="0" indent="0">
              <a:lnSpc>
                <a:spcPct val="100000"/>
              </a:lnSpc>
              <a:spcBef>
                <a:spcPts val="0"/>
              </a:spcBef>
              <a:buNone/>
              <a:defRPr sz="2400" b="0" i="0">
                <a:solidFill>
                  <a:schemeClr val="tx1"/>
                </a:solidFill>
                <a:latin typeface="Poppins" panose="00000500000000000000" pitchFamily="2" charset="0"/>
                <a:cs typeface="Poppins" panose="00000500000000000000" pitchFamily="2"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a:t>Secondary header</a:t>
            </a:r>
          </a:p>
        </p:txBody>
      </p:sp>
    </p:spTree>
    <p:extLst>
      <p:ext uri="{BB962C8B-B14F-4D97-AF65-F5344CB8AC3E}">
        <p14:creationId xmlns:p14="http://schemas.microsoft.com/office/powerpoint/2010/main" val="2524780367"/>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9B762FB-EC77-2CB7-44E6-7F109E56AA9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1"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2" name="Footer Placeholder 7">
            <a:extLst>
              <a:ext uri="{FF2B5EF4-FFF2-40B4-BE49-F238E27FC236}">
                <a16:creationId xmlns:a16="http://schemas.microsoft.com/office/drawing/2014/main" id="{5639739A-31D0-FE65-C933-0C49124C4BE9}"/>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361418564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150938"/>
            <a:ext cx="11433175"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3" name="Footer Placeholder 7">
            <a:extLst>
              <a:ext uri="{FF2B5EF4-FFF2-40B4-BE49-F238E27FC236}">
                <a16:creationId xmlns:a16="http://schemas.microsoft.com/office/drawing/2014/main" id="{3B4A12A3-E68B-B5F9-ECD4-384E6D7D581B}"/>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315027411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 2x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150938"/>
            <a:ext cx="5513653"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25E3DC5B-DB8B-F580-C6F7-C94D37812CA6}"/>
              </a:ext>
            </a:extLst>
          </p:cNvPr>
          <p:cNvSpPr>
            <a:spLocks noGrp="1"/>
          </p:cNvSpPr>
          <p:nvPr>
            <p:ph type="body" sz="quarter" idx="15" hasCustomPrompt="1"/>
          </p:nvPr>
        </p:nvSpPr>
        <p:spPr>
          <a:xfrm>
            <a:off x="6288894" y="1150938"/>
            <a:ext cx="5513653" cy="478155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6777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11" name="Footer Placeholder 4">
            <a:extLst>
              <a:ext uri="{FF2B5EF4-FFF2-40B4-BE49-F238E27FC236}">
                <a16:creationId xmlns:a16="http://schemas.microsoft.com/office/drawing/2014/main" id="{26182BEF-2AF4-4343-1BA4-64A2C8E1A617}"/>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418469919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3" name="Text Placeholder 14">
            <a:extLst>
              <a:ext uri="{FF2B5EF4-FFF2-40B4-BE49-F238E27FC236}">
                <a16:creationId xmlns:a16="http://schemas.microsoft.com/office/drawing/2014/main" id="{0F1C6B1E-C608-FC8D-A582-DC3E5628342F}"/>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5" name="Title 2">
            <a:extLst>
              <a:ext uri="{FF2B5EF4-FFF2-40B4-BE49-F238E27FC236}">
                <a16:creationId xmlns:a16="http://schemas.microsoft.com/office/drawing/2014/main" id="{0F7DBDFB-B1CE-5E8E-F55C-5F56AF0CE3E2}"/>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First line title of slide goes here</a:t>
            </a:r>
          </a:p>
        </p:txBody>
      </p:sp>
      <p:sp>
        <p:nvSpPr>
          <p:cNvPr id="4" name="Footer Placeholder 7">
            <a:extLst>
              <a:ext uri="{FF2B5EF4-FFF2-40B4-BE49-F238E27FC236}">
                <a16:creationId xmlns:a16="http://schemas.microsoft.com/office/drawing/2014/main" id="{EAF38828-6081-4C3A-2DD3-B22FC328054E}"/>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704677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8E9DF2FD-8939-B595-5D9D-F404E5575659}"/>
              </a:ext>
            </a:extLst>
          </p:cNvPr>
          <p:cNvSpPr>
            <a:spLocks noGrp="1"/>
          </p:cNvSpPr>
          <p:nvPr>
            <p:ph type="body" sz="quarter" idx="14" hasCustomPrompt="1"/>
          </p:nvPr>
        </p:nvSpPr>
        <p:spPr>
          <a:xfrm>
            <a:off x="379413" y="1405218"/>
            <a:ext cx="11433175"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1"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3" name="Text Placeholder 14">
            <a:extLst>
              <a:ext uri="{FF2B5EF4-FFF2-40B4-BE49-F238E27FC236}">
                <a16:creationId xmlns:a16="http://schemas.microsoft.com/office/drawing/2014/main" id="{CA751461-EDE6-6A69-28E3-7DE3B1F28936}"/>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4" name="Footer Placeholder 7">
            <a:extLst>
              <a:ext uri="{FF2B5EF4-FFF2-40B4-BE49-F238E27FC236}">
                <a16:creationId xmlns:a16="http://schemas.microsoft.com/office/drawing/2014/main" id="{2A855893-2639-83FD-38A0-E8FDCF1A6AE2}"/>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277333806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 sub + 2x text">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0403CA76-C645-B9AC-7B46-CD595E660226}"/>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2"/>
                </a:solidFill>
                <a:latin typeface="Poppins SemiBold" pitchFamily="2" charset="77"/>
                <a:ea typeface="+mn-ea"/>
                <a:cs typeface="Poppins SemiBold" pitchFamily="2" charset="77"/>
              </a:defRPr>
            </a:lvl1pPr>
          </a:lstStyle>
          <a:p>
            <a:r>
              <a:rPr lang="en-US"/>
              <a:t>Title of slide goes here</a:t>
            </a:r>
          </a:p>
        </p:txBody>
      </p:sp>
      <p:sp>
        <p:nvSpPr>
          <p:cNvPr id="3" name="Text Placeholder 14">
            <a:extLst>
              <a:ext uri="{FF2B5EF4-FFF2-40B4-BE49-F238E27FC236}">
                <a16:creationId xmlns:a16="http://schemas.microsoft.com/office/drawing/2014/main" id="{CA751461-EDE6-6A69-28E3-7DE3B1F28936}"/>
              </a:ext>
            </a:extLst>
          </p:cNvPr>
          <p:cNvSpPr>
            <a:spLocks noGrp="1"/>
          </p:cNvSpPr>
          <p:nvPr>
            <p:ph type="body" sz="quarter" idx="13" hasCustomPrompt="1"/>
          </p:nvPr>
        </p:nvSpPr>
        <p:spPr>
          <a:xfrm>
            <a:off x="379412" y="806825"/>
            <a:ext cx="11432485" cy="446442"/>
          </a:xfrm>
          <a:prstGeom prst="rect">
            <a:avLst/>
          </a:prstGeom>
        </p:spPr>
        <p:txBody>
          <a:bodyPr lIns="0" tIns="0" rIns="0" bIns="0" anchor="t">
            <a:normAutofit/>
          </a:bodyPr>
          <a:lstStyle>
            <a:lvl1pPr marL="0" indent="0">
              <a:lnSpc>
                <a:spcPct val="100000"/>
              </a:lnSpc>
              <a:spcBef>
                <a:spcPts val="0"/>
              </a:spcBef>
              <a:buNone/>
              <a:defRPr sz="1800" b="0" i="0">
                <a:solidFill>
                  <a:schemeClr val="tx2"/>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 line subtitle of slide goes here</a:t>
            </a:r>
          </a:p>
        </p:txBody>
      </p:sp>
      <p:sp>
        <p:nvSpPr>
          <p:cNvPr id="6" name="Footer Placeholder 4">
            <a:extLst>
              <a:ext uri="{FF2B5EF4-FFF2-40B4-BE49-F238E27FC236}">
                <a16:creationId xmlns:a16="http://schemas.microsoft.com/office/drawing/2014/main" id="{6951A046-90B1-093D-5147-C0959CBAD27F}"/>
              </a:ext>
            </a:extLst>
          </p:cNvPr>
          <p:cNvSpPr>
            <a:spLocks noGrp="1"/>
          </p:cNvSpPr>
          <p:nvPr>
            <p:ph type="ftr" sz="quarter" idx="3"/>
          </p:nvPr>
        </p:nvSpPr>
        <p:spPr>
          <a:xfrm>
            <a:off x="2206358" y="6229256"/>
            <a:ext cx="9605538" cy="365125"/>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
        <p:nvSpPr>
          <p:cNvPr id="5" name="Text Placeholder 7">
            <a:extLst>
              <a:ext uri="{FF2B5EF4-FFF2-40B4-BE49-F238E27FC236}">
                <a16:creationId xmlns:a16="http://schemas.microsoft.com/office/drawing/2014/main" id="{EBF11EB8-7A1F-80B9-D1A1-0AC5F9847335}"/>
              </a:ext>
            </a:extLst>
          </p:cNvPr>
          <p:cNvSpPr>
            <a:spLocks noGrp="1"/>
          </p:cNvSpPr>
          <p:nvPr>
            <p:ph type="body" sz="quarter" idx="16" hasCustomPrompt="1"/>
          </p:nvPr>
        </p:nvSpPr>
        <p:spPr>
          <a:xfrm>
            <a:off x="379413" y="1405218"/>
            <a:ext cx="5513653"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7" name="Text Placeholder 7">
            <a:extLst>
              <a:ext uri="{FF2B5EF4-FFF2-40B4-BE49-F238E27FC236}">
                <a16:creationId xmlns:a16="http://schemas.microsoft.com/office/drawing/2014/main" id="{6962A772-2113-8339-BB9E-94B3A2D1B641}"/>
              </a:ext>
            </a:extLst>
          </p:cNvPr>
          <p:cNvSpPr>
            <a:spLocks noGrp="1"/>
          </p:cNvSpPr>
          <p:nvPr>
            <p:ph type="body" sz="quarter" idx="17" hasCustomPrompt="1"/>
          </p:nvPr>
        </p:nvSpPr>
        <p:spPr>
          <a:xfrm>
            <a:off x="6288894" y="1405218"/>
            <a:ext cx="5513653" cy="4527270"/>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084974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7">
            <a:extLst>
              <a:ext uri="{FF2B5EF4-FFF2-40B4-BE49-F238E27FC236}">
                <a16:creationId xmlns:a16="http://schemas.microsoft.com/office/drawing/2014/main" id="{CB64443A-120A-C698-0B12-196C4D589880}"/>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425899318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78025A-AB06-6766-72ED-7AB54A2FC637}"/>
              </a:ext>
            </a:extLst>
          </p:cNvPr>
          <p:cNvSpPr/>
          <p:nvPr userDrawn="1"/>
        </p:nvSpPr>
        <p:spPr>
          <a:xfrm>
            <a:off x="1" y="0"/>
            <a:ext cx="6095999"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8" name="Text Placeholder 14">
            <a:extLst>
              <a:ext uri="{FF2B5EF4-FFF2-40B4-BE49-F238E27FC236}">
                <a16:creationId xmlns:a16="http://schemas.microsoft.com/office/drawing/2014/main" id="{DB2D6F07-9B0E-549D-BBFE-AA93E1F032D0}"/>
              </a:ext>
            </a:extLst>
          </p:cNvPr>
          <p:cNvSpPr>
            <a:spLocks noGrp="1"/>
          </p:cNvSpPr>
          <p:nvPr>
            <p:ph type="body" sz="quarter" idx="13" hasCustomPrompt="1"/>
          </p:nvPr>
        </p:nvSpPr>
        <p:spPr>
          <a:xfrm>
            <a:off x="671734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9" name="Title 4">
            <a:extLst>
              <a:ext uri="{FF2B5EF4-FFF2-40B4-BE49-F238E27FC236}">
                <a16:creationId xmlns:a16="http://schemas.microsoft.com/office/drawing/2014/main" id="{1FFD9AB6-FF46-01F9-652C-2D9FC9D156BF}"/>
              </a:ext>
            </a:extLst>
          </p:cNvPr>
          <p:cNvSpPr>
            <a:spLocks noGrp="1"/>
          </p:cNvSpPr>
          <p:nvPr>
            <p:ph type="title" hasCustomPrompt="1"/>
          </p:nvPr>
        </p:nvSpPr>
        <p:spPr>
          <a:xfrm>
            <a:off x="6703204" y="1786952"/>
            <a:ext cx="5040860" cy="483934"/>
          </a:xfrm>
          <a:prstGeom prst="rect">
            <a:avLst/>
          </a:prstGeom>
        </p:spPr>
        <p:txBody>
          <a:bodyPr lIns="0" tIns="0" rIns="0" bIns="0" anchor="b"/>
          <a:lstStyle>
            <a:lvl1pPr>
              <a:lnSpc>
                <a:spcPct val="100000"/>
              </a:lnSpc>
              <a:defRPr sz="2800" b="0"/>
            </a:lvl1pPr>
          </a:lstStyle>
          <a:p>
            <a:r>
              <a:rPr lang="en-US"/>
              <a:t>Agenda</a:t>
            </a:r>
          </a:p>
        </p:txBody>
      </p:sp>
      <p:sp>
        <p:nvSpPr>
          <p:cNvPr id="11" name="Text Placeholder 7">
            <a:extLst>
              <a:ext uri="{FF2B5EF4-FFF2-40B4-BE49-F238E27FC236}">
                <a16:creationId xmlns:a16="http://schemas.microsoft.com/office/drawing/2014/main" id="{1228EF09-8E57-C2CC-B793-565FED72C0DA}"/>
              </a:ext>
            </a:extLst>
          </p:cNvPr>
          <p:cNvSpPr>
            <a:spLocks noGrp="1"/>
          </p:cNvSpPr>
          <p:nvPr>
            <p:ph type="body" sz="quarter" idx="14" hasCustomPrompt="1"/>
          </p:nvPr>
        </p:nvSpPr>
        <p:spPr>
          <a:xfrm>
            <a:off x="6696543" y="2667156"/>
            <a:ext cx="5066587" cy="3038213"/>
          </a:xfrm>
          <a:prstGeom prst="rect">
            <a:avLst/>
          </a:prstGeom>
        </p:spPr>
        <p:txBody>
          <a:bodyPr lIns="0" tIns="0" rIns="0" bIns="0">
            <a:normAutofit/>
          </a:bodyPr>
          <a:lstStyle>
            <a:lvl1pPr marL="0" indent="0">
              <a:lnSpc>
                <a:spcPct val="110000"/>
              </a:lnSpc>
              <a:spcBef>
                <a:spcPts val="1200"/>
              </a:spcBef>
              <a:buFontTx/>
              <a:buNone/>
              <a:defRPr sz="1800">
                <a:latin typeface="Poppins" panose="00000500000000000000" pitchFamily="2" charset="0"/>
                <a:cs typeface="Poppins" panose="00000500000000000000" pitchFamily="2" charset="0"/>
              </a:defRPr>
            </a:lvl1pPr>
            <a:lvl2pPr marL="171450" indent="0">
              <a:lnSpc>
                <a:spcPct val="110000"/>
              </a:lnSpc>
              <a:spcBef>
                <a:spcPts val="1200"/>
              </a:spcBef>
              <a:buFontTx/>
              <a:buNone/>
              <a:defRPr sz="1600">
                <a:latin typeface="Poppins" panose="00000500000000000000" pitchFamily="2" charset="0"/>
                <a:cs typeface="Poppins" panose="00000500000000000000" pitchFamily="2" charset="0"/>
              </a:defRPr>
            </a:lvl2pPr>
            <a:lvl3pPr marL="344488" indent="0">
              <a:lnSpc>
                <a:spcPct val="110000"/>
              </a:lnSpc>
              <a:spcBef>
                <a:spcPts val="1200"/>
              </a:spcBef>
              <a:buFontTx/>
              <a:buNone/>
              <a:defRPr sz="1400">
                <a:latin typeface="Poppins" panose="00000500000000000000" pitchFamily="2" charset="0"/>
                <a:cs typeface="Poppins" panose="00000500000000000000" pitchFamily="2" charset="0"/>
              </a:defRPr>
            </a:lvl3pPr>
            <a:lvl4pPr marL="515937" indent="0">
              <a:lnSpc>
                <a:spcPct val="110000"/>
              </a:lnSpc>
              <a:spcBef>
                <a:spcPts val="1200"/>
              </a:spcBef>
              <a:buFontTx/>
              <a:buNone/>
              <a:defRPr sz="1200">
                <a:latin typeface="Poppins" panose="00000500000000000000" pitchFamily="2" charset="0"/>
                <a:cs typeface="Poppins" panose="00000500000000000000" pitchFamily="2" charset="0"/>
              </a:defRPr>
            </a:lvl4pPr>
            <a:lvl5pPr marL="688975" indent="0">
              <a:lnSpc>
                <a:spcPct val="110000"/>
              </a:lnSpc>
              <a:spcBef>
                <a:spcPts val="1200"/>
              </a:spcBef>
              <a:buFontTx/>
              <a:buNone/>
              <a:defRPr sz="1000">
                <a:latin typeface="Poppins" panose="00000500000000000000" pitchFamily="2" charset="0"/>
                <a:cs typeface="Poppins" panose="00000500000000000000" pitchFamily="2" charset="0"/>
              </a:defRPr>
            </a:lvl5pPr>
          </a:lstStyle>
          <a:p>
            <a:r>
              <a:rPr lang="en-US"/>
              <a:t>First line item here</a:t>
            </a:r>
          </a:p>
          <a:p>
            <a:r>
              <a:rPr lang="en-US"/>
              <a:t>Second line item here</a:t>
            </a:r>
          </a:p>
          <a:p>
            <a:r>
              <a:rPr lang="en-US"/>
              <a:t>Third line item here</a:t>
            </a:r>
          </a:p>
          <a:p>
            <a:r>
              <a:rPr lang="en-US"/>
              <a:t>Fourth line item here</a:t>
            </a:r>
          </a:p>
          <a:p>
            <a:r>
              <a:rPr lang="en-US"/>
              <a:t>Fifth line item here</a:t>
            </a:r>
          </a:p>
          <a:p>
            <a:r>
              <a:rPr lang="en-US"/>
              <a:t>Sixth line item here</a:t>
            </a:r>
          </a:p>
        </p:txBody>
      </p:sp>
      <p:sp>
        <p:nvSpPr>
          <p:cNvPr id="13" name="Text Placeholder 5">
            <a:extLst>
              <a:ext uri="{FF2B5EF4-FFF2-40B4-BE49-F238E27FC236}">
                <a16:creationId xmlns:a16="http://schemas.microsoft.com/office/drawing/2014/main" id="{026CF5C1-649B-88BF-6A75-227309B989C3}"/>
              </a:ext>
            </a:extLst>
          </p:cNvPr>
          <p:cNvSpPr txBox="1">
            <a:spLocks/>
          </p:cNvSpPr>
          <p:nvPr userDrawn="1"/>
        </p:nvSpPr>
        <p:spPr>
          <a:xfrm>
            <a:off x="6917179"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lumMod val="75000"/>
                  </a:schemeClr>
                </a:solidFill>
                <a:latin typeface="Poppins SemiBold" pitchFamily="2" charset="77"/>
                <a:cs typeface="Poppins SemiBold" pitchFamily="2" charset="77"/>
              </a:rPr>
              <a:t>|  NXP  |  </a:t>
            </a:r>
            <a:r>
              <a:rPr lang="en-GB">
                <a:solidFill>
                  <a:schemeClr val="tx1">
                    <a:lumMod val="75000"/>
                  </a:schemeClr>
                </a:solidFill>
                <a:latin typeface="Poppins" panose="00000500000000000000" pitchFamily="2" charset="0"/>
                <a:cs typeface="Poppins" panose="00000500000000000000" pitchFamily="2" charset="0"/>
              </a:rPr>
              <a:t>Public</a:t>
            </a:r>
          </a:p>
        </p:txBody>
      </p:sp>
      <p:sp>
        <p:nvSpPr>
          <p:cNvPr id="14" name="Text Placeholder 5">
            <a:extLst>
              <a:ext uri="{FF2B5EF4-FFF2-40B4-BE49-F238E27FC236}">
                <a16:creationId xmlns:a16="http://schemas.microsoft.com/office/drawing/2014/main" id="{CA99A06D-BAB2-8CCE-BFE3-23F117AD327D}"/>
              </a:ext>
            </a:extLst>
          </p:cNvPr>
          <p:cNvSpPr txBox="1">
            <a:spLocks/>
          </p:cNvSpPr>
          <p:nvPr userDrawn="1"/>
        </p:nvSpPr>
        <p:spPr>
          <a:xfrm>
            <a:off x="6696543"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lumMod val="75000"/>
                  </a:schemeClr>
                </a:solidFill>
                <a:latin typeface="Poppins" panose="00000500000000000000" pitchFamily="2" charset="0"/>
                <a:cs typeface="Poppins" panose="00000500000000000000" pitchFamily="2" charset="0"/>
              </a:rPr>
              <a:t>‹#›</a:t>
            </a:fld>
            <a:endParaRPr lang="en-GB">
              <a:solidFill>
                <a:schemeClr val="tx1">
                  <a:lumMod val="75000"/>
                </a:schemeClr>
              </a:solidFill>
              <a:latin typeface="Poppins" panose="00000500000000000000" pitchFamily="2" charset="0"/>
              <a:cs typeface="Poppins" panose="00000500000000000000" pitchFamily="2" charset="0"/>
            </a:endParaRPr>
          </a:p>
        </p:txBody>
      </p:sp>
      <p:sp>
        <p:nvSpPr>
          <p:cNvPr id="15" name="Rectangle: Rounded Corners 14">
            <a:extLst>
              <a:ext uri="{FF2B5EF4-FFF2-40B4-BE49-F238E27FC236}">
                <a16:creationId xmlns:a16="http://schemas.microsoft.com/office/drawing/2014/main" id="{2DBCD6A5-3544-1C5F-3D4D-230ED5EF936C}"/>
              </a:ext>
            </a:extLst>
          </p:cNvPr>
          <p:cNvSpPr/>
          <p:nvPr userDrawn="1"/>
        </p:nvSpPr>
        <p:spPr>
          <a:xfrm rot="5400000" flipH="1">
            <a:off x="9191467" y="-51409"/>
            <a:ext cx="47869" cy="5040861"/>
          </a:xfrm>
          <a:prstGeom prst="roundRect">
            <a:avLst>
              <a:gd name="adj" fmla="val 50000"/>
            </a:avLst>
          </a:prstGeom>
          <a:gradFill flip="none" rotWithShape="1">
            <a:gsLst>
              <a:gs pos="0">
                <a:schemeClr val="accent1"/>
              </a:gs>
              <a:gs pos="50000">
                <a:schemeClr val="accent3"/>
              </a:gs>
              <a:gs pos="85000">
                <a:schemeClr val="accent4"/>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6" name="Picture Placeholder 7">
            <a:extLst>
              <a:ext uri="{FF2B5EF4-FFF2-40B4-BE49-F238E27FC236}">
                <a16:creationId xmlns:a16="http://schemas.microsoft.com/office/drawing/2014/main" id="{2A42E699-C892-2CB8-E3D4-0CE9521EA926}"/>
              </a:ext>
            </a:extLst>
          </p:cNvPr>
          <p:cNvSpPr>
            <a:spLocks noGrp="1"/>
          </p:cNvSpPr>
          <p:nvPr>
            <p:ph type="pic" sz="quarter" idx="25" hasCustomPrompt="1"/>
          </p:nvPr>
        </p:nvSpPr>
        <p:spPr>
          <a:xfrm>
            <a:off x="1" y="0"/>
            <a:ext cx="6095999" cy="6858000"/>
          </a:xfrm>
          <a:prstGeom prst="rect">
            <a:avLst/>
          </a:prstGeom>
          <a:solidFill>
            <a:schemeClr val="bg2">
              <a:lumMod val="10000"/>
              <a:lumOff val="90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Tree>
    <p:extLst>
      <p:ext uri="{BB962C8B-B14F-4D97-AF65-F5344CB8AC3E}">
        <p14:creationId xmlns:p14="http://schemas.microsoft.com/office/powerpoint/2010/main" val="4021384988"/>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 3 column">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4C5309F-0EB8-12D7-C5F0-0B3DD3A087E9}"/>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1"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3" name="Text Placeholder 7">
            <a:extLst>
              <a:ext uri="{FF2B5EF4-FFF2-40B4-BE49-F238E27FC236}">
                <a16:creationId xmlns:a16="http://schemas.microsoft.com/office/drawing/2014/main" id="{59757A7F-A06F-BD29-B262-6E60E244B09B}"/>
              </a:ext>
            </a:extLst>
          </p:cNvPr>
          <p:cNvSpPr>
            <a:spLocks noGrp="1"/>
          </p:cNvSpPr>
          <p:nvPr>
            <p:ph type="body" sz="quarter" idx="14" hasCustomPrompt="1"/>
          </p:nvPr>
        </p:nvSpPr>
        <p:spPr>
          <a:xfrm>
            <a:off x="491330"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830F607D-A85B-7100-34BB-D854B9E85D3C}"/>
              </a:ext>
            </a:extLst>
          </p:cNvPr>
          <p:cNvSpPr>
            <a:spLocks noGrp="1"/>
          </p:cNvSpPr>
          <p:nvPr>
            <p:ph type="body" sz="quarter" idx="15" hasCustomPrompt="1"/>
          </p:nvPr>
        </p:nvSpPr>
        <p:spPr>
          <a:xfrm>
            <a:off x="379410" y="1121135"/>
            <a:ext cx="3748695" cy="707666"/>
          </a:xfrm>
          <a:prstGeom prst="rect">
            <a:avLst/>
          </a:prstGeom>
          <a:solidFill>
            <a:schemeClr val="bg1">
              <a:lumMod val="85000"/>
              <a:lumOff val="15000"/>
            </a:schemeClr>
          </a:solid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6" name="Text Placeholder 7">
            <a:extLst>
              <a:ext uri="{FF2B5EF4-FFF2-40B4-BE49-F238E27FC236}">
                <a16:creationId xmlns:a16="http://schemas.microsoft.com/office/drawing/2014/main" id="{255DF262-18AB-6874-1D10-A93587E94B36}"/>
              </a:ext>
            </a:extLst>
          </p:cNvPr>
          <p:cNvSpPr>
            <a:spLocks noGrp="1"/>
          </p:cNvSpPr>
          <p:nvPr>
            <p:ph type="body" sz="quarter" idx="16" hasCustomPrompt="1"/>
          </p:nvPr>
        </p:nvSpPr>
        <p:spPr>
          <a:xfrm>
            <a:off x="4219890" y="1121135"/>
            <a:ext cx="3748695" cy="707666"/>
          </a:xfrm>
          <a:prstGeom prst="rect">
            <a:avLst/>
          </a:prstGeom>
          <a:solidFill>
            <a:schemeClr val="bg1">
              <a:lumMod val="85000"/>
              <a:lumOff val="15000"/>
            </a:schemeClr>
          </a:solid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7" name="Text Placeholder 7">
            <a:extLst>
              <a:ext uri="{FF2B5EF4-FFF2-40B4-BE49-F238E27FC236}">
                <a16:creationId xmlns:a16="http://schemas.microsoft.com/office/drawing/2014/main" id="{642AF305-B078-622A-386E-B7208B044456}"/>
              </a:ext>
            </a:extLst>
          </p:cNvPr>
          <p:cNvSpPr>
            <a:spLocks noGrp="1"/>
          </p:cNvSpPr>
          <p:nvPr>
            <p:ph type="body" sz="quarter" idx="17" hasCustomPrompt="1"/>
          </p:nvPr>
        </p:nvSpPr>
        <p:spPr>
          <a:xfrm>
            <a:off x="8060369" y="1121135"/>
            <a:ext cx="3751526" cy="707666"/>
          </a:xfrm>
          <a:prstGeom prst="rect">
            <a:avLst/>
          </a:prstGeom>
          <a:solidFill>
            <a:schemeClr val="bg1">
              <a:lumMod val="85000"/>
              <a:lumOff val="15000"/>
            </a:schemeClr>
          </a:solid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Poppins" panose="00000500000000000000" pitchFamily="2" charset="0"/>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heading here</a:t>
            </a:r>
            <a:br>
              <a:rPr lang="en-US"/>
            </a:br>
            <a:r>
              <a:rPr lang="en-US"/>
              <a:t>+ choose a color fill</a:t>
            </a:r>
          </a:p>
        </p:txBody>
      </p:sp>
      <p:sp>
        <p:nvSpPr>
          <p:cNvPr id="9" name="Text Placeholder 7">
            <a:extLst>
              <a:ext uri="{FF2B5EF4-FFF2-40B4-BE49-F238E27FC236}">
                <a16:creationId xmlns:a16="http://schemas.microsoft.com/office/drawing/2014/main" id="{B6F36683-D877-58F5-F47A-1992BE7489F0}"/>
              </a:ext>
            </a:extLst>
          </p:cNvPr>
          <p:cNvSpPr>
            <a:spLocks noGrp="1"/>
          </p:cNvSpPr>
          <p:nvPr>
            <p:ph type="body" sz="quarter" idx="18" hasCustomPrompt="1"/>
          </p:nvPr>
        </p:nvSpPr>
        <p:spPr>
          <a:xfrm>
            <a:off x="4340178"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9BD7C3C5-FB5F-DD84-5D21-842EBC55A8EE}"/>
              </a:ext>
            </a:extLst>
          </p:cNvPr>
          <p:cNvSpPr>
            <a:spLocks noGrp="1"/>
          </p:cNvSpPr>
          <p:nvPr>
            <p:ph type="body" sz="quarter" idx="19" hasCustomPrompt="1"/>
          </p:nvPr>
        </p:nvSpPr>
        <p:spPr>
          <a:xfrm>
            <a:off x="8171097" y="2099144"/>
            <a:ext cx="3524856" cy="3833344"/>
          </a:xfrm>
          <a:prstGeom prst="rect">
            <a:avLst/>
          </a:prstGeom>
        </p:spPr>
        <p:txBody>
          <a:bodyPr lIns="0" tIns="0" rIns="0" bIns="0">
            <a:normAutofit/>
          </a:bodyPr>
          <a:lstStyle>
            <a:lvl1pPr marL="171450" indent="-171450">
              <a:lnSpc>
                <a:spcPct val="100000"/>
              </a:lnSpc>
              <a:spcBef>
                <a:spcPts val="12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12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515938" indent="-171450">
              <a:lnSpc>
                <a:spcPct val="100000"/>
              </a:lnSpc>
              <a:spcBef>
                <a:spcPts val="1200"/>
              </a:spcBef>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7">
            <a:extLst>
              <a:ext uri="{FF2B5EF4-FFF2-40B4-BE49-F238E27FC236}">
                <a16:creationId xmlns:a16="http://schemas.microsoft.com/office/drawing/2014/main" id="{86BDD1E7-6359-07B6-A6A3-4F56BC2F4343}"/>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346224303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 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
        <p:nvSpPr>
          <p:cNvPr id="10" name="Text Placeholder 7">
            <a:extLst>
              <a:ext uri="{FF2B5EF4-FFF2-40B4-BE49-F238E27FC236}">
                <a16:creationId xmlns:a16="http://schemas.microsoft.com/office/drawing/2014/main" id="{D74848F8-E106-DDD2-2B4E-1E83F71E4058}"/>
              </a:ext>
            </a:extLst>
          </p:cNvPr>
          <p:cNvSpPr>
            <a:spLocks noGrp="1"/>
          </p:cNvSpPr>
          <p:nvPr>
            <p:ph type="body" sz="quarter" idx="21" hasCustomPrompt="1"/>
          </p:nvPr>
        </p:nvSpPr>
        <p:spPr>
          <a:xfrm>
            <a:off x="624088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1" name="Text Placeholder 7">
            <a:extLst>
              <a:ext uri="{FF2B5EF4-FFF2-40B4-BE49-F238E27FC236}">
                <a16:creationId xmlns:a16="http://schemas.microsoft.com/office/drawing/2014/main" id="{5FB6DB77-125E-F4A2-A6C8-9D929889E900}"/>
              </a:ext>
            </a:extLst>
          </p:cNvPr>
          <p:cNvSpPr>
            <a:spLocks noGrp="1"/>
          </p:cNvSpPr>
          <p:nvPr>
            <p:ph type="body" sz="quarter" idx="22" hasCustomPrompt="1"/>
          </p:nvPr>
        </p:nvSpPr>
        <p:spPr>
          <a:xfrm>
            <a:off x="6240882" y="1121135"/>
            <a:ext cx="5571014" cy="441534"/>
          </a:xfrm>
          <a:prstGeom prst="rect">
            <a:avLst/>
          </a:prstGeom>
          <a:no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12" name="Chart Placeholder 6">
            <a:extLst>
              <a:ext uri="{FF2B5EF4-FFF2-40B4-BE49-F238E27FC236}">
                <a16:creationId xmlns:a16="http://schemas.microsoft.com/office/drawing/2014/main" id="{47E510F8-1884-7FDB-123C-B6CCC93CB216}"/>
              </a:ext>
            </a:extLst>
          </p:cNvPr>
          <p:cNvSpPr>
            <a:spLocks noGrp="1"/>
          </p:cNvSpPr>
          <p:nvPr>
            <p:ph type="chart" sz="quarter" idx="23" hasCustomPrompt="1"/>
          </p:nvPr>
        </p:nvSpPr>
        <p:spPr>
          <a:xfrm>
            <a:off x="6241152" y="1828801"/>
            <a:ext cx="5570744" cy="3173104"/>
          </a:xfrm>
        </p:spPr>
        <p:txBody>
          <a:bodyPr anchor="ctr">
            <a:normAutofit/>
          </a:bodyPr>
          <a:lstStyle>
            <a:lvl1pPr marL="0" indent="0" algn="ctr">
              <a:buFontTx/>
              <a:buNone/>
              <a:defRPr sz="1500"/>
            </a:lvl1pPr>
          </a:lstStyle>
          <a:p>
            <a:r>
              <a:rPr lang="en-US"/>
              <a:t>Click to add chart</a:t>
            </a:r>
          </a:p>
        </p:txBody>
      </p:sp>
      <p:sp>
        <p:nvSpPr>
          <p:cNvPr id="13" name="Text Placeholder 7">
            <a:extLst>
              <a:ext uri="{FF2B5EF4-FFF2-40B4-BE49-F238E27FC236}">
                <a16:creationId xmlns:a16="http://schemas.microsoft.com/office/drawing/2014/main" id="{9681EBB6-02C5-DD23-3611-D1D30645F670}"/>
              </a:ext>
            </a:extLst>
          </p:cNvPr>
          <p:cNvSpPr>
            <a:spLocks noGrp="1"/>
          </p:cNvSpPr>
          <p:nvPr>
            <p:ph type="body" sz="quarter" idx="16" hasCustomPrompt="1"/>
          </p:nvPr>
        </p:nvSpPr>
        <p:spPr>
          <a:xfrm>
            <a:off x="379413" y="1562669"/>
            <a:ext cx="5513653" cy="4369819"/>
          </a:xfrm>
          <a:prstGeom prst="rect">
            <a:avLst/>
          </a:prstGeom>
        </p:spPr>
        <p:txBody>
          <a:bodyPr lIns="0" tIns="0" rIns="0" bIns="0">
            <a:normAutofit/>
          </a:bodyPr>
          <a:lstStyle>
            <a:lvl1pPr marL="171450" indent="-171450">
              <a:lnSpc>
                <a:spcPct val="110000"/>
              </a:lnSpc>
              <a:spcBef>
                <a:spcPts val="600"/>
              </a:spcBef>
              <a:buFont typeface="Arial" panose="020B0604020202020204" pitchFamily="34" charset="0"/>
              <a:buChar char="•"/>
              <a:defRPr sz="2000">
                <a:latin typeface="Poppins" panose="00000500000000000000" pitchFamily="2" charset="0"/>
                <a:cs typeface="Poppins" panose="00000500000000000000" pitchFamily="2" charset="0"/>
              </a:defRPr>
            </a:lvl1pPr>
            <a:lvl2pPr marL="344488" indent="-173038">
              <a:lnSpc>
                <a:spcPct val="110000"/>
              </a:lnSpc>
              <a:spcBef>
                <a:spcPts val="600"/>
              </a:spcBef>
              <a:buFont typeface="Poppins" panose="00000500000000000000" pitchFamily="2" charset="0"/>
              <a:buChar char="−"/>
              <a:defRPr sz="1800">
                <a:latin typeface="Poppins" panose="00000500000000000000" pitchFamily="2" charset="0"/>
                <a:cs typeface="Poppins" panose="00000500000000000000" pitchFamily="2" charset="0"/>
              </a:defRPr>
            </a:lvl2pPr>
            <a:lvl3pPr marL="515938" indent="-171450">
              <a:lnSpc>
                <a:spcPct val="110000"/>
              </a:lnSpc>
              <a:spcBef>
                <a:spcPts val="600"/>
              </a:spcBef>
              <a:defRPr sz="1600">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latin typeface="Poppins" panose="00000500000000000000" pitchFamily="2" charset="0"/>
                <a:cs typeface="Poppins" panose="00000500000000000000" pitchFamily="2" charset="0"/>
              </a:defRPr>
            </a:lvl4pPr>
            <a:lvl5pPr marL="855663" indent="-166688">
              <a:lnSpc>
                <a:spcPct val="110000"/>
              </a:lnSpc>
              <a:spcBef>
                <a:spcPts val="600"/>
              </a:spcBef>
              <a:defRPr sz="12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526100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x 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8" name="Text Placeholder 7">
            <a:extLst>
              <a:ext uri="{FF2B5EF4-FFF2-40B4-BE49-F238E27FC236}">
                <a16:creationId xmlns:a16="http://schemas.microsoft.com/office/drawing/2014/main" id="{C8246F63-DBF7-BA9E-DE09-BB511C2FF53A}"/>
              </a:ext>
            </a:extLst>
          </p:cNvPr>
          <p:cNvSpPr>
            <a:spLocks noGrp="1"/>
          </p:cNvSpPr>
          <p:nvPr>
            <p:ph type="body" sz="quarter" idx="14" hasCustomPrompt="1"/>
          </p:nvPr>
        </p:nvSpPr>
        <p:spPr>
          <a:xfrm>
            <a:off x="37941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4" name="Text Placeholder 7">
            <a:extLst>
              <a:ext uri="{FF2B5EF4-FFF2-40B4-BE49-F238E27FC236}">
                <a16:creationId xmlns:a16="http://schemas.microsoft.com/office/drawing/2014/main" id="{56102E59-0FA0-7A60-BB45-BEB114BAD5EA}"/>
              </a:ext>
            </a:extLst>
          </p:cNvPr>
          <p:cNvSpPr>
            <a:spLocks noGrp="1"/>
          </p:cNvSpPr>
          <p:nvPr>
            <p:ph type="body" sz="quarter" idx="15" hasCustomPrompt="1"/>
          </p:nvPr>
        </p:nvSpPr>
        <p:spPr>
          <a:xfrm>
            <a:off x="379412" y="1121135"/>
            <a:ext cx="5571014" cy="441534"/>
          </a:xfrm>
          <a:prstGeom prst="rect">
            <a:avLst/>
          </a:prstGeom>
          <a:no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
        <p:nvSpPr>
          <p:cNvPr id="7" name="Chart Placeholder 6">
            <a:extLst>
              <a:ext uri="{FF2B5EF4-FFF2-40B4-BE49-F238E27FC236}">
                <a16:creationId xmlns:a16="http://schemas.microsoft.com/office/drawing/2014/main" id="{2BCE720A-1CBF-7914-8A98-19F701E50756}"/>
              </a:ext>
            </a:extLst>
          </p:cNvPr>
          <p:cNvSpPr>
            <a:spLocks noGrp="1"/>
          </p:cNvSpPr>
          <p:nvPr>
            <p:ph type="chart" sz="quarter" idx="20" hasCustomPrompt="1"/>
          </p:nvPr>
        </p:nvSpPr>
        <p:spPr>
          <a:xfrm>
            <a:off x="379413" y="1828801"/>
            <a:ext cx="5570744" cy="3173104"/>
          </a:xfrm>
        </p:spPr>
        <p:txBody>
          <a:bodyPr anchor="ctr">
            <a:normAutofit/>
          </a:bodyPr>
          <a:lstStyle>
            <a:lvl1pPr marL="0" indent="0" algn="ctr">
              <a:buFontTx/>
              <a:buNone/>
              <a:defRPr sz="1500"/>
            </a:lvl1pPr>
          </a:lstStyle>
          <a:p>
            <a:r>
              <a:rPr lang="en-US"/>
              <a:t>Click to add chart</a:t>
            </a:r>
          </a:p>
        </p:txBody>
      </p:sp>
      <p:sp>
        <p:nvSpPr>
          <p:cNvPr id="10" name="Text Placeholder 7">
            <a:extLst>
              <a:ext uri="{FF2B5EF4-FFF2-40B4-BE49-F238E27FC236}">
                <a16:creationId xmlns:a16="http://schemas.microsoft.com/office/drawing/2014/main" id="{D74848F8-E106-DDD2-2B4E-1E83F71E4058}"/>
              </a:ext>
            </a:extLst>
          </p:cNvPr>
          <p:cNvSpPr>
            <a:spLocks noGrp="1"/>
          </p:cNvSpPr>
          <p:nvPr>
            <p:ph type="body" sz="quarter" idx="21" hasCustomPrompt="1"/>
          </p:nvPr>
        </p:nvSpPr>
        <p:spPr>
          <a:xfrm>
            <a:off x="6240882" y="5288507"/>
            <a:ext cx="5571014"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1" name="Text Placeholder 7">
            <a:extLst>
              <a:ext uri="{FF2B5EF4-FFF2-40B4-BE49-F238E27FC236}">
                <a16:creationId xmlns:a16="http://schemas.microsoft.com/office/drawing/2014/main" id="{5FB6DB77-125E-F4A2-A6C8-9D929889E900}"/>
              </a:ext>
            </a:extLst>
          </p:cNvPr>
          <p:cNvSpPr>
            <a:spLocks noGrp="1"/>
          </p:cNvSpPr>
          <p:nvPr>
            <p:ph type="body" sz="quarter" idx="22" hasCustomPrompt="1"/>
          </p:nvPr>
        </p:nvSpPr>
        <p:spPr>
          <a:xfrm>
            <a:off x="6240882" y="1121135"/>
            <a:ext cx="5571014" cy="441534"/>
          </a:xfrm>
          <a:prstGeom prst="rect">
            <a:avLst/>
          </a:prstGeom>
          <a:no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12" name="Chart Placeholder 6">
            <a:extLst>
              <a:ext uri="{FF2B5EF4-FFF2-40B4-BE49-F238E27FC236}">
                <a16:creationId xmlns:a16="http://schemas.microsoft.com/office/drawing/2014/main" id="{47E510F8-1884-7FDB-123C-B6CCC93CB216}"/>
              </a:ext>
            </a:extLst>
          </p:cNvPr>
          <p:cNvSpPr>
            <a:spLocks noGrp="1"/>
          </p:cNvSpPr>
          <p:nvPr>
            <p:ph type="chart" sz="quarter" idx="23" hasCustomPrompt="1"/>
          </p:nvPr>
        </p:nvSpPr>
        <p:spPr>
          <a:xfrm>
            <a:off x="6241152" y="1828801"/>
            <a:ext cx="5570744" cy="3173104"/>
          </a:xfrm>
        </p:spPr>
        <p:txBody>
          <a:bodyPr anchor="ctr">
            <a:normAutofit/>
          </a:bodyPr>
          <a:lstStyle>
            <a:lvl1pPr marL="0" indent="0" algn="ctr">
              <a:buFontTx/>
              <a:buNone/>
              <a:defRPr sz="1500"/>
            </a:lvl1pPr>
          </a:lstStyle>
          <a:p>
            <a:r>
              <a:rPr lang="en-US"/>
              <a:t>Click to add chart</a:t>
            </a:r>
          </a:p>
        </p:txBody>
      </p:sp>
    </p:spTree>
    <p:extLst>
      <p:ext uri="{BB962C8B-B14F-4D97-AF65-F5344CB8AC3E}">
        <p14:creationId xmlns:p14="http://schemas.microsoft.com/office/powerpoint/2010/main" val="4008877486"/>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D6F25606-0761-3C29-5D82-41070C98E95A}"/>
              </a:ext>
            </a:extLst>
          </p:cNvPr>
          <p:cNvSpPr>
            <a:spLocks noGrp="1"/>
          </p:cNvSpPr>
          <p:nvPr>
            <p:ph type="title" hasCustomPrompt="1"/>
          </p:nvPr>
        </p:nvSpPr>
        <p:spPr>
          <a:xfrm>
            <a:off x="379411" y="376519"/>
            <a:ext cx="11432485" cy="398032"/>
          </a:xfrm>
          <a:prstGeom prst="rect">
            <a:avLst/>
          </a:prstGeom>
        </p:spPr>
        <p:txBody>
          <a:bodyPr lIns="0" tIns="0" rIns="0" bIns="0"/>
          <a:lstStyle>
            <a:lvl1pPr>
              <a:lnSpc>
                <a:spcPct val="100000"/>
              </a:lnSpc>
              <a:defRPr lang="en-US" sz="2200" b="0" i="0" kern="1200" dirty="0">
                <a:solidFill>
                  <a:schemeClr val="tx1"/>
                </a:solidFill>
                <a:latin typeface="Poppins SemiBold" pitchFamily="2" charset="77"/>
                <a:ea typeface="+mn-ea"/>
                <a:cs typeface="Poppins SemiBold" pitchFamily="2" charset="77"/>
              </a:defRPr>
            </a:lvl1pPr>
          </a:lstStyle>
          <a:p>
            <a:r>
              <a:rPr lang="en-US"/>
              <a:t>Title of slide goes here</a:t>
            </a:r>
          </a:p>
        </p:txBody>
      </p:sp>
      <p:sp>
        <p:nvSpPr>
          <p:cNvPr id="8" name="Text Placeholder 7">
            <a:extLst>
              <a:ext uri="{FF2B5EF4-FFF2-40B4-BE49-F238E27FC236}">
                <a16:creationId xmlns:a16="http://schemas.microsoft.com/office/drawing/2014/main" id="{C8246F63-DBF7-BA9E-DE09-BB511C2FF53A}"/>
              </a:ext>
            </a:extLst>
          </p:cNvPr>
          <p:cNvSpPr>
            <a:spLocks noGrp="1"/>
          </p:cNvSpPr>
          <p:nvPr>
            <p:ph type="body" sz="quarter" idx="14" hasCustomPrompt="1"/>
          </p:nvPr>
        </p:nvSpPr>
        <p:spPr>
          <a:xfrm>
            <a:off x="1314283" y="5213445"/>
            <a:ext cx="9481095" cy="643980"/>
          </a:xfrm>
          <a:prstGeom prst="rect">
            <a:avLst/>
          </a:prstGeom>
        </p:spPr>
        <p:txBody>
          <a:bodyPr lIns="0" tIns="0" rIns="0" bIns="0">
            <a:normAutofit/>
          </a:bodyPr>
          <a:lstStyle>
            <a:lvl1pPr marL="171450" indent="-171450">
              <a:lnSpc>
                <a:spcPct val="100000"/>
              </a:lnSpc>
              <a:spcBef>
                <a:spcPts val="600"/>
              </a:spcBef>
              <a:buFont typeface="Arial" panose="020B0604020202020204" pitchFamily="34" charset="0"/>
              <a:buChar char="•"/>
              <a:defRPr sz="1600">
                <a:solidFill>
                  <a:schemeClr val="tx1"/>
                </a:solidFill>
                <a:latin typeface="Poppins" panose="00000500000000000000" pitchFamily="2" charset="0"/>
                <a:cs typeface="Poppins" panose="00000500000000000000" pitchFamily="2" charset="0"/>
              </a:defRPr>
            </a:lvl1pPr>
            <a:lvl2pPr marL="457200" indent="-285750">
              <a:lnSpc>
                <a:spcPct val="100000"/>
              </a:lnSpc>
              <a:spcBef>
                <a:spcPts val="600"/>
              </a:spcBef>
              <a:buFont typeface="Poppins" panose="00000500000000000000" pitchFamily="2" charset="0"/>
              <a:buChar char="−"/>
              <a:defRPr sz="1400">
                <a:solidFill>
                  <a:schemeClr val="tx1"/>
                </a:solidFill>
                <a:latin typeface="Poppins" panose="00000500000000000000" pitchFamily="2" charset="0"/>
                <a:cs typeface="Poppins" panose="00000500000000000000" pitchFamily="2" charset="0"/>
              </a:defRPr>
            </a:lvl2pPr>
            <a:lvl3pPr marL="344488" indent="0">
              <a:lnSpc>
                <a:spcPct val="100000"/>
              </a:lnSpc>
              <a:spcBef>
                <a:spcPts val="1200"/>
              </a:spcBef>
              <a:buNone/>
              <a:defRPr sz="1300">
                <a:solidFill>
                  <a:schemeClr val="tx1"/>
                </a:solidFill>
                <a:latin typeface="Poppins" panose="00000500000000000000" pitchFamily="2" charset="0"/>
                <a:cs typeface="Poppins" panose="00000500000000000000" pitchFamily="2" charset="0"/>
              </a:defRPr>
            </a:lvl3pPr>
            <a:lvl4pPr marL="688975" indent="-173038">
              <a:lnSpc>
                <a:spcPct val="100000"/>
              </a:lnSpc>
              <a:spcBef>
                <a:spcPts val="1200"/>
              </a:spcBef>
              <a:buFont typeface="Poppins" panose="00000500000000000000" pitchFamily="2" charset="0"/>
              <a:buChar char="−"/>
              <a:defRPr sz="1200">
                <a:solidFill>
                  <a:schemeClr val="tx1"/>
                </a:solidFill>
                <a:latin typeface="Poppins" panose="00000500000000000000" pitchFamily="2" charset="0"/>
                <a:cs typeface="Poppins" panose="00000500000000000000" pitchFamily="2" charset="0"/>
              </a:defRPr>
            </a:lvl4pPr>
            <a:lvl5pPr marL="855663" indent="-166688">
              <a:lnSpc>
                <a:spcPct val="100000"/>
              </a:lnSpc>
              <a:spcBef>
                <a:spcPts val="1200"/>
              </a:spcBef>
              <a:defRPr sz="1100">
                <a:solidFill>
                  <a:schemeClr val="tx1"/>
                </a:solidFill>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p:txBody>
      </p:sp>
      <p:sp>
        <p:nvSpPr>
          <p:cNvPr id="14" name="Text Placeholder 7">
            <a:extLst>
              <a:ext uri="{FF2B5EF4-FFF2-40B4-BE49-F238E27FC236}">
                <a16:creationId xmlns:a16="http://schemas.microsoft.com/office/drawing/2014/main" id="{56102E59-0FA0-7A60-BB45-BEB114BAD5EA}"/>
              </a:ext>
            </a:extLst>
          </p:cNvPr>
          <p:cNvSpPr>
            <a:spLocks noGrp="1"/>
          </p:cNvSpPr>
          <p:nvPr>
            <p:ph type="body" sz="quarter" idx="15" hasCustomPrompt="1"/>
          </p:nvPr>
        </p:nvSpPr>
        <p:spPr>
          <a:xfrm>
            <a:off x="1314283" y="1046073"/>
            <a:ext cx="9481095" cy="441534"/>
          </a:xfrm>
          <a:prstGeom prst="rect">
            <a:avLst/>
          </a:prstGeom>
          <a:noFill/>
        </p:spPr>
        <p:txBody>
          <a:bodyPr lIns="91440" tIns="91440" rIns="91440" bIns="91440" anchor="ctr">
            <a:normAutofit/>
          </a:bodyPr>
          <a:lstStyle>
            <a:lvl1pPr marL="0" indent="0" algn="ctr">
              <a:lnSpc>
                <a:spcPct val="100000"/>
              </a:lnSpc>
              <a:spcBef>
                <a:spcPts val="600"/>
              </a:spcBef>
              <a:buFont typeface="Arial" panose="020B0604020202020204" pitchFamily="34" charset="0"/>
              <a:buNone/>
              <a:defRPr sz="1700">
                <a:solidFill>
                  <a:schemeClr val="tx1"/>
                </a:solidFill>
                <a:latin typeface="+mj-lt"/>
                <a:cs typeface="Poppins" panose="00000500000000000000" pitchFamily="2" charset="0"/>
              </a:defRPr>
            </a:lvl1pPr>
            <a:lvl2pPr marL="457200" indent="-285750">
              <a:lnSpc>
                <a:spcPct val="110000"/>
              </a:lnSpc>
              <a:spcBef>
                <a:spcPts val="600"/>
              </a:spcBef>
              <a:buFont typeface="Poppins" panose="00000500000000000000" pitchFamily="2" charset="0"/>
              <a:buChar char="−"/>
              <a:defRPr sz="1800">
                <a:solidFill>
                  <a:schemeClr val="bg1"/>
                </a:solidFill>
                <a:latin typeface="Poppins" panose="00000500000000000000" pitchFamily="2" charset="0"/>
                <a:cs typeface="Poppins" panose="00000500000000000000" pitchFamily="2" charset="0"/>
              </a:defRPr>
            </a:lvl2pPr>
            <a:lvl3pPr marL="515938" indent="-171450">
              <a:lnSpc>
                <a:spcPct val="110000"/>
              </a:lnSpc>
              <a:spcBef>
                <a:spcPts val="600"/>
              </a:spcBef>
              <a:defRPr sz="1600">
                <a:solidFill>
                  <a:schemeClr val="bg1"/>
                </a:solidFill>
                <a:latin typeface="Poppins" panose="00000500000000000000" pitchFamily="2" charset="0"/>
                <a:cs typeface="Poppins" panose="00000500000000000000" pitchFamily="2" charset="0"/>
              </a:defRPr>
            </a:lvl3pPr>
            <a:lvl4pPr marL="688975" indent="-173038">
              <a:lnSpc>
                <a:spcPct val="110000"/>
              </a:lnSpc>
              <a:spcBef>
                <a:spcPts val="600"/>
              </a:spcBef>
              <a:buFont typeface="Poppins" panose="00000500000000000000" pitchFamily="2" charset="0"/>
              <a:buChar char="−"/>
              <a:defRPr sz="1400">
                <a:solidFill>
                  <a:schemeClr val="bg1"/>
                </a:solidFill>
                <a:latin typeface="Poppins" panose="00000500000000000000" pitchFamily="2" charset="0"/>
                <a:cs typeface="Poppins" panose="00000500000000000000" pitchFamily="2" charset="0"/>
              </a:defRPr>
            </a:lvl4pPr>
            <a:lvl5pPr marL="855663" indent="-166688">
              <a:lnSpc>
                <a:spcPct val="110000"/>
              </a:lnSpc>
              <a:spcBef>
                <a:spcPts val="600"/>
              </a:spcBef>
              <a:defRPr sz="1200">
                <a:solidFill>
                  <a:schemeClr val="bg1"/>
                </a:solidFill>
                <a:latin typeface="Poppins" panose="00000500000000000000" pitchFamily="2" charset="0"/>
                <a:cs typeface="Poppins" panose="00000500000000000000" pitchFamily="2" charset="0"/>
              </a:defRPr>
            </a:lvl5pPr>
          </a:lstStyle>
          <a:p>
            <a:pPr lvl="0"/>
            <a:r>
              <a:rPr lang="en-US"/>
              <a:t>Add Chart title here</a:t>
            </a:r>
          </a:p>
        </p:txBody>
      </p:sp>
      <p:sp>
        <p:nvSpPr>
          <p:cNvPr id="2" name="Footer Placeholder 10">
            <a:extLst>
              <a:ext uri="{FF2B5EF4-FFF2-40B4-BE49-F238E27FC236}">
                <a16:creationId xmlns:a16="http://schemas.microsoft.com/office/drawing/2014/main" id="{FE935B81-FE27-A4F0-CCF1-3C60749CB2A8}"/>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
        <p:nvSpPr>
          <p:cNvPr id="7" name="Chart Placeholder 6">
            <a:extLst>
              <a:ext uri="{FF2B5EF4-FFF2-40B4-BE49-F238E27FC236}">
                <a16:creationId xmlns:a16="http://schemas.microsoft.com/office/drawing/2014/main" id="{2BCE720A-1CBF-7914-8A98-19F701E50756}"/>
              </a:ext>
            </a:extLst>
          </p:cNvPr>
          <p:cNvSpPr>
            <a:spLocks noGrp="1"/>
          </p:cNvSpPr>
          <p:nvPr>
            <p:ph type="chart" sz="quarter" idx="20" hasCustomPrompt="1"/>
          </p:nvPr>
        </p:nvSpPr>
        <p:spPr>
          <a:xfrm>
            <a:off x="1314284" y="1753739"/>
            <a:ext cx="9480635" cy="3173104"/>
          </a:xfrm>
        </p:spPr>
        <p:txBody>
          <a:bodyPr anchor="ctr">
            <a:normAutofit/>
          </a:bodyPr>
          <a:lstStyle>
            <a:lvl1pPr marL="0" indent="0" algn="ctr">
              <a:buFontTx/>
              <a:buNone/>
              <a:defRPr sz="1500"/>
            </a:lvl1pPr>
          </a:lstStyle>
          <a:p>
            <a:r>
              <a:rPr lang="en-US"/>
              <a:t>Click to add chart</a:t>
            </a:r>
          </a:p>
        </p:txBody>
      </p:sp>
    </p:spTree>
    <p:extLst>
      <p:ext uri="{BB962C8B-B14F-4D97-AF65-F5344CB8AC3E}">
        <p14:creationId xmlns:p14="http://schemas.microsoft.com/office/powerpoint/2010/main" val="401775332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 4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E305DC-0F8F-0D07-0119-6D6146541934}"/>
              </a:ext>
            </a:extLst>
          </p:cNvPr>
          <p:cNvSpPr/>
          <p:nvPr userDrawn="1"/>
        </p:nvSpPr>
        <p:spPr>
          <a:xfrm>
            <a:off x="5749925" y="0"/>
            <a:ext cx="6442075"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3" name="Text Placeholder 14">
            <a:extLst>
              <a:ext uri="{FF2B5EF4-FFF2-40B4-BE49-F238E27FC236}">
                <a16:creationId xmlns:a16="http://schemas.microsoft.com/office/drawing/2014/main" id="{0D007F8A-9F07-EC1B-CBDC-4AC0B31CF4D0}"/>
              </a:ext>
            </a:extLst>
          </p:cNvPr>
          <p:cNvSpPr>
            <a:spLocks noGrp="1"/>
          </p:cNvSpPr>
          <p:nvPr>
            <p:ph type="body" sz="quarter" idx="17"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8" name="Text Placeholder 14">
            <a:extLst>
              <a:ext uri="{FF2B5EF4-FFF2-40B4-BE49-F238E27FC236}">
                <a16:creationId xmlns:a16="http://schemas.microsoft.com/office/drawing/2014/main" id="{C878F7B6-F89E-2106-EE45-FAF6654634B7}"/>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9" name="Text Placeholder 5">
            <a:extLst>
              <a:ext uri="{FF2B5EF4-FFF2-40B4-BE49-F238E27FC236}">
                <a16:creationId xmlns:a16="http://schemas.microsoft.com/office/drawing/2014/main" id="{17DC2AB5-EB2D-A40E-EB58-C9E35D99D3EC}"/>
              </a:ext>
            </a:extLst>
          </p:cNvPr>
          <p:cNvSpPr>
            <a:spLocks noGrp="1"/>
          </p:cNvSpPr>
          <p:nvPr>
            <p:ph type="body" sz="quarter" idx="21" hasCustomPrompt="1"/>
          </p:nvPr>
        </p:nvSpPr>
        <p:spPr>
          <a:xfrm>
            <a:off x="407988" y="2995686"/>
            <a:ext cx="5040860" cy="2108578"/>
          </a:xfrm>
          <a:prstGeom prst="rect">
            <a:avLst/>
          </a:prstGeom>
        </p:spPr>
        <p:txBody>
          <a:bodyPr lIns="0" tIns="0" rIns="0" bIns="0"/>
          <a:lstStyle>
            <a:lvl1pPr marL="0" indent="0">
              <a:lnSpc>
                <a:spcPct val="100000"/>
              </a:lnSpc>
              <a:spcBef>
                <a:spcPts val="1400"/>
              </a:spcBef>
              <a:buNone/>
              <a:defRPr sz="16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architect</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 </a:t>
            </a:r>
            <a:r>
              <a:rPr lang="en-US" err="1"/>
              <a:t>aspernatur</a:t>
            </a:r>
            <a:endParaRPr lang="en-US"/>
          </a:p>
        </p:txBody>
      </p:sp>
      <p:sp>
        <p:nvSpPr>
          <p:cNvPr id="10" name="Title 2">
            <a:extLst>
              <a:ext uri="{FF2B5EF4-FFF2-40B4-BE49-F238E27FC236}">
                <a16:creationId xmlns:a16="http://schemas.microsoft.com/office/drawing/2014/main" id="{57809B83-6C93-C9EF-7A62-25E509BC8966}"/>
              </a:ext>
            </a:extLst>
          </p:cNvPr>
          <p:cNvSpPr>
            <a:spLocks noGrp="1"/>
          </p:cNvSpPr>
          <p:nvPr>
            <p:ph type="title" hasCustomPrompt="1"/>
          </p:nvPr>
        </p:nvSpPr>
        <p:spPr>
          <a:xfrm>
            <a:off x="386073" y="1682705"/>
            <a:ext cx="5059927" cy="952758"/>
          </a:xfrm>
          <a:prstGeom prst="rect">
            <a:avLst/>
          </a:prstGeom>
        </p:spPr>
        <p:txBody>
          <a:bodyPr lIns="0" tIns="0" rIns="0" bIns="0" anchor="b"/>
          <a:lstStyle>
            <a:lvl1pPr>
              <a:lnSpc>
                <a:spcPct val="100000"/>
              </a:lnSpc>
              <a:defRPr lang="en-US" sz="2800" b="0" i="0" kern="1200" dirty="0">
                <a:solidFill>
                  <a:schemeClr val="tx2"/>
                </a:solidFill>
                <a:latin typeface="Poppins SemiBold" pitchFamily="2" charset="77"/>
                <a:ea typeface="+mn-ea"/>
                <a:cs typeface="Poppins SemiBold" pitchFamily="2" charset="77"/>
              </a:defRPr>
            </a:lvl1pPr>
          </a:lstStyle>
          <a:p>
            <a:pPr lvl="0"/>
            <a:r>
              <a:rPr lang="en-GB"/>
              <a:t>Slide title goes here over multiple lines if required</a:t>
            </a:r>
          </a:p>
        </p:txBody>
      </p:sp>
      <p:sp>
        <p:nvSpPr>
          <p:cNvPr id="13" name="Picture Placeholder 13">
            <a:extLst>
              <a:ext uri="{FF2B5EF4-FFF2-40B4-BE49-F238E27FC236}">
                <a16:creationId xmlns:a16="http://schemas.microsoft.com/office/drawing/2014/main" id="{5C81A9FE-8AC2-A3C2-BCBA-74E635BCD7E5}"/>
              </a:ext>
            </a:extLst>
          </p:cNvPr>
          <p:cNvSpPr>
            <a:spLocks noGrp="1"/>
          </p:cNvSpPr>
          <p:nvPr>
            <p:ph type="pic" sz="quarter" idx="23" hasCustomPrompt="1"/>
          </p:nvPr>
        </p:nvSpPr>
        <p:spPr>
          <a:xfrm>
            <a:off x="5749925" y="3429000"/>
            <a:ext cx="3219326" cy="3429000"/>
          </a:xfrm>
          <a:prstGeom prst="rect">
            <a:avLst/>
          </a:prstGeom>
          <a:solidFill>
            <a:schemeClr val="bg2">
              <a:lumMod val="10000"/>
              <a:lumOff val="90000"/>
            </a:schemeClr>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4" name="Picture Placeholder 13">
            <a:extLst>
              <a:ext uri="{FF2B5EF4-FFF2-40B4-BE49-F238E27FC236}">
                <a16:creationId xmlns:a16="http://schemas.microsoft.com/office/drawing/2014/main" id="{72EABCE6-311A-F405-61EF-5A43EFCC9525}"/>
              </a:ext>
            </a:extLst>
          </p:cNvPr>
          <p:cNvSpPr>
            <a:spLocks noGrp="1"/>
          </p:cNvSpPr>
          <p:nvPr>
            <p:ph type="pic" sz="quarter" idx="24" hasCustomPrompt="1"/>
          </p:nvPr>
        </p:nvSpPr>
        <p:spPr>
          <a:xfrm>
            <a:off x="8969251" y="0"/>
            <a:ext cx="3222749" cy="3429000"/>
          </a:xfrm>
          <a:prstGeom prst="rect">
            <a:avLst/>
          </a:prstGeom>
          <a:solidFill>
            <a:schemeClr val="bg2">
              <a:lumMod val="10000"/>
              <a:lumOff val="90000"/>
            </a:schemeClr>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5" name="Picture Placeholder 13">
            <a:extLst>
              <a:ext uri="{FF2B5EF4-FFF2-40B4-BE49-F238E27FC236}">
                <a16:creationId xmlns:a16="http://schemas.microsoft.com/office/drawing/2014/main" id="{98A9427A-B40D-7B18-7F44-ACC05CB69174}"/>
              </a:ext>
            </a:extLst>
          </p:cNvPr>
          <p:cNvSpPr>
            <a:spLocks noGrp="1"/>
          </p:cNvSpPr>
          <p:nvPr>
            <p:ph type="pic" sz="quarter" idx="25" hasCustomPrompt="1"/>
          </p:nvPr>
        </p:nvSpPr>
        <p:spPr>
          <a:xfrm>
            <a:off x="8969251" y="3429000"/>
            <a:ext cx="3222749" cy="3429000"/>
          </a:xfrm>
          <a:prstGeom prst="rect">
            <a:avLst/>
          </a:prstGeom>
          <a:solidFill>
            <a:srgbClr val="C8C8C8"/>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6" name="Picture Placeholder 13">
            <a:extLst>
              <a:ext uri="{FF2B5EF4-FFF2-40B4-BE49-F238E27FC236}">
                <a16:creationId xmlns:a16="http://schemas.microsoft.com/office/drawing/2014/main" id="{3840FC0F-30D3-1A2E-0070-82896F2B8904}"/>
              </a:ext>
            </a:extLst>
          </p:cNvPr>
          <p:cNvSpPr>
            <a:spLocks noGrp="1"/>
          </p:cNvSpPr>
          <p:nvPr>
            <p:ph type="pic" sz="quarter" idx="22" hasCustomPrompt="1"/>
          </p:nvPr>
        </p:nvSpPr>
        <p:spPr>
          <a:xfrm>
            <a:off x="5749925" y="0"/>
            <a:ext cx="3219326" cy="3429000"/>
          </a:xfrm>
          <a:prstGeom prst="rect">
            <a:avLst/>
          </a:prstGeom>
          <a:solidFill>
            <a:srgbClr val="C8C8C8"/>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4" name="Footer Placeholder 7">
            <a:extLst>
              <a:ext uri="{FF2B5EF4-FFF2-40B4-BE49-F238E27FC236}">
                <a16:creationId xmlns:a16="http://schemas.microsoft.com/office/drawing/2014/main" id="{2D12CC19-50A2-A36F-6422-E9BE131E8231}"/>
              </a:ext>
            </a:extLst>
          </p:cNvPr>
          <p:cNvSpPr>
            <a:spLocks noGrp="1"/>
          </p:cNvSpPr>
          <p:nvPr>
            <p:ph type="ftr" sz="quarter" idx="3"/>
          </p:nvPr>
        </p:nvSpPr>
        <p:spPr>
          <a:xfrm>
            <a:off x="2205665" y="6229255"/>
            <a:ext cx="3240335"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496825026"/>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ntent + 1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02E06AA-C604-B254-0548-842563B995CE}"/>
              </a:ext>
            </a:extLst>
          </p:cNvPr>
          <p:cNvSpPr/>
          <p:nvPr userDrawn="1"/>
        </p:nvSpPr>
        <p:spPr>
          <a:xfrm>
            <a:off x="3476624" y="0"/>
            <a:ext cx="8715375"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17" name="Picture Placeholder 13">
            <a:extLst>
              <a:ext uri="{FF2B5EF4-FFF2-40B4-BE49-F238E27FC236}">
                <a16:creationId xmlns:a16="http://schemas.microsoft.com/office/drawing/2014/main" id="{3840FC0F-30D3-1A2E-0070-82896F2B8904}"/>
              </a:ext>
            </a:extLst>
          </p:cNvPr>
          <p:cNvSpPr>
            <a:spLocks noGrp="1"/>
          </p:cNvSpPr>
          <p:nvPr>
            <p:ph type="pic" sz="quarter" idx="22" hasCustomPrompt="1"/>
          </p:nvPr>
        </p:nvSpPr>
        <p:spPr>
          <a:xfrm>
            <a:off x="3476625" y="0"/>
            <a:ext cx="8715374" cy="6858000"/>
          </a:xfrm>
          <a:prstGeom prst="rect">
            <a:avLst/>
          </a:prstGeom>
          <a:solidFill>
            <a:schemeClr val="bg2">
              <a:lumMod val="10000"/>
              <a:lumOff val="90000"/>
            </a:schemeClr>
          </a:solidFill>
        </p:spPr>
        <p:txBody>
          <a:bodyPr anchor="ctr"/>
          <a:lstStyle>
            <a:lvl1pPr marL="0" indent="0" algn="ctr">
              <a:buNone/>
              <a:defRPr sz="1300">
                <a:solidFill>
                  <a:schemeClr val="bg1">
                    <a:lumMod val="95000"/>
                    <a:lumOff val="5000"/>
                  </a:schemeClr>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2" name="Rectangle 1">
            <a:extLst>
              <a:ext uri="{FF2B5EF4-FFF2-40B4-BE49-F238E27FC236}">
                <a16:creationId xmlns:a16="http://schemas.microsoft.com/office/drawing/2014/main" id="{2349E84B-D332-9A0D-4A0F-80351E5EC134}"/>
              </a:ext>
            </a:extLst>
          </p:cNvPr>
          <p:cNvSpPr/>
          <p:nvPr userDrawn="1"/>
        </p:nvSpPr>
        <p:spPr>
          <a:xfrm>
            <a:off x="0" y="0"/>
            <a:ext cx="347662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5">
            <a:extLst>
              <a:ext uri="{FF2B5EF4-FFF2-40B4-BE49-F238E27FC236}">
                <a16:creationId xmlns:a16="http://schemas.microsoft.com/office/drawing/2014/main" id="{ECA76F56-7A82-9F16-E1F1-8C70941073C6}"/>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lumMod val="75000"/>
                  </a:schemeClr>
                </a:solidFill>
                <a:latin typeface="Poppins SemiBold" pitchFamily="2" charset="77"/>
                <a:cs typeface="Poppins SemiBold" pitchFamily="2" charset="77"/>
              </a:rPr>
              <a:t>|  NXP  |  </a:t>
            </a:r>
            <a:r>
              <a:rPr lang="en-GB">
                <a:solidFill>
                  <a:schemeClr val="tx1">
                    <a:lumMod val="75000"/>
                  </a:schemeClr>
                </a:solidFill>
                <a:latin typeface="Poppins" panose="00000500000000000000" pitchFamily="2" charset="0"/>
                <a:cs typeface="Poppins" panose="00000500000000000000" pitchFamily="2" charset="0"/>
              </a:rPr>
              <a:t>Public</a:t>
            </a:r>
          </a:p>
        </p:txBody>
      </p:sp>
      <p:sp>
        <p:nvSpPr>
          <p:cNvPr id="8" name="Text Placeholder 5">
            <a:extLst>
              <a:ext uri="{FF2B5EF4-FFF2-40B4-BE49-F238E27FC236}">
                <a16:creationId xmlns:a16="http://schemas.microsoft.com/office/drawing/2014/main" id="{53F34DD4-6C38-2829-50C7-D2C3FD7BF85A}"/>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lumMod val="75000"/>
                  </a:schemeClr>
                </a:solidFill>
                <a:latin typeface="Poppins" panose="00000500000000000000" pitchFamily="2" charset="0"/>
                <a:cs typeface="Poppins" panose="00000500000000000000" pitchFamily="2" charset="0"/>
              </a:rPr>
              <a:t>‹#›</a:t>
            </a:fld>
            <a:endParaRPr lang="en-GB">
              <a:solidFill>
                <a:schemeClr val="tx1">
                  <a:lumMod val="75000"/>
                </a:schemeClr>
              </a:solidFill>
              <a:latin typeface="Poppins" panose="00000500000000000000" pitchFamily="2" charset="0"/>
              <a:cs typeface="Poppins" panose="00000500000000000000" pitchFamily="2" charset="0"/>
            </a:endParaRPr>
          </a:p>
        </p:txBody>
      </p:sp>
      <p:sp>
        <p:nvSpPr>
          <p:cNvPr id="10" name="Text Placeholder 5">
            <a:extLst>
              <a:ext uri="{FF2B5EF4-FFF2-40B4-BE49-F238E27FC236}">
                <a16:creationId xmlns:a16="http://schemas.microsoft.com/office/drawing/2014/main" id="{40CA601A-B2F8-3621-C7A6-74F05BD40AAD}"/>
              </a:ext>
            </a:extLst>
          </p:cNvPr>
          <p:cNvSpPr>
            <a:spLocks noGrp="1"/>
          </p:cNvSpPr>
          <p:nvPr>
            <p:ph type="body" sz="quarter" idx="21" hasCustomPrompt="1"/>
          </p:nvPr>
        </p:nvSpPr>
        <p:spPr>
          <a:xfrm>
            <a:off x="407988" y="3862461"/>
            <a:ext cx="2754312" cy="2108578"/>
          </a:xfrm>
          <a:prstGeom prst="rect">
            <a:avLst/>
          </a:prstGeom>
        </p:spPr>
        <p:txBody>
          <a:bodyPr lIns="0" tIns="0" rIns="0" bIns="0"/>
          <a:lstStyle>
            <a:lvl1pPr marL="0" indent="0">
              <a:lnSpc>
                <a:spcPct val="100000"/>
              </a:lnSpc>
              <a:spcBef>
                <a:spcPts val="1400"/>
              </a:spcBef>
              <a:buNone/>
              <a:defRPr sz="1700">
                <a:solidFill>
                  <a:schemeClr val="tx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accusantik</a:t>
            </a:r>
            <a:endParaRPr lang="en-US"/>
          </a:p>
        </p:txBody>
      </p:sp>
      <p:sp>
        <p:nvSpPr>
          <p:cNvPr id="11" name="Title 4">
            <a:extLst>
              <a:ext uri="{FF2B5EF4-FFF2-40B4-BE49-F238E27FC236}">
                <a16:creationId xmlns:a16="http://schemas.microsoft.com/office/drawing/2014/main" id="{2861F4E7-707B-6EAB-0166-7454836856C5}"/>
              </a:ext>
            </a:extLst>
          </p:cNvPr>
          <p:cNvSpPr>
            <a:spLocks noGrp="1"/>
          </p:cNvSpPr>
          <p:nvPr>
            <p:ph type="title" hasCustomPrompt="1"/>
          </p:nvPr>
        </p:nvSpPr>
        <p:spPr>
          <a:xfrm>
            <a:off x="407988" y="1605035"/>
            <a:ext cx="2735891" cy="2108579"/>
          </a:xfrm>
          <a:prstGeom prst="rect">
            <a:avLst/>
          </a:prstGeom>
        </p:spPr>
        <p:txBody>
          <a:bodyPr lIns="0" tIns="0" rIns="0" bIns="0" anchor="b"/>
          <a:lstStyle>
            <a:lvl1pPr>
              <a:lnSpc>
                <a:spcPct val="100000"/>
              </a:lnSpc>
              <a:defRPr sz="2500" b="0"/>
            </a:lvl1pPr>
          </a:lstStyle>
          <a:p>
            <a:r>
              <a:rPr lang="en-US"/>
              <a:t>Slide title here over multiple lines if required</a:t>
            </a:r>
          </a:p>
        </p:txBody>
      </p:sp>
      <p:sp>
        <p:nvSpPr>
          <p:cNvPr id="3" name="Text Placeholder 14">
            <a:extLst>
              <a:ext uri="{FF2B5EF4-FFF2-40B4-BE49-F238E27FC236}">
                <a16:creationId xmlns:a16="http://schemas.microsoft.com/office/drawing/2014/main" id="{D3F8D3E6-BB80-8FF2-511F-2702C5F3F090}"/>
              </a:ext>
            </a:extLst>
          </p:cNvPr>
          <p:cNvSpPr>
            <a:spLocks noGrp="1"/>
          </p:cNvSpPr>
          <p:nvPr>
            <p:ph type="body" sz="quarter" idx="17" hasCustomPrompt="1"/>
          </p:nvPr>
        </p:nvSpPr>
        <p:spPr>
          <a:xfrm>
            <a:off x="400214" y="453700"/>
            <a:ext cx="27620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Tree>
    <p:extLst>
      <p:ext uri="{BB962C8B-B14F-4D97-AF65-F5344CB8AC3E}">
        <p14:creationId xmlns:p14="http://schemas.microsoft.com/office/powerpoint/2010/main" val="306203355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hoto left + content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0248DE-1B33-702A-19EE-36BD47456B0A}"/>
              </a:ext>
            </a:extLst>
          </p:cNvPr>
          <p:cNvSpPr/>
          <p:nvPr userDrawn="1"/>
        </p:nvSpPr>
        <p:spPr>
          <a:xfrm>
            <a:off x="0" y="0"/>
            <a:ext cx="6096000"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12" name="Picture Placeholder 14">
            <a:extLst>
              <a:ext uri="{FF2B5EF4-FFF2-40B4-BE49-F238E27FC236}">
                <a16:creationId xmlns:a16="http://schemas.microsoft.com/office/drawing/2014/main" id="{FD387F8D-8C3F-FF40-223D-B4A1BC7AD224}"/>
              </a:ext>
            </a:extLst>
          </p:cNvPr>
          <p:cNvSpPr>
            <a:spLocks noGrp="1"/>
          </p:cNvSpPr>
          <p:nvPr>
            <p:ph type="pic" sz="quarter" idx="17" hasCustomPrompt="1"/>
          </p:nvPr>
        </p:nvSpPr>
        <p:spPr>
          <a:xfrm>
            <a:off x="0" y="0"/>
            <a:ext cx="6096000" cy="6858000"/>
          </a:xfrm>
          <a:prstGeom prst="rect">
            <a:avLst/>
          </a:prstGeom>
          <a:solidFill>
            <a:schemeClr val="bg2">
              <a:lumMod val="10000"/>
              <a:lumOff val="90000"/>
            </a:schemeClr>
          </a:solidFill>
        </p:spPr>
        <p:txBody>
          <a:bodyPr anchor="ctr"/>
          <a:lstStyle>
            <a:lvl1pPr marL="0" indent="0" algn="ctr">
              <a:buNone/>
              <a:defRPr sz="1300">
                <a:solidFill>
                  <a:schemeClr val="bg1">
                    <a:lumMod val="95000"/>
                    <a:lumOff val="5000"/>
                  </a:schemeClr>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2" name="Text Placeholder 14">
            <a:extLst>
              <a:ext uri="{FF2B5EF4-FFF2-40B4-BE49-F238E27FC236}">
                <a16:creationId xmlns:a16="http://schemas.microsoft.com/office/drawing/2014/main" id="{D72AC6E4-E155-A422-F772-AF6A8D3DED10}"/>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bg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3" name="Text Placeholder 14">
            <a:extLst>
              <a:ext uri="{FF2B5EF4-FFF2-40B4-BE49-F238E27FC236}">
                <a16:creationId xmlns:a16="http://schemas.microsoft.com/office/drawing/2014/main" id="{A353F30A-956E-6F05-EF51-ED2E85383C1A}"/>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bg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8" name="Text Placeholder 5">
            <a:extLst>
              <a:ext uri="{FF2B5EF4-FFF2-40B4-BE49-F238E27FC236}">
                <a16:creationId xmlns:a16="http://schemas.microsoft.com/office/drawing/2014/main" id="{F694BF05-4B90-51C7-13D2-008DB91101CE}"/>
              </a:ext>
            </a:extLst>
          </p:cNvPr>
          <p:cNvSpPr>
            <a:spLocks noGrp="1"/>
          </p:cNvSpPr>
          <p:nvPr>
            <p:ph type="body" sz="quarter" idx="20" hasCustomPrompt="1"/>
          </p:nvPr>
        </p:nvSpPr>
        <p:spPr>
          <a:xfrm>
            <a:off x="6503440" y="3522192"/>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endParaRPr lang="en-US"/>
          </a:p>
        </p:txBody>
      </p:sp>
      <p:sp>
        <p:nvSpPr>
          <p:cNvPr id="9" name="Title 4">
            <a:extLst>
              <a:ext uri="{FF2B5EF4-FFF2-40B4-BE49-F238E27FC236}">
                <a16:creationId xmlns:a16="http://schemas.microsoft.com/office/drawing/2014/main" id="{70B93A6B-D323-B374-BBF9-45B3A349CDEC}"/>
              </a:ext>
            </a:extLst>
          </p:cNvPr>
          <p:cNvSpPr>
            <a:spLocks noGrp="1"/>
          </p:cNvSpPr>
          <p:nvPr>
            <p:ph type="title" hasCustomPrompt="1"/>
          </p:nvPr>
        </p:nvSpPr>
        <p:spPr>
          <a:xfrm>
            <a:off x="6503439" y="1605035"/>
            <a:ext cx="5040860" cy="1461431"/>
          </a:xfrm>
          <a:prstGeom prst="rect">
            <a:avLst/>
          </a:prstGeom>
        </p:spPr>
        <p:txBody>
          <a:bodyPr lIns="0" tIns="0" rIns="0" bIns="0" anchor="b"/>
          <a:lstStyle>
            <a:lvl1pPr>
              <a:lnSpc>
                <a:spcPct val="100000"/>
              </a:lnSpc>
              <a:defRPr sz="2800" b="0"/>
            </a:lvl1pPr>
          </a:lstStyle>
          <a:p>
            <a:r>
              <a:rPr lang="en-US"/>
              <a:t>Slide title goes </a:t>
            </a:r>
            <a:br>
              <a:rPr lang="en-US"/>
            </a:br>
            <a:r>
              <a:rPr lang="en-US"/>
              <a:t>here over multiple</a:t>
            </a:r>
            <a:br>
              <a:rPr lang="en-US"/>
            </a:br>
            <a:r>
              <a:rPr lang="en-US"/>
              <a:t>lines if required</a:t>
            </a:r>
          </a:p>
        </p:txBody>
      </p:sp>
      <p:sp>
        <p:nvSpPr>
          <p:cNvPr id="7" name="Text Placeholder 5">
            <a:extLst>
              <a:ext uri="{FF2B5EF4-FFF2-40B4-BE49-F238E27FC236}">
                <a16:creationId xmlns:a16="http://schemas.microsoft.com/office/drawing/2014/main" id="{469555E3-3700-CDC2-01FE-CDE5F1EF916E}"/>
              </a:ext>
            </a:extLst>
          </p:cNvPr>
          <p:cNvSpPr txBox="1">
            <a:spLocks/>
          </p:cNvSpPr>
          <p:nvPr userDrawn="1"/>
        </p:nvSpPr>
        <p:spPr>
          <a:xfrm>
            <a:off x="6724075"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lumMod val="75000"/>
                  </a:schemeClr>
                </a:solidFill>
                <a:latin typeface="Poppins SemiBold" pitchFamily="2" charset="77"/>
                <a:cs typeface="Poppins SemiBold" pitchFamily="2" charset="77"/>
              </a:rPr>
              <a:t>|  NXP  |  </a:t>
            </a:r>
            <a:r>
              <a:rPr lang="en-GB">
                <a:solidFill>
                  <a:schemeClr val="tx1">
                    <a:lumMod val="75000"/>
                  </a:schemeClr>
                </a:solidFill>
                <a:latin typeface="Poppins" panose="00000500000000000000" pitchFamily="2" charset="0"/>
                <a:cs typeface="Poppins" panose="00000500000000000000" pitchFamily="2" charset="0"/>
              </a:rPr>
              <a:t>Public</a:t>
            </a:r>
          </a:p>
        </p:txBody>
      </p:sp>
      <p:sp>
        <p:nvSpPr>
          <p:cNvPr id="11" name="Text Placeholder 5">
            <a:extLst>
              <a:ext uri="{FF2B5EF4-FFF2-40B4-BE49-F238E27FC236}">
                <a16:creationId xmlns:a16="http://schemas.microsoft.com/office/drawing/2014/main" id="{5DDC0077-BAD4-0229-4E1A-2E7B4B30A6D0}"/>
              </a:ext>
            </a:extLst>
          </p:cNvPr>
          <p:cNvSpPr txBox="1">
            <a:spLocks/>
          </p:cNvSpPr>
          <p:nvPr userDrawn="1"/>
        </p:nvSpPr>
        <p:spPr>
          <a:xfrm>
            <a:off x="6503439"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lumMod val="75000"/>
                  </a:schemeClr>
                </a:solidFill>
                <a:latin typeface="Poppins" panose="00000500000000000000" pitchFamily="2" charset="0"/>
                <a:cs typeface="Poppins" panose="00000500000000000000" pitchFamily="2" charset="0"/>
              </a:rPr>
              <a:t>‹#›</a:t>
            </a:fld>
            <a:endParaRPr lang="en-GB">
              <a:solidFill>
                <a:schemeClr val="tx1">
                  <a:lumMod val="75000"/>
                </a:schemeClr>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92152560"/>
      </p:ext>
    </p:extLst>
  </p:cSld>
  <p:clrMapOvr>
    <a:masterClrMapping/>
  </p:clrMapOvr>
  <p:extLst>
    <p:ext uri="{DCECCB84-F9BA-43D5-87BE-67443E8EF086}">
      <p15:sldGuideLst xmlns:p15="http://schemas.microsoft.com/office/powerpoint/2012/main">
        <p15:guide id="1" orient="horz" pos="459">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hoto right + content lef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C6999-857C-3B9C-1BA1-40386C14E843}"/>
              </a:ext>
            </a:extLst>
          </p:cNvPr>
          <p:cNvSpPr/>
          <p:nvPr userDrawn="1"/>
        </p:nvSpPr>
        <p:spPr>
          <a:xfrm>
            <a:off x="6096000" y="0"/>
            <a:ext cx="6096000"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9" name="Text Placeholder 14">
            <a:extLst>
              <a:ext uri="{FF2B5EF4-FFF2-40B4-BE49-F238E27FC236}">
                <a16:creationId xmlns:a16="http://schemas.microsoft.com/office/drawing/2014/main" id="{FF4B8D96-22BA-0C1F-5162-2AC5105DDF10}"/>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10" name="Text Placeholder 14">
            <a:extLst>
              <a:ext uri="{FF2B5EF4-FFF2-40B4-BE49-F238E27FC236}">
                <a16:creationId xmlns:a16="http://schemas.microsoft.com/office/drawing/2014/main" id="{AE087739-C541-8865-EA98-5C2F15B5C0FC}"/>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11" name="Text Placeholder 5">
            <a:extLst>
              <a:ext uri="{FF2B5EF4-FFF2-40B4-BE49-F238E27FC236}">
                <a16:creationId xmlns:a16="http://schemas.microsoft.com/office/drawing/2014/main" id="{418DDFC6-3BD8-E99E-B3E1-EEF133BD7088}"/>
              </a:ext>
            </a:extLst>
          </p:cNvPr>
          <p:cNvSpPr>
            <a:spLocks noGrp="1"/>
          </p:cNvSpPr>
          <p:nvPr>
            <p:ph type="body" sz="quarter" idx="20" hasCustomPrompt="1"/>
          </p:nvPr>
        </p:nvSpPr>
        <p:spPr>
          <a:xfrm>
            <a:off x="407988" y="3431023"/>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r>
              <a:rPr lang="en-US"/>
              <a:t>.</a:t>
            </a:r>
          </a:p>
          <a:p>
            <a:pPr lvl="0"/>
            <a:endParaRPr lang="en-US"/>
          </a:p>
        </p:txBody>
      </p:sp>
      <p:sp>
        <p:nvSpPr>
          <p:cNvPr id="12" name="Title 4">
            <a:extLst>
              <a:ext uri="{FF2B5EF4-FFF2-40B4-BE49-F238E27FC236}">
                <a16:creationId xmlns:a16="http://schemas.microsoft.com/office/drawing/2014/main" id="{D14FD709-AB27-B41E-E4BB-293B59377388}"/>
              </a:ext>
            </a:extLst>
          </p:cNvPr>
          <p:cNvSpPr>
            <a:spLocks noGrp="1"/>
          </p:cNvSpPr>
          <p:nvPr>
            <p:ph type="title" hasCustomPrompt="1"/>
          </p:nvPr>
        </p:nvSpPr>
        <p:spPr>
          <a:xfrm>
            <a:off x="387514" y="1608657"/>
            <a:ext cx="5040860" cy="1454634"/>
          </a:xfrm>
          <a:prstGeom prst="rect">
            <a:avLst/>
          </a:prstGeom>
        </p:spPr>
        <p:txBody>
          <a:bodyPr lIns="0" tIns="0" rIns="0" bIns="0" anchor="b"/>
          <a:lstStyle>
            <a:lvl1pPr>
              <a:lnSpc>
                <a:spcPct val="100000"/>
              </a:lnSpc>
              <a:defRPr sz="2800" b="0"/>
            </a:lvl1pPr>
          </a:lstStyle>
          <a:p>
            <a:r>
              <a:rPr lang="en-US"/>
              <a:t>Slide title goes </a:t>
            </a:r>
            <a:br>
              <a:rPr lang="en-US"/>
            </a:br>
            <a:r>
              <a:rPr lang="en-US"/>
              <a:t>here over multiple</a:t>
            </a:r>
            <a:br>
              <a:rPr lang="en-US"/>
            </a:br>
            <a:r>
              <a:rPr lang="en-US"/>
              <a:t>lines if required</a:t>
            </a:r>
          </a:p>
        </p:txBody>
      </p:sp>
      <p:sp>
        <p:nvSpPr>
          <p:cNvPr id="19" name="Picture Placeholder 14">
            <a:extLst>
              <a:ext uri="{FF2B5EF4-FFF2-40B4-BE49-F238E27FC236}">
                <a16:creationId xmlns:a16="http://schemas.microsoft.com/office/drawing/2014/main" id="{FD387F8D-8C3F-FF40-223D-B4A1BC7AD224}"/>
              </a:ext>
            </a:extLst>
          </p:cNvPr>
          <p:cNvSpPr>
            <a:spLocks noGrp="1"/>
          </p:cNvSpPr>
          <p:nvPr>
            <p:ph type="pic" sz="quarter" idx="17" hasCustomPrompt="1"/>
          </p:nvPr>
        </p:nvSpPr>
        <p:spPr>
          <a:xfrm>
            <a:off x="6096000" y="0"/>
            <a:ext cx="6096000" cy="6858000"/>
          </a:xfrm>
          <a:prstGeom prst="rect">
            <a:avLst/>
          </a:prstGeom>
          <a:solidFill>
            <a:schemeClr val="bg2">
              <a:lumMod val="10000"/>
              <a:lumOff val="90000"/>
            </a:schemeClr>
          </a:solidFill>
        </p:spPr>
        <p:txBody>
          <a:bodyPr anchor="ctr"/>
          <a:lstStyle>
            <a:lvl1pPr marL="0" indent="0" algn="ctr">
              <a:buNone/>
              <a:defRPr sz="1300">
                <a:solidFill>
                  <a:schemeClr val="bg1">
                    <a:lumMod val="95000"/>
                    <a:lumOff val="5000"/>
                  </a:schemeClr>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2" name="Footer Placeholder 7">
            <a:extLst>
              <a:ext uri="{FF2B5EF4-FFF2-40B4-BE49-F238E27FC236}">
                <a16:creationId xmlns:a16="http://schemas.microsoft.com/office/drawing/2014/main" id="{3AF60DD6-FFC3-0965-E53C-A4DA6584391C}"/>
              </a:ext>
            </a:extLst>
          </p:cNvPr>
          <p:cNvSpPr>
            <a:spLocks noGrp="1"/>
          </p:cNvSpPr>
          <p:nvPr>
            <p:ph type="ftr" sz="quarter" idx="3"/>
          </p:nvPr>
        </p:nvSpPr>
        <p:spPr>
          <a:xfrm>
            <a:off x="2205665" y="6229255"/>
            <a:ext cx="3240335"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4051731873"/>
      </p:ext>
    </p:extLst>
  </p:cSld>
  <p:clrMapOvr>
    <a:masterClrMapping/>
  </p:clrMapOvr>
  <p:extLst>
    <p:ext uri="{DCECCB84-F9BA-43D5-87BE-67443E8EF086}">
      <p15:sldGuideLst xmlns:p15="http://schemas.microsoft.com/office/powerpoint/2012/main">
        <p15:guide id="1" orient="horz" pos="459">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 image small">
    <p:spTree>
      <p:nvGrpSpPr>
        <p:cNvPr id="1" name=""/>
        <p:cNvGrpSpPr/>
        <p:nvPr/>
      </p:nvGrpSpPr>
      <p:grpSpPr>
        <a:xfrm>
          <a:off x="0" y="0"/>
          <a:ext cx="0" cy="0"/>
          <a:chOff x="0" y="0"/>
          <a:chExt cx="0" cy="0"/>
        </a:xfrm>
      </p:grpSpPr>
      <p:sp>
        <p:nvSpPr>
          <p:cNvPr id="14" name="Picture Placeholder 14">
            <a:extLst>
              <a:ext uri="{FF2B5EF4-FFF2-40B4-BE49-F238E27FC236}">
                <a16:creationId xmlns:a16="http://schemas.microsoft.com/office/drawing/2014/main" id="{21245394-80EC-F0AD-009D-284FEEB2B031}"/>
              </a:ext>
            </a:extLst>
          </p:cNvPr>
          <p:cNvSpPr>
            <a:spLocks noGrp="1"/>
          </p:cNvSpPr>
          <p:nvPr>
            <p:ph type="pic" sz="quarter" idx="17" hasCustomPrompt="1"/>
          </p:nvPr>
        </p:nvSpPr>
        <p:spPr>
          <a:xfrm>
            <a:off x="6591300" y="1652127"/>
            <a:ext cx="5048250" cy="4748128"/>
          </a:xfrm>
          <a:prstGeom prst="rect">
            <a:avLst/>
          </a:prstGeom>
          <a:solidFill>
            <a:schemeClr val="bg2">
              <a:lumMod val="10000"/>
              <a:lumOff val="90000"/>
            </a:schemeClr>
          </a:solidFill>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7" name="Text Placeholder 14">
            <a:extLst>
              <a:ext uri="{FF2B5EF4-FFF2-40B4-BE49-F238E27FC236}">
                <a16:creationId xmlns:a16="http://schemas.microsoft.com/office/drawing/2014/main" id="{16209300-539C-8152-5982-7DA48EAEC088}"/>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8" name="Text Placeholder 14">
            <a:extLst>
              <a:ext uri="{FF2B5EF4-FFF2-40B4-BE49-F238E27FC236}">
                <a16:creationId xmlns:a16="http://schemas.microsoft.com/office/drawing/2014/main" id="{358361DA-1C1F-7622-FED8-6465D492B719}"/>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9" name="Text Placeholder 5">
            <a:extLst>
              <a:ext uri="{FF2B5EF4-FFF2-40B4-BE49-F238E27FC236}">
                <a16:creationId xmlns:a16="http://schemas.microsoft.com/office/drawing/2014/main" id="{7A473332-A069-A755-63D0-8559BB4E5DB6}"/>
              </a:ext>
            </a:extLst>
          </p:cNvPr>
          <p:cNvSpPr>
            <a:spLocks noGrp="1"/>
          </p:cNvSpPr>
          <p:nvPr>
            <p:ph type="body" sz="quarter" idx="20" hasCustomPrompt="1"/>
          </p:nvPr>
        </p:nvSpPr>
        <p:spPr>
          <a:xfrm>
            <a:off x="407988" y="3431023"/>
            <a:ext cx="5040860" cy="1968971"/>
          </a:xfrm>
          <a:prstGeom prst="rect">
            <a:avLst/>
          </a:prstGeom>
        </p:spPr>
        <p:txBody>
          <a:bodyPr lIns="0" tIns="0" rIns="0" bIns="0"/>
          <a:lstStyle>
            <a:lvl1pPr marL="0" indent="0">
              <a:lnSpc>
                <a:spcPct val="100000"/>
              </a:lnSpc>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endParaRPr lang="en-US"/>
          </a:p>
          <a:p>
            <a:pPr lvl="0"/>
            <a:r>
              <a:rPr lang="en-US"/>
              <a:t>Sones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a:p>
            <a:pPr lvl="0"/>
            <a:r>
              <a:rPr lang="en-US" err="1"/>
              <a:t>Explaborit</a:t>
            </a:r>
            <a:r>
              <a:rPr lang="en-US"/>
              <a:t> </a:t>
            </a:r>
            <a:r>
              <a:rPr lang="en-US" err="1"/>
              <a:t>labo</a:t>
            </a:r>
            <a:r>
              <a:rPr lang="en-US"/>
              <a:t>. </a:t>
            </a:r>
            <a:r>
              <a:rPr lang="en-US" err="1"/>
              <a:t>Bor</a:t>
            </a:r>
            <a:r>
              <a:rPr lang="en-US"/>
              <a:t> </a:t>
            </a:r>
            <a:r>
              <a:rPr lang="en-US" err="1"/>
              <a:t>aut</a:t>
            </a:r>
            <a:r>
              <a:rPr lang="en-US"/>
              <a:t> </a:t>
            </a:r>
            <a:r>
              <a:rPr lang="en-US" err="1"/>
              <a:t>offic</a:t>
            </a:r>
            <a:r>
              <a:rPr lang="en-US"/>
              <a:t> </a:t>
            </a:r>
            <a:r>
              <a:rPr lang="en-US" err="1"/>
              <a:t>te</a:t>
            </a:r>
            <a:r>
              <a:rPr lang="en-US"/>
              <a:t> re </a:t>
            </a:r>
            <a:r>
              <a:rPr lang="en-US" err="1"/>
              <a:t>repratatem</a:t>
            </a:r>
            <a:r>
              <a:rPr lang="en-US"/>
              <a:t> </a:t>
            </a:r>
            <a:r>
              <a:rPr lang="en-US" err="1"/>
              <a:t>quis</a:t>
            </a:r>
            <a:r>
              <a:rPr lang="en-US"/>
              <a:t> </a:t>
            </a:r>
            <a:r>
              <a:rPr lang="en-US" err="1"/>
              <a:t>ut</a:t>
            </a:r>
            <a:r>
              <a:rPr lang="en-US"/>
              <a:t> il </a:t>
            </a:r>
            <a:r>
              <a:rPr lang="en-US" err="1"/>
              <a:t>ipsa</a:t>
            </a:r>
            <a:r>
              <a:rPr lang="en-US"/>
              <a:t> </a:t>
            </a:r>
            <a:r>
              <a:rPr lang="en-US" err="1"/>
              <a:t>vollaut</a:t>
            </a:r>
            <a:r>
              <a:rPr lang="en-US"/>
              <a:t> </a:t>
            </a:r>
            <a:r>
              <a:rPr lang="en-US" err="1"/>
              <a:t>volupta</a:t>
            </a:r>
            <a:r>
              <a:rPr lang="en-US"/>
              <a:t>.</a:t>
            </a:r>
          </a:p>
          <a:p>
            <a:pPr lvl="0"/>
            <a:endParaRPr lang="en-US"/>
          </a:p>
        </p:txBody>
      </p:sp>
      <p:sp>
        <p:nvSpPr>
          <p:cNvPr id="10" name="Title 4">
            <a:extLst>
              <a:ext uri="{FF2B5EF4-FFF2-40B4-BE49-F238E27FC236}">
                <a16:creationId xmlns:a16="http://schemas.microsoft.com/office/drawing/2014/main" id="{46245C49-A606-4225-6F82-7EA58D2F64C9}"/>
              </a:ext>
            </a:extLst>
          </p:cNvPr>
          <p:cNvSpPr>
            <a:spLocks noGrp="1"/>
          </p:cNvSpPr>
          <p:nvPr>
            <p:ph type="title" hasCustomPrompt="1"/>
          </p:nvPr>
        </p:nvSpPr>
        <p:spPr>
          <a:xfrm>
            <a:off x="387514" y="1608657"/>
            <a:ext cx="5040860" cy="1454634"/>
          </a:xfrm>
          <a:prstGeom prst="rect">
            <a:avLst/>
          </a:prstGeom>
        </p:spPr>
        <p:txBody>
          <a:bodyPr lIns="0" tIns="0" rIns="0" bIns="0" anchor="b"/>
          <a:lstStyle>
            <a:lvl1pPr>
              <a:lnSpc>
                <a:spcPct val="100000"/>
              </a:lnSpc>
              <a:defRPr sz="2800" b="0"/>
            </a:lvl1pPr>
          </a:lstStyle>
          <a:p>
            <a:r>
              <a:rPr lang="en-US"/>
              <a:t>Slide title goes </a:t>
            </a:r>
            <a:br>
              <a:rPr lang="en-US"/>
            </a:br>
            <a:r>
              <a:rPr lang="en-US"/>
              <a:t>here over multiple</a:t>
            </a:r>
            <a:br>
              <a:rPr lang="en-US"/>
            </a:br>
            <a:r>
              <a:rPr lang="en-US"/>
              <a:t>lines if required</a:t>
            </a:r>
          </a:p>
        </p:txBody>
      </p:sp>
    </p:spTree>
    <p:extLst>
      <p:ext uri="{BB962C8B-B14F-4D97-AF65-F5344CB8AC3E}">
        <p14:creationId xmlns:p14="http://schemas.microsoft.com/office/powerpoint/2010/main" val="3405484052"/>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guide id="5" orient="horz" pos="1865">
          <p15:clr>
            <a:srgbClr val="FBAE40"/>
          </p15:clr>
        </p15:guide>
        <p15:guide id="6" orient="horz" pos="159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 3 vertical">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20FAEFE-DCEA-C11E-9CD8-5BAE7ECD0A84}"/>
              </a:ext>
            </a:extLst>
          </p:cNvPr>
          <p:cNvSpPr/>
          <p:nvPr userDrawn="1"/>
        </p:nvSpPr>
        <p:spPr>
          <a:xfrm>
            <a:off x="6096000" y="0"/>
            <a:ext cx="6096000"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12" name="Picture Placeholder 7">
            <a:extLst>
              <a:ext uri="{FF2B5EF4-FFF2-40B4-BE49-F238E27FC236}">
                <a16:creationId xmlns:a16="http://schemas.microsoft.com/office/drawing/2014/main" id="{2A42E699-C892-2CB8-E3D4-0CE9521EA926}"/>
              </a:ext>
            </a:extLst>
          </p:cNvPr>
          <p:cNvSpPr>
            <a:spLocks noGrp="1"/>
          </p:cNvSpPr>
          <p:nvPr>
            <p:ph type="pic" sz="quarter" idx="25" hasCustomPrompt="1"/>
          </p:nvPr>
        </p:nvSpPr>
        <p:spPr>
          <a:xfrm>
            <a:off x="6113626" y="0"/>
            <a:ext cx="6078373" cy="2282024"/>
          </a:xfrm>
          <a:prstGeom prst="rect">
            <a:avLst/>
          </a:prstGeom>
          <a:solidFill>
            <a:schemeClr val="bg2">
              <a:lumMod val="10000"/>
              <a:lumOff val="90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3" name="Picture Placeholder 7">
            <a:extLst>
              <a:ext uri="{FF2B5EF4-FFF2-40B4-BE49-F238E27FC236}">
                <a16:creationId xmlns:a16="http://schemas.microsoft.com/office/drawing/2014/main" id="{F4C96FE9-C037-14C3-012B-B741623D23DD}"/>
              </a:ext>
            </a:extLst>
          </p:cNvPr>
          <p:cNvSpPr>
            <a:spLocks noGrp="1"/>
          </p:cNvSpPr>
          <p:nvPr>
            <p:ph type="pic" sz="quarter" idx="26" hasCustomPrompt="1"/>
          </p:nvPr>
        </p:nvSpPr>
        <p:spPr>
          <a:xfrm>
            <a:off x="6113626" y="2282023"/>
            <a:ext cx="6078373" cy="2294813"/>
          </a:xfrm>
          <a:prstGeom prst="rect">
            <a:avLst/>
          </a:prstGeom>
          <a:solidFill>
            <a:schemeClr val="bg2">
              <a:lumMod val="25000"/>
              <a:lumOff val="75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4" name="Picture Placeholder 7">
            <a:extLst>
              <a:ext uri="{FF2B5EF4-FFF2-40B4-BE49-F238E27FC236}">
                <a16:creationId xmlns:a16="http://schemas.microsoft.com/office/drawing/2014/main" id="{07DF25DC-1055-D2B2-98AF-5F29BBD47E9A}"/>
              </a:ext>
            </a:extLst>
          </p:cNvPr>
          <p:cNvSpPr>
            <a:spLocks noGrp="1"/>
          </p:cNvSpPr>
          <p:nvPr>
            <p:ph type="pic" sz="quarter" idx="27" hasCustomPrompt="1"/>
          </p:nvPr>
        </p:nvSpPr>
        <p:spPr>
          <a:xfrm>
            <a:off x="6113626" y="4575977"/>
            <a:ext cx="6078373" cy="2282024"/>
          </a:xfrm>
          <a:prstGeom prst="rect">
            <a:avLst/>
          </a:prstGeom>
          <a:solidFill>
            <a:schemeClr val="bg2">
              <a:lumMod val="10000"/>
              <a:lumOff val="90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9" name="Text Placeholder 14">
            <a:extLst>
              <a:ext uri="{FF2B5EF4-FFF2-40B4-BE49-F238E27FC236}">
                <a16:creationId xmlns:a16="http://schemas.microsoft.com/office/drawing/2014/main" id="{DD790FE4-BFEC-9756-BEB4-6B96B0DF6EEE}"/>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11" name="Text Placeholder 14">
            <a:extLst>
              <a:ext uri="{FF2B5EF4-FFF2-40B4-BE49-F238E27FC236}">
                <a16:creationId xmlns:a16="http://schemas.microsoft.com/office/drawing/2014/main" id="{E2FD68F5-B296-0C2B-59DB-54BBD7D001C2}"/>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15" name="Title 4">
            <a:extLst>
              <a:ext uri="{FF2B5EF4-FFF2-40B4-BE49-F238E27FC236}">
                <a16:creationId xmlns:a16="http://schemas.microsoft.com/office/drawing/2014/main" id="{B3D111EC-D128-EB01-30D0-3F5DA8E36287}"/>
              </a:ext>
            </a:extLst>
          </p:cNvPr>
          <p:cNvSpPr>
            <a:spLocks noGrp="1"/>
          </p:cNvSpPr>
          <p:nvPr>
            <p:ph type="title" hasCustomPrompt="1"/>
          </p:nvPr>
        </p:nvSpPr>
        <p:spPr>
          <a:xfrm>
            <a:off x="386074" y="1682705"/>
            <a:ext cx="5040860" cy="952758"/>
          </a:xfrm>
          <a:prstGeom prst="rect">
            <a:avLst/>
          </a:prstGeom>
        </p:spPr>
        <p:txBody>
          <a:bodyPr lIns="0" tIns="0" rIns="0" bIns="0" anchor="b"/>
          <a:lstStyle>
            <a:lvl1pPr>
              <a:lnSpc>
                <a:spcPct val="100000"/>
              </a:lnSpc>
              <a:defRPr sz="2800" b="0"/>
            </a:lvl1pPr>
          </a:lstStyle>
          <a:p>
            <a:r>
              <a:rPr lang="en-US"/>
              <a:t>Slide title goes here over multiple lines if required</a:t>
            </a:r>
          </a:p>
        </p:txBody>
      </p:sp>
      <p:sp>
        <p:nvSpPr>
          <p:cNvPr id="16" name="Text Placeholder 7">
            <a:extLst>
              <a:ext uri="{FF2B5EF4-FFF2-40B4-BE49-F238E27FC236}">
                <a16:creationId xmlns:a16="http://schemas.microsoft.com/office/drawing/2014/main" id="{0595F731-0F02-28C1-AF72-7799DA7D7257}"/>
              </a:ext>
            </a:extLst>
          </p:cNvPr>
          <p:cNvSpPr>
            <a:spLocks noGrp="1"/>
          </p:cNvSpPr>
          <p:nvPr>
            <p:ph type="body" sz="quarter" idx="14" hasCustomPrompt="1"/>
          </p:nvPr>
        </p:nvSpPr>
        <p:spPr>
          <a:xfrm>
            <a:off x="379413" y="2894274"/>
            <a:ext cx="5066587" cy="3038213"/>
          </a:xfrm>
          <a:prstGeom prst="rect">
            <a:avLst/>
          </a:prstGeom>
        </p:spPr>
        <p:txBody>
          <a:bodyPr lIns="0" tIns="0" rIns="0" bIns="0">
            <a:normAutofit/>
          </a:bodyPr>
          <a:lstStyle>
            <a:lvl1pPr marL="171450" indent="-171450">
              <a:lnSpc>
                <a:spcPct val="110000"/>
              </a:lnSpc>
              <a:spcBef>
                <a:spcPts val="1200"/>
              </a:spcBef>
              <a:buFont typeface="Arial" panose="020B0604020202020204" pitchFamily="34" charset="0"/>
              <a:buChar char="•"/>
              <a:defRPr sz="1800">
                <a:latin typeface="Poppins" panose="00000500000000000000" pitchFamily="2" charset="0"/>
                <a:cs typeface="Poppins" panose="00000500000000000000" pitchFamily="2" charset="0"/>
              </a:defRPr>
            </a:lvl1pPr>
            <a:lvl2pPr marL="344488" indent="-173038">
              <a:lnSpc>
                <a:spcPct val="110000"/>
              </a:lnSpc>
              <a:spcBef>
                <a:spcPts val="1200"/>
              </a:spcBef>
              <a:buFont typeface="Poppins" panose="00000500000000000000" pitchFamily="2" charset="0"/>
              <a:buChar char="−"/>
              <a:defRPr sz="1600">
                <a:latin typeface="Poppins" panose="00000500000000000000" pitchFamily="2" charset="0"/>
                <a:cs typeface="Poppins" panose="00000500000000000000" pitchFamily="2" charset="0"/>
              </a:defRPr>
            </a:lvl2pPr>
            <a:lvl3pPr marL="515938" indent="-171450">
              <a:lnSpc>
                <a:spcPct val="110000"/>
              </a:lnSpc>
              <a:spcBef>
                <a:spcPts val="1200"/>
              </a:spcBef>
              <a:defRPr sz="1400">
                <a:latin typeface="Poppins" panose="00000500000000000000" pitchFamily="2" charset="0"/>
                <a:cs typeface="Poppins" panose="00000500000000000000" pitchFamily="2" charset="0"/>
              </a:defRPr>
            </a:lvl3pPr>
            <a:lvl4pPr marL="688975" indent="-173038">
              <a:lnSpc>
                <a:spcPct val="110000"/>
              </a:lnSpc>
              <a:spcBef>
                <a:spcPts val="1200"/>
              </a:spcBef>
              <a:buFont typeface="Poppins" panose="00000500000000000000" pitchFamily="2" charset="0"/>
              <a:buChar char="−"/>
              <a:defRPr sz="1200">
                <a:latin typeface="Poppins" panose="00000500000000000000" pitchFamily="2" charset="0"/>
                <a:cs typeface="Poppins" panose="00000500000000000000" pitchFamily="2" charset="0"/>
              </a:defRPr>
            </a:lvl4pPr>
            <a:lvl5pPr marL="855663" indent="-166688">
              <a:lnSpc>
                <a:spcPct val="110000"/>
              </a:lnSpc>
              <a:spcBef>
                <a:spcPts val="1200"/>
              </a:spcBef>
              <a:defRPr sz="1000">
                <a:latin typeface="Poppins" panose="00000500000000000000" pitchFamily="2" charset="0"/>
                <a:cs typeface="Poppins" panose="00000500000000000000" pitchFamily="2" charset="0"/>
              </a:defRPr>
            </a:lvl5pPr>
          </a:lstStyle>
          <a:p>
            <a:pPr lvl="0"/>
            <a:r>
              <a:rPr lang="en-US"/>
              <a:t>Click to add first level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4314095"/>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 2 photo">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990E8F-3F86-019E-7259-C5DF5D006B8A}"/>
              </a:ext>
            </a:extLst>
          </p:cNvPr>
          <p:cNvSpPr/>
          <p:nvPr userDrawn="1"/>
        </p:nvSpPr>
        <p:spPr>
          <a:xfrm>
            <a:off x="6096000" y="0"/>
            <a:ext cx="6096000" cy="6858000"/>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Poppins" panose="00000500000000000000" pitchFamily="2" charset="0"/>
            </a:endParaRPr>
          </a:p>
        </p:txBody>
      </p:sp>
      <p:sp>
        <p:nvSpPr>
          <p:cNvPr id="10" name="Picture Placeholder 7">
            <a:extLst>
              <a:ext uri="{FF2B5EF4-FFF2-40B4-BE49-F238E27FC236}">
                <a16:creationId xmlns:a16="http://schemas.microsoft.com/office/drawing/2014/main" id="{0BA635FC-A312-CDFD-CEE2-71AE69C703CA}"/>
              </a:ext>
            </a:extLst>
          </p:cNvPr>
          <p:cNvSpPr>
            <a:spLocks noGrp="1"/>
          </p:cNvSpPr>
          <p:nvPr>
            <p:ph type="pic" sz="quarter" idx="24" hasCustomPrompt="1"/>
          </p:nvPr>
        </p:nvSpPr>
        <p:spPr>
          <a:xfrm>
            <a:off x="400050" y="4014788"/>
            <a:ext cx="5027613" cy="1963737"/>
          </a:xfrm>
          <a:prstGeom prst="rect">
            <a:avLst/>
          </a:prstGeom>
          <a:solidFill>
            <a:schemeClr val="bg2">
              <a:lumMod val="10000"/>
              <a:lumOff val="90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11" name="Picture Placeholder 7">
            <a:extLst>
              <a:ext uri="{FF2B5EF4-FFF2-40B4-BE49-F238E27FC236}">
                <a16:creationId xmlns:a16="http://schemas.microsoft.com/office/drawing/2014/main" id="{97CDDFA3-A77C-84F6-C805-0F704B7EA5C5}"/>
              </a:ext>
            </a:extLst>
          </p:cNvPr>
          <p:cNvSpPr>
            <a:spLocks noGrp="1"/>
          </p:cNvSpPr>
          <p:nvPr>
            <p:ph type="pic" sz="quarter" idx="25" hasCustomPrompt="1"/>
          </p:nvPr>
        </p:nvSpPr>
        <p:spPr>
          <a:xfrm>
            <a:off x="6613341" y="4014788"/>
            <a:ext cx="5027613" cy="1963737"/>
          </a:xfrm>
          <a:prstGeom prst="rect">
            <a:avLst/>
          </a:prstGeom>
          <a:solidFill>
            <a:schemeClr val="bg2">
              <a:lumMod val="10000"/>
              <a:lumOff val="90000"/>
            </a:schemeClr>
          </a:solidFill>
        </p:spPr>
        <p:txBody>
          <a:bodyPr anchor="ctr"/>
          <a:lstStyle>
            <a:lvl1pPr marL="0" indent="0" algn="ctr">
              <a:buFontTx/>
              <a:buNone/>
              <a:defRPr sz="1300">
                <a:solidFill>
                  <a:schemeClr val="bg1"/>
                </a:solidFill>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lang="en-GB"/>
              <a:t>Click to insert image</a:t>
            </a:r>
          </a:p>
        </p:txBody>
      </p:sp>
      <p:sp>
        <p:nvSpPr>
          <p:cNvPr id="2" name="Text Placeholder 14">
            <a:extLst>
              <a:ext uri="{FF2B5EF4-FFF2-40B4-BE49-F238E27FC236}">
                <a16:creationId xmlns:a16="http://schemas.microsoft.com/office/drawing/2014/main" id="{536B57A2-10F0-6C44-3C29-83B0D55775EF}"/>
              </a:ext>
            </a:extLst>
          </p:cNvPr>
          <p:cNvSpPr>
            <a:spLocks noGrp="1"/>
          </p:cNvSpPr>
          <p:nvPr>
            <p:ph type="body" sz="quarter" idx="13" hasCustomPrompt="1"/>
          </p:nvPr>
        </p:nvSpPr>
        <p:spPr>
          <a:xfrm>
            <a:off x="400214" y="453700"/>
            <a:ext cx="5045786" cy="332167"/>
          </a:xfrm>
          <a:prstGeom prst="rect">
            <a:avLst/>
          </a:prstGeom>
        </p:spPr>
        <p:txBody>
          <a:bodyPr lIns="0" tIns="0" rIns="0" bIns="0" anchor="b"/>
          <a:lstStyle>
            <a:lvl1pPr marL="0" indent="0">
              <a:lnSpc>
                <a:spcPct val="100000"/>
              </a:lnSpc>
              <a:spcBef>
                <a:spcPts val="0"/>
              </a:spcBef>
              <a:buNone/>
              <a:defRPr sz="1500" b="0" i="0">
                <a:solidFill>
                  <a:schemeClr val="tx1"/>
                </a:solidFill>
                <a:latin typeface="Poppins SemiBold" pitchFamily="2" charset="77"/>
                <a:cs typeface="Poppins SemiBold" pitchFamily="2" charset="77"/>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Navigation Section</a:t>
            </a:r>
          </a:p>
        </p:txBody>
      </p:sp>
      <p:sp>
        <p:nvSpPr>
          <p:cNvPr id="6" name="Text Placeholder 14">
            <a:extLst>
              <a:ext uri="{FF2B5EF4-FFF2-40B4-BE49-F238E27FC236}">
                <a16:creationId xmlns:a16="http://schemas.microsoft.com/office/drawing/2014/main" id="{CEAE77CD-9E4A-7D74-E4B4-4AD390F68B02}"/>
              </a:ext>
            </a:extLst>
          </p:cNvPr>
          <p:cNvSpPr>
            <a:spLocks noGrp="1"/>
          </p:cNvSpPr>
          <p:nvPr>
            <p:ph type="body" sz="quarter" idx="18" hasCustomPrompt="1"/>
          </p:nvPr>
        </p:nvSpPr>
        <p:spPr>
          <a:xfrm>
            <a:off x="404813" y="879717"/>
            <a:ext cx="5045786" cy="256400"/>
          </a:xfrm>
          <a:prstGeom prst="rect">
            <a:avLst/>
          </a:prstGeom>
        </p:spPr>
        <p:txBody>
          <a:bodyPr lIns="0" tIns="0" rIns="0" bIns="0" anchor="t"/>
          <a:lstStyle>
            <a:lvl1pPr marL="0" indent="0">
              <a:lnSpc>
                <a:spcPct val="100000"/>
              </a:lnSpc>
              <a:spcBef>
                <a:spcPts val="0"/>
              </a:spcBef>
              <a:buNone/>
              <a:defRPr sz="1200" b="0" i="0">
                <a:solidFill>
                  <a:schemeClr val="tx1"/>
                </a:solidFill>
                <a:latin typeface="Poppins" panose="00000500000000000000" pitchFamily="2" charset="0"/>
                <a:cs typeface="Poppins" panose="00000500000000000000" pitchFamily="2" charset="0"/>
              </a:defRPr>
            </a:lvl1pPr>
            <a:lvl2pPr marL="457200" indent="0">
              <a:buNone/>
              <a:defRPr sz="4000" b="1" i="0">
                <a:solidFill>
                  <a:schemeClr val="tx2"/>
                </a:solidFill>
                <a:latin typeface="Poppins" pitchFamily="2" charset="77"/>
                <a:cs typeface="Poppins" pitchFamily="2" charset="77"/>
              </a:defRPr>
            </a:lvl2pPr>
            <a:lvl3pPr marL="914400" indent="0">
              <a:buNone/>
              <a:defRPr sz="4000" b="1" i="0">
                <a:solidFill>
                  <a:schemeClr val="tx2"/>
                </a:solidFill>
                <a:latin typeface="Poppins" pitchFamily="2" charset="77"/>
                <a:cs typeface="Poppins" pitchFamily="2" charset="77"/>
              </a:defRPr>
            </a:lvl3pPr>
            <a:lvl4pPr marL="1371600" indent="0">
              <a:buNone/>
              <a:defRPr sz="4000" b="1" i="0">
                <a:solidFill>
                  <a:schemeClr val="tx2"/>
                </a:solidFill>
                <a:latin typeface="Poppins" pitchFamily="2" charset="77"/>
                <a:cs typeface="Poppins" pitchFamily="2" charset="77"/>
              </a:defRPr>
            </a:lvl4pPr>
            <a:lvl5pPr marL="1828800" indent="0">
              <a:buNone/>
              <a:defRPr sz="4000" b="1" i="0">
                <a:solidFill>
                  <a:schemeClr val="tx2"/>
                </a:solidFill>
                <a:latin typeface="Poppins" pitchFamily="2" charset="77"/>
                <a:cs typeface="Poppins" pitchFamily="2" charset="77"/>
              </a:defRPr>
            </a:lvl5pPr>
          </a:lstStyle>
          <a:p>
            <a:pPr lvl="0"/>
            <a:r>
              <a:rPr lang="en-GB"/>
              <a:t>Secondary heading goes here</a:t>
            </a:r>
          </a:p>
        </p:txBody>
      </p:sp>
      <p:sp>
        <p:nvSpPr>
          <p:cNvPr id="12" name="Title 4">
            <a:extLst>
              <a:ext uri="{FF2B5EF4-FFF2-40B4-BE49-F238E27FC236}">
                <a16:creationId xmlns:a16="http://schemas.microsoft.com/office/drawing/2014/main" id="{56EFC393-F3E0-61E8-169E-22AB3A81B1E0}"/>
              </a:ext>
            </a:extLst>
          </p:cNvPr>
          <p:cNvSpPr>
            <a:spLocks noGrp="1"/>
          </p:cNvSpPr>
          <p:nvPr>
            <p:ph type="title" hasCustomPrompt="1"/>
          </p:nvPr>
        </p:nvSpPr>
        <p:spPr>
          <a:xfrm>
            <a:off x="386074" y="1682705"/>
            <a:ext cx="5040860" cy="952758"/>
          </a:xfrm>
          <a:prstGeom prst="rect">
            <a:avLst/>
          </a:prstGeom>
        </p:spPr>
        <p:txBody>
          <a:bodyPr lIns="0" tIns="0" rIns="0" bIns="0" anchor="b"/>
          <a:lstStyle>
            <a:lvl1pPr>
              <a:lnSpc>
                <a:spcPct val="100000"/>
              </a:lnSpc>
              <a:defRPr sz="2800" b="0"/>
            </a:lvl1pPr>
          </a:lstStyle>
          <a:p>
            <a:r>
              <a:rPr lang="en-US"/>
              <a:t>Slide title goes here over multiple lines if required</a:t>
            </a:r>
          </a:p>
        </p:txBody>
      </p:sp>
      <p:sp>
        <p:nvSpPr>
          <p:cNvPr id="13" name="Text Placeholder 5">
            <a:extLst>
              <a:ext uri="{FF2B5EF4-FFF2-40B4-BE49-F238E27FC236}">
                <a16:creationId xmlns:a16="http://schemas.microsoft.com/office/drawing/2014/main" id="{0D3881B2-2CB5-BFB7-3D69-DB30616B86C6}"/>
              </a:ext>
            </a:extLst>
          </p:cNvPr>
          <p:cNvSpPr>
            <a:spLocks noGrp="1"/>
          </p:cNvSpPr>
          <p:nvPr>
            <p:ph type="body" sz="quarter" idx="22" hasCustomPrompt="1"/>
          </p:nvPr>
        </p:nvSpPr>
        <p:spPr>
          <a:xfrm>
            <a:off x="407988" y="2960689"/>
            <a:ext cx="5040860" cy="855937"/>
          </a:xfrm>
          <a:prstGeom prst="rect">
            <a:avLst/>
          </a:prstGeom>
        </p:spPr>
        <p:txBody>
          <a:bodyPr lIns="0" tIns="0" rIns="0" bIns="0"/>
          <a:lstStyle>
            <a:lvl1pPr marL="0" indent="0">
              <a:lnSpc>
                <a:spcPct val="100000"/>
              </a:lnSpc>
              <a:spcBef>
                <a:spcPts val="600"/>
              </a:spcBef>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r>
              <a:rPr lang="en-US"/>
              <a:t> cones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p:txBody>
      </p:sp>
      <p:sp>
        <p:nvSpPr>
          <p:cNvPr id="14" name="Text Placeholder 5">
            <a:extLst>
              <a:ext uri="{FF2B5EF4-FFF2-40B4-BE49-F238E27FC236}">
                <a16:creationId xmlns:a16="http://schemas.microsoft.com/office/drawing/2014/main" id="{F90AB17C-2820-B52E-E6A5-744B267555B7}"/>
              </a:ext>
            </a:extLst>
          </p:cNvPr>
          <p:cNvSpPr>
            <a:spLocks noGrp="1"/>
          </p:cNvSpPr>
          <p:nvPr>
            <p:ph type="body" sz="quarter" idx="23" hasCustomPrompt="1"/>
          </p:nvPr>
        </p:nvSpPr>
        <p:spPr>
          <a:xfrm>
            <a:off x="6600094" y="2960689"/>
            <a:ext cx="5040860" cy="855937"/>
          </a:xfrm>
          <a:prstGeom prst="rect">
            <a:avLst/>
          </a:prstGeom>
        </p:spPr>
        <p:txBody>
          <a:bodyPr lIns="0" tIns="0" rIns="0" bIns="0"/>
          <a:lstStyle>
            <a:lvl1pPr marL="0" indent="0">
              <a:lnSpc>
                <a:spcPct val="100000"/>
              </a:lnSpc>
              <a:spcBef>
                <a:spcPts val="600"/>
              </a:spcBef>
              <a:buNone/>
              <a:defRPr sz="1500">
                <a:latin typeface="Poppins" panose="00000500000000000000" pitchFamily="2" charset="0"/>
                <a:cs typeface="Poppins" panose="00000500000000000000" pitchFamily="2" charset="0"/>
              </a:defRPr>
            </a:lvl1pPr>
          </a:lstStyle>
          <a:p>
            <a:pPr lvl="0"/>
            <a:r>
              <a:rPr lang="en-US" err="1"/>
              <a:t>Inctur</a:t>
            </a:r>
            <a:r>
              <a:rPr lang="en-US"/>
              <a:t>? </a:t>
            </a:r>
            <a:r>
              <a:rPr lang="en-US" err="1"/>
              <a:t>Otatur</a:t>
            </a:r>
            <a:r>
              <a:rPr lang="en-US"/>
              <a:t> </a:t>
            </a:r>
            <a:r>
              <a:rPr lang="en-US" err="1"/>
              <a:t>sendes</a:t>
            </a:r>
            <a:r>
              <a:rPr lang="en-US"/>
              <a:t> </a:t>
            </a:r>
            <a:r>
              <a:rPr lang="en-US" err="1"/>
              <a:t>sinctestest</a:t>
            </a:r>
            <a:r>
              <a:rPr lang="en-US"/>
              <a:t> et ex et </a:t>
            </a:r>
            <a:r>
              <a:rPr lang="en-US" err="1"/>
              <a:t>vollab</a:t>
            </a:r>
            <a:r>
              <a:rPr lang="en-US"/>
              <a:t> is del id </a:t>
            </a:r>
            <a:r>
              <a:rPr lang="en-US" err="1"/>
              <a:t>quaecust</a:t>
            </a:r>
            <a:r>
              <a:rPr lang="en-US"/>
              <a:t>, </a:t>
            </a:r>
            <a:r>
              <a:rPr lang="en-US" err="1"/>
              <a:t>inctemquam</a:t>
            </a:r>
            <a:r>
              <a:rPr lang="en-US"/>
              <a:t> </a:t>
            </a:r>
            <a:r>
              <a:rPr lang="en-US" err="1"/>
              <a:t>fuga</a:t>
            </a:r>
            <a:r>
              <a:rPr lang="en-US"/>
              <a:t>. Ne </a:t>
            </a:r>
            <a:r>
              <a:rPr lang="en-US" err="1"/>
              <a:t>pror</a:t>
            </a:r>
            <a:r>
              <a:rPr lang="en-US"/>
              <a:t> </a:t>
            </a:r>
            <a:r>
              <a:rPr lang="en-US" err="1"/>
              <a:t>arcia</a:t>
            </a:r>
            <a:r>
              <a:rPr lang="en-US"/>
              <a:t> nus </a:t>
            </a:r>
            <a:r>
              <a:rPr lang="en-US" err="1"/>
              <a:t>diti</a:t>
            </a:r>
            <a:r>
              <a:rPr lang="en-US"/>
              <a:t> cones que </a:t>
            </a:r>
            <a:r>
              <a:rPr lang="en-US" err="1"/>
              <a:t>voloribus</a:t>
            </a:r>
            <a:r>
              <a:rPr lang="en-US"/>
              <a:t>, </a:t>
            </a:r>
            <a:r>
              <a:rPr lang="en-US" err="1"/>
              <a:t>sitati</a:t>
            </a:r>
            <a:r>
              <a:rPr lang="en-US"/>
              <a:t> </a:t>
            </a:r>
            <a:r>
              <a:rPr lang="en-US" err="1"/>
              <a:t>nimet</a:t>
            </a:r>
            <a:r>
              <a:rPr lang="en-US"/>
              <a:t>, </a:t>
            </a:r>
            <a:r>
              <a:rPr lang="en-US" err="1"/>
              <a:t>ut</a:t>
            </a:r>
            <a:r>
              <a:rPr lang="en-US"/>
              <a:t> </a:t>
            </a:r>
            <a:r>
              <a:rPr lang="en-US" err="1"/>
              <a:t>unt</a:t>
            </a:r>
            <a:r>
              <a:rPr lang="en-US"/>
              <a:t> </a:t>
            </a:r>
            <a:r>
              <a:rPr lang="en-US" err="1"/>
              <a:t>aris</a:t>
            </a:r>
            <a:r>
              <a:rPr lang="en-US"/>
              <a:t> </a:t>
            </a:r>
            <a:r>
              <a:rPr lang="en-US" err="1"/>
              <a:t>corest</a:t>
            </a:r>
            <a:endParaRPr lang="en-US"/>
          </a:p>
        </p:txBody>
      </p:sp>
    </p:spTree>
    <p:extLst>
      <p:ext uri="{BB962C8B-B14F-4D97-AF65-F5344CB8AC3E}">
        <p14:creationId xmlns:p14="http://schemas.microsoft.com/office/powerpoint/2010/main" val="120483704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 chart dark">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48D8654F-C79C-9C2C-7718-1FD0D86A466F}"/>
              </a:ext>
            </a:extLst>
          </p:cNvPr>
          <p:cNvSpPr>
            <a:spLocks noGrp="1"/>
          </p:cNvSpPr>
          <p:nvPr>
            <p:ph type="chart" sz="quarter" idx="22" hasCustomPrompt="1"/>
          </p:nvPr>
        </p:nvSpPr>
        <p:spPr>
          <a:xfrm>
            <a:off x="6516805" y="879475"/>
            <a:ext cx="5179327" cy="5057775"/>
          </a:xfrm>
          <a:prstGeom prst="rect">
            <a:avLst/>
          </a:prstGeom>
        </p:spPr>
        <p:txBody>
          <a:bodyPr anchor="ctr"/>
          <a:lstStyle>
            <a:lvl1pPr marL="0" indent="0" algn="ctr">
              <a:buNone/>
              <a:defRPr sz="1300">
                <a:solidFill>
                  <a:schemeClr val="tx1"/>
                </a:solidFill>
                <a:latin typeface="Poppins" panose="00000500000000000000" pitchFamily="2" charset="0"/>
                <a:cs typeface="Poppins" panose="00000500000000000000" pitchFamily="2" charset="0"/>
              </a:defRPr>
            </a:lvl1pPr>
          </a:lstStyle>
          <a:p>
            <a:r>
              <a:rPr lang="en-US"/>
              <a:t>Click to insert chart</a:t>
            </a:r>
          </a:p>
        </p:txBody>
      </p:sp>
      <p:sp>
        <p:nvSpPr>
          <p:cNvPr id="6" name="Text Placeholder 5">
            <a:extLst>
              <a:ext uri="{FF2B5EF4-FFF2-40B4-BE49-F238E27FC236}">
                <a16:creationId xmlns:a16="http://schemas.microsoft.com/office/drawing/2014/main" id="{A344AED7-4EA8-8B56-18D5-B3B9CE190796}"/>
              </a:ext>
            </a:extLst>
          </p:cNvPr>
          <p:cNvSpPr>
            <a:spLocks noGrp="1"/>
          </p:cNvSpPr>
          <p:nvPr>
            <p:ph type="body" sz="quarter" idx="21" hasCustomPrompt="1"/>
          </p:nvPr>
        </p:nvSpPr>
        <p:spPr>
          <a:xfrm>
            <a:off x="407988" y="2053989"/>
            <a:ext cx="5040860" cy="3883261"/>
          </a:xfrm>
          <a:prstGeom prst="rect">
            <a:avLst/>
          </a:prstGeom>
        </p:spPr>
        <p:txBody>
          <a:bodyPr lIns="0" tIns="0" rIns="0" bIns="0"/>
          <a:lstStyle>
            <a:lvl1pPr marL="0" indent="0">
              <a:lnSpc>
                <a:spcPct val="100000"/>
              </a:lnSpc>
              <a:spcBef>
                <a:spcPts val="1400"/>
              </a:spcBef>
              <a:buNone/>
              <a:defRPr sz="18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p:txBody>
      </p:sp>
      <p:sp>
        <p:nvSpPr>
          <p:cNvPr id="8" name="Title 4">
            <a:extLst>
              <a:ext uri="{FF2B5EF4-FFF2-40B4-BE49-F238E27FC236}">
                <a16:creationId xmlns:a16="http://schemas.microsoft.com/office/drawing/2014/main" id="{6DFBBF1E-A3F6-F451-4829-D1E3F074E0F2}"/>
              </a:ext>
            </a:extLst>
          </p:cNvPr>
          <p:cNvSpPr>
            <a:spLocks noGrp="1"/>
          </p:cNvSpPr>
          <p:nvPr>
            <p:ph type="title" hasCustomPrompt="1"/>
          </p:nvPr>
        </p:nvSpPr>
        <p:spPr>
          <a:xfrm>
            <a:off x="386074" y="856309"/>
            <a:ext cx="5040860" cy="952758"/>
          </a:xfrm>
          <a:prstGeom prst="rect">
            <a:avLst/>
          </a:prstGeom>
        </p:spPr>
        <p:txBody>
          <a:bodyPr lIns="0" tIns="0" rIns="0" bIns="0" anchor="b"/>
          <a:lstStyle>
            <a:lvl1pPr>
              <a:lnSpc>
                <a:spcPct val="100000"/>
              </a:lnSpc>
              <a:defRPr sz="2800" b="0"/>
            </a:lvl1pPr>
          </a:lstStyle>
          <a:p>
            <a:r>
              <a:rPr lang="en-US"/>
              <a:t>Slide title goes here over multiple lines if required</a:t>
            </a:r>
          </a:p>
        </p:txBody>
      </p:sp>
      <p:sp>
        <p:nvSpPr>
          <p:cNvPr id="2" name="Footer Placeholder 7">
            <a:extLst>
              <a:ext uri="{FF2B5EF4-FFF2-40B4-BE49-F238E27FC236}">
                <a16:creationId xmlns:a16="http://schemas.microsoft.com/office/drawing/2014/main" id="{2FF29363-7825-3F5A-BEA2-C9B0A9230A3A}"/>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1586151564"/>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 chart spli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6EB4605-05A5-FFF7-6BEB-8F2A1CCAFFA1}"/>
              </a:ext>
            </a:extLst>
          </p:cNvPr>
          <p:cNvSpPr/>
          <p:nvPr userDrawn="1"/>
        </p:nvSpPr>
        <p:spPr>
          <a:xfrm>
            <a:off x="6096000" y="-1"/>
            <a:ext cx="6096000" cy="685800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 name="Rectangle 1">
            <a:extLst>
              <a:ext uri="{FF2B5EF4-FFF2-40B4-BE49-F238E27FC236}">
                <a16:creationId xmlns:a16="http://schemas.microsoft.com/office/drawing/2014/main" id="{3E7F0AF6-74AA-451B-425A-6C1E0C4BB1EE}"/>
              </a:ext>
            </a:extLst>
          </p:cNvPr>
          <p:cNvSpPr/>
          <p:nvPr userDrawn="1"/>
        </p:nvSpPr>
        <p:spPr>
          <a:xfrm>
            <a:off x="6096000" y="-1"/>
            <a:ext cx="6096000" cy="6858001"/>
          </a:xfrm>
          <a:prstGeom prst="rect">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bg1"/>
              </a:solidFill>
              <a:latin typeface="Poppins SemiBold" panose="00000700000000000000" pitchFamily="2" charset="0"/>
              <a:cs typeface="Poppins SemiBold" panose="00000700000000000000" pitchFamily="2" charset="0"/>
            </a:endParaRPr>
          </a:p>
        </p:txBody>
      </p:sp>
      <p:sp>
        <p:nvSpPr>
          <p:cNvPr id="3" name="Chart Placeholder 2">
            <a:extLst>
              <a:ext uri="{FF2B5EF4-FFF2-40B4-BE49-F238E27FC236}">
                <a16:creationId xmlns:a16="http://schemas.microsoft.com/office/drawing/2014/main" id="{48D8654F-C79C-9C2C-7718-1FD0D86A466F}"/>
              </a:ext>
            </a:extLst>
          </p:cNvPr>
          <p:cNvSpPr>
            <a:spLocks noGrp="1"/>
          </p:cNvSpPr>
          <p:nvPr>
            <p:ph type="chart" sz="quarter" idx="22" hasCustomPrompt="1"/>
          </p:nvPr>
        </p:nvSpPr>
        <p:spPr>
          <a:xfrm>
            <a:off x="6516805" y="879475"/>
            <a:ext cx="5179327" cy="5057775"/>
          </a:xfrm>
          <a:prstGeom prst="rect">
            <a:avLst/>
          </a:prstGeom>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r>
              <a:rPr lang="en-US"/>
              <a:t>Click to insert chart</a:t>
            </a:r>
          </a:p>
        </p:txBody>
      </p:sp>
      <p:sp>
        <p:nvSpPr>
          <p:cNvPr id="6" name="Text Placeholder 5">
            <a:extLst>
              <a:ext uri="{FF2B5EF4-FFF2-40B4-BE49-F238E27FC236}">
                <a16:creationId xmlns:a16="http://schemas.microsoft.com/office/drawing/2014/main" id="{A344AED7-4EA8-8B56-18D5-B3B9CE190796}"/>
              </a:ext>
            </a:extLst>
          </p:cNvPr>
          <p:cNvSpPr>
            <a:spLocks noGrp="1"/>
          </p:cNvSpPr>
          <p:nvPr>
            <p:ph type="body" sz="quarter" idx="21" hasCustomPrompt="1"/>
          </p:nvPr>
        </p:nvSpPr>
        <p:spPr>
          <a:xfrm>
            <a:off x="407988" y="2053989"/>
            <a:ext cx="5040860" cy="3883261"/>
          </a:xfrm>
          <a:prstGeom prst="rect">
            <a:avLst/>
          </a:prstGeom>
        </p:spPr>
        <p:txBody>
          <a:bodyPr lIns="0" tIns="0" rIns="0" bIns="0"/>
          <a:lstStyle>
            <a:lvl1pPr marL="0" indent="0">
              <a:lnSpc>
                <a:spcPct val="100000"/>
              </a:lnSpc>
              <a:spcBef>
                <a:spcPts val="1400"/>
              </a:spcBef>
              <a:buNone/>
              <a:defRPr sz="1800">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p:txBody>
      </p:sp>
      <p:sp>
        <p:nvSpPr>
          <p:cNvPr id="8" name="Title 4">
            <a:extLst>
              <a:ext uri="{FF2B5EF4-FFF2-40B4-BE49-F238E27FC236}">
                <a16:creationId xmlns:a16="http://schemas.microsoft.com/office/drawing/2014/main" id="{6DFBBF1E-A3F6-F451-4829-D1E3F074E0F2}"/>
              </a:ext>
            </a:extLst>
          </p:cNvPr>
          <p:cNvSpPr>
            <a:spLocks noGrp="1"/>
          </p:cNvSpPr>
          <p:nvPr>
            <p:ph type="title" hasCustomPrompt="1"/>
          </p:nvPr>
        </p:nvSpPr>
        <p:spPr>
          <a:xfrm>
            <a:off x="386074" y="856309"/>
            <a:ext cx="5040860" cy="952758"/>
          </a:xfrm>
          <a:prstGeom prst="rect">
            <a:avLst/>
          </a:prstGeom>
        </p:spPr>
        <p:txBody>
          <a:bodyPr lIns="0" tIns="0" rIns="0" bIns="0" anchor="b"/>
          <a:lstStyle>
            <a:lvl1pPr>
              <a:lnSpc>
                <a:spcPct val="100000"/>
              </a:lnSpc>
              <a:defRPr sz="2800" b="0"/>
            </a:lvl1pPr>
          </a:lstStyle>
          <a:p>
            <a:r>
              <a:rPr lang="en-US"/>
              <a:t>Slide title goes here over multiple lines if required</a:t>
            </a:r>
          </a:p>
        </p:txBody>
      </p:sp>
      <p:sp>
        <p:nvSpPr>
          <p:cNvPr id="4" name="Footer Placeholder 7">
            <a:extLst>
              <a:ext uri="{FF2B5EF4-FFF2-40B4-BE49-F238E27FC236}">
                <a16:creationId xmlns:a16="http://schemas.microsoft.com/office/drawing/2014/main" id="{AAB0D92D-86F3-7AF3-45BC-19114C142CEF}"/>
              </a:ext>
            </a:extLst>
          </p:cNvPr>
          <p:cNvSpPr>
            <a:spLocks noGrp="1"/>
          </p:cNvSpPr>
          <p:nvPr>
            <p:ph type="ftr" sz="quarter" idx="3"/>
          </p:nvPr>
        </p:nvSpPr>
        <p:spPr>
          <a:xfrm>
            <a:off x="1842447" y="6229255"/>
            <a:ext cx="3606401"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2927665053"/>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123876A-96D1-F0AE-F0F2-8AF6DB2F3681}"/>
              </a:ext>
            </a:extLst>
          </p:cNvPr>
          <p:cNvSpPr/>
          <p:nvPr userDrawn="1"/>
        </p:nvSpPr>
        <p:spPr>
          <a:xfrm>
            <a:off x="0" y="-1"/>
            <a:ext cx="6096000" cy="6858001"/>
          </a:xfrm>
          <a:prstGeom prst="rect">
            <a:avLst/>
          </a:prstGeom>
          <a:solidFill>
            <a:schemeClr val="bg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 name="Rectangle 1">
            <a:extLst>
              <a:ext uri="{FF2B5EF4-FFF2-40B4-BE49-F238E27FC236}">
                <a16:creationId xmlns:a16="http://schemas.microsoft.com/office/drawing/2014/main" id="{3E7F0AF6-74AA-451B-425A-6C1E0C4BB1EE}"/>
              </a:ext>
            </a:extLst>
          </p:cNvPr>
          <p:cNvSpPr/>
          <p:nvPr userDrawn="1"/>
        </p:nvSpPr>
        <p:spPr>
          <a:xfrm>
            <a:off x="0" y="-1"/>
            <a:ext cx="6096000" cy="6858001"/>
          </a:xfrm>
          <a:prstGeom prst="rect">
            <a:avLst/>
          </a:prstGeom>
          <a:solidFill>
            <a:srgbClr val="E9E9E9"/>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6" name="Text Placeholder 5">
            <a:extLst>
              <a:ext uri="{FF2B5EF4-FFF2-40B4-BE49-F238E27FC236}">
                <a16:creationId xmlns:a16="http://schemas.microsoft.com/office/drawing/2014/main" id="{AA829F01-12EB-11E7-CB79-22971CD455C3}"/>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bg1"/>
                </a:solidFill>
                <a:latin typeface="Poppins SemiBold" pitchFamily="2" charset="77"/>
                <a:cs typeface="Poppins SemiBold" pitchFamily="2" charset="77"/>
              </a:rPr>
              <a:t>|  NXP  |  </a:t>
            </a:r>
            <a:r>
              <a:rPr lang="en-GB">
                <a:solidFill>
                  <a:schemeClr val="bg1"/>
                </a:solidFill>
                <a:latin typeface="Poppins" panose="00000500000000000000" pitchFamily="2" charset="0"/>
                <a:cs typeface="Poppins" panose="00000500000000000000" pitchFamily="2" charset="0"/>
              </a:rPr>
              <a:t>Public</a:t>
            </a:r>
          </a:p>
        </p:txBody>
      </p:sp>
      <p:sp>
        <p:nvSpPr>
          <p:cNvPr id="7" name="Text Placeholder 5">
            <a:extLst>
              <a:ext uri="{FF2B5EF4-FFF2-40B4-BE49-F238E27FC236}">
                <a16:creationId xmlns:a16="http://schemas.microsoft.com/office/drawing/2014/main" id="{D193D7AF-C152-458B-C821-B576A22C3EA5}"/>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bg1"/>
                </a:solidFill>
                <a:latin typeface="Poppins" panose="00000500000000000000" pitchFamily="2" charset="0"/>
                <a:cs typeface="Poppins" panose="00000500000000000000" pitchFamily="2" charset="0"/>
              </a:rPr>
              <a:t>‹#›</a:t>
            </a:fld>
            <a:endParaRPr lang="en-GB">
              <a:solidFill>
                <a:schemeClr val="bg1"/>
              </a:solidFill>
              <a:latin typeface="Poppins" panose="00000500000000000000" pitchFamily="2" charset="0"/>
              <a:cs typeface="Poppins" panose="00000500000000000000" pitchFamily="2" charset="0"/>
            </a:endParaRPr>
          </a:p>
        </p:txBody>
      </p:sp>
      <p:sp>
        <p:nvSpPr>
          <p:cNvPr id="9" name="Table Placeholder 8">
            <a:extLst>
              <a:ext uri="{FF2B5EF4-FFF2-40B4-BE49-F238E27FC236}">
                <a16:creationId xmlns:a16="http://schemas.microsoft.com/office/drawing/2014/main" id="{0922529C-6040-DCAB-4A00-BEF58343F003}"/>
              </a:ext>
            </a:extLst>
          </p:cNvPr>
          <p:cNvSpPr>
            <a:spLocks noGrp="1"/>
          </p:cNvSpPr>
          <p:nvPr>
            <p:ph type="tbl" sz="quarter" idx="22" hasCustomPrompt="1"/>
          </p:nvPr>
        </p:nvSpPr>
        <p:spPr>
          <a:xfrm>
            <a:off x="347663" y="855663"/>
            <a:ext cx="5240337" cy="5081587"/>
          </a:xfrm>
          <a:prstGeom prst="rect">
            <a:avLst/>
          </a:prstGeom>
        </p:spPr>
        <p:txBody>
          <a:bodyPr anchor="ctr"/>
          <a:lstStyle>
            <a:lvl1pPr marL="0" indent="0" algn="ctr">
              <a:buNone/>
              <a:defRPr sz="1300">
                <a:solidFill>
                  <a:schemeClr val="bg1"/>
                </a:solidFill>
                <a:latin typeface="Poppins" panose="00000500000000000000" pitchFamily="2" charset="0"/>
                <a:cs typeface="Poppins" panose="00000500000000000000" pitchFamily="2" charset="0"/>
              </a:defRPr>
            </a:lvl1pPr>
          </a:lstStyle>
          <a:p>
            <a:r>
              <a:rPr lang="en-US"/>
              <a:t>Click to insert table</a:t>
            </a:r>
          </a:p>
        </p:txBody>
      </p:sp>
      <p:sp>
        <p:nvSpPr>
          <p:cNvPr id="8" name="Text Placeholder 5">
            <a:extLst>
              <a:ext uri="{FF2B5EF4-FFF2-40B4-BE49-F238E27FC236}">
                <a16:creationId xmlns:a16="http://schemas.microsoft.com/office/drawing/2014/main" id="{3A5EC604-C69A-8891-1B53-E11149E2F5CA}"/>
              </a:ext>
            </a:extLst>
          </p:cNvPr>
          <p:cNvSpPr>
            <a:spLocks noGrp="1"/>
          </p:cNvSpPr>
          <p:nvPr>
            <p:ph type="body" sz="quarter" idx="21" hasCustomPrompt="1"/>
          </p:nvPr>
        </p:nvSpPr>
        <p:spPr>
          <a:xfrm>
            <a:off x="6503988" y="2053989"/>
            <a:ext cx="5040860" cy="3883261"/>
          </a:xfrm>
          <a:prstGeom prst="rect">
            <a:avLst/>
          </a:prstGeom>
        </p:spPr>
        <p:txBody>
          <a:bodyPr lIns="0" tIns="0" rIns="0" bIns="0"/>
          <a:lstStyle>
            <a:lvl1pPr marL="0" indent="0">
              <a:lnSpc>
                <a:spcPct val="100000"/>
              </a:lnSpc>
              <a:spcBef>
                <a:spcPts val="1400"/>
              </a:spcBef>
              <a:buNone/>
              <a:defRPr sz="1800">
                <a:solidFill>
                  <a:schemeClr val="tx1"/>
                </a:solidFill>
                <a:latin typeface="Poppins" panose="00000500000000000000" pitchFamily="2" charset="0"/>
                <a:cs typeface="Poppins" panose="00000500000000000000" pitchFamily="2" charset="0"/>
              </a:defRPr>
            </a:lvl1pPr>
          </a:lstStyle>
          <a:p>
            <a:pPr lvl="0"/>
            <a:r>
              <a:rPr lang="en-US"/>
              <a:t>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endParaRPr lang="en-US"/>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p>
          <a:p>
            <a:pPr lvl="0"/>
            <a:r>
              <a:rPr lang="en-US"/>
              <a:t>To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a:t>
            </a:r>
            <a:r>
              <a:rPr lang="en-US" err="1"/>
              <a:t>quia</a:t>
            </a:r>
            <a:r>
              <a:rPr lang="en-US"/>
              <a:t> </a:t>
            </a:r>
            <a:r>
              <a:rPr lang="en-US" err="1"/>
              <a:t>voluptas</a:t>
            </a:r>
            <a:r>
              <a:rPr lang="en-US"/>
              <a:t> sit</a:t>
            </a:r>
          </a:p>
          <a:p>
            <a:pPr lvl="0"/>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a:t>
            </a:r>
          </a:p>
          <a:p>
            <a:pPr lvl="0"/>
            <a:endParaRPr lang="en-US"/>
          </a:p>
        </p:txBody>
      </p:sp>
      <p:sp>
        <p:nvSpPr>
          <p:cNvPr id="10" name="Title 4">
            <a:extLst>
              <a:ext uri="{FF2B5EF4-FFF2-40B4-BE49-F238E27FC236}">
                <a16:creationId xmlns:a16="http://schemas.microsoft.com/office/drawing/2014/main" id="{0AE43D4D-B5C0-4755-F0CF-B819394BD84F}"/>
              </a:ext>
            </a:extLst>
          </p:cNvPr>
          <p:cNvSpPr>
            <a:spLocks noGrp="1"/>
          </p:cNvSpPr>
          <p:nvPr>
            <p:ph type="title" hasCustomPrompt="1"/>
          </p:nvPr>
        </p:nvSpPr>
        <p:spPr>
          <a:xfrm>
            <a:off x="6482073" y="856309"/>
            <a:ext cx="5040860" cy="952758"/>
          </a:xfrm>
          <a:prstGeom prst="rect">
            <a:avLst/>
          </a:prstGeom>
        </p:spPr>
        <p:txBody>
          <a:bodyPr lIns="0" tIns="0" rIns="0" bIns="0" anchor="b"/>
          <a:lstStyle>
            <a:lvl1pPr>
              <a:lnSpc>
                <a:spcPct val="100000"/>
              </a:lnSpc>
              <a:defRPr sz="2800" b="0"/>
            </a:lvl1pPr>
          </a:lstStyle>
          <a:p>
            <a:r>
              <a:rPr lang="en-US"/>
              <a:t>Slide title goes here over multiple lines if required</a:t>
            </a:r>
          </a:p>
        </p:txBody>
      </p:sp>
      <p:sp>
        <p:nvSpPr>
          <p:cNvPr id="3" name="Footer Placeholder 7">
            <a:extLst>
              <a:ext uri="{FF2B5EF4-FFF2-40B4-BE49-F238E27FC236}">
                <a16:creationId xmlns:a16="http://schemas.microsoft.com/office/drawing/2014/main" id="{78E4A644-9CDA-47FD-DDA4-9911AA1D62A3}"/>
              </a:ext>
            </a:extLst>
          </p:cNvPr>
          <p:cNvSpPr>
            <a:spLocks noGrp="1"/>
          </p:cNvSpPr>
          <p:nvPr>
            <p:ph type="ftr" sz="quarter" idx="3"/>
          </p:nvPr>
        </p:nvSpPr>
        <p:spPr>
          <a:xfrm>
            <a:off x="6503988" y="6229255"/>
            <a:ext cx="5059388"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Tree>
    <p:extLst>
      <p:ext uri="{BB962C8B-B14F-4D97-AF65-F5344CB8AC3E}">
        <p14:creationId xmlns:p14="http://schemas.microsoft.com/office/powerpoint/2010/main" val="2509483170"/>
      </p:ext>
    </p:extLst>
  </p:cSld>
  <p:clrMapOvr>
    <a:masterClrMapping/>
  </p:clrMapOvr>
  <p:extLst>
    <p:ext uri="{DCECCB84-F9BA-43D5-87BE-67443E8EF086}">
      <p15:sldGuideLst xmlns:p15="http://schemas.microsoft.com/office/powerpoint/2012/main">
        <p15:guide id="1" orient="horz" pos="2160">
          <p15:clr>
            <a:srgbClr val="FBAE40"/>
          </p15:clr>
        </p15:guide>
        <p15:guide id="2" pos="846">
          <p15:clr>
            <a:srgbClr val="FBAE40"/>
          </p15:clr>
        </p15:guide>
        <p15:guide id="3" pos="3840">
          <p15:clr>
            <a:srgbClr val="FBAE40"/>
          </p15:clr>
        </p15:guide>
        <p15:guide id="4" pos="257">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 Type="http://schemas.openxmlformats.org/officeDocument/2006/relationships/slideLayout" Target="../slideLayouts/slideLayout7.xml"/><Relationship Id="rId21" Type="http://schemas.openxmlformats.org/officeDocument/2006/relationships/slideLayout" Target="../slideLayouts/slideLayout25.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slideLayout" Target="../slideLayouts/slideLayout24.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5" Type="http://schemas.openxmlformats.org/officeDocument/2006/relationships/slideLayout" Target="../slideLayouts/slideLayout9.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theme" Target="../theme/theme3.xml"/><Relationship Id="rId5" Type="http://schemas.openxmlformats.org/officeDocument/2006/relationships/slideLayout" Target="../slideLayouts/slideLayout35.xml"/><Relationship Id="rId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slideLayout" Target="../slideLayouts/slideLayout56.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theme" Target="../theme/theme4.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538345"/>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99" r:id="rId3"/>
    <p:sldLayoutId id="214748370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2" pos="846">
          <p15:clr>
            <a:srgbClr val="F26B43"/>
          </p15:clr>
        </p15:guide>
        <p15:guide id="3" orient="horz" pos="459">
          <p15:clr>
            <a:srgbClr val="F26B43"/>
          </p15:clr>
        </p15:guide>
        <p15:guide id="4" orient="horz" pos="413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Footer Placeholder 10">
            <a:extLst>
              <a:ext uri="{FF2B5EF4-FFF2-40B4-BE49-F238E27FC236}">
                <a16:creationId xmlns:a16="http://schemas.microsoft.com/office/drawing/2014/main" id="{786DBEC6-2685-F2FC-298D-5F4CBBF49425}"/>
              </a:ext>
            </a:extLst>
          </p:cNvPr>
          <p:cNvSpPr>
            <a:spLocks noGrp="1"/>
          </p:cNvSpPr>
          <p:nvPr>
            <p:ph type="ftr" sz="quarter" idx="3"/>
          </p:nvPr>
        </p:nvSpPr>
        <p:spPr>
          <a:xfrm>
            <a:off x="2206358" y="6229255"/>
            <a:ext cx="9605538" cy="365125"/>
          </a:xfrm>
          <a:prstGeom prst="rect">
            <a:avLst/>
          </a:prstGeom>
        </p:spPr>
        <p:txBody>
          <a:bodyPr vert="horz" lIns="0" tIns="0" rIns="0" bIns="0" rtlCol="0" anchor="b"/>
          <a:lstStyle>
            <a:lvl1pPr algn="l">
              <a:defRPr sz="800" b="0">
                <a:solidFill>
                  <a:schemeClr val="tx1">
                    <a:tint val="82000"/>
                  </a:schemeClr>
                </a:solidFill>
              </a:defRPr>
            </a:lvl1pPr>
          </a:lstStyle>
          <a:p>
            <a:r>
              <a:rPr lang="en-US"/>
              <a:t>Notes and sources</a:t>
            </a:r>
          </a:p>
        </p:txBody>
      </p:sp>
      <p:sp>
        <p:nvSpPr>
          <p:cNvPr id="2" name="Text Placeholder 5">
            <a:extLst>
              <a:ext uri="{FF2B5EF4-FFF2-40B4-BE49-F238E27FC236}">
                <a16:creationId xmlns:a16="http://schemas.microsoft.com/office/drawing/2014/main" id="{46577CEF-2EB4-A5BD-C2E7-01DE34F946D7}"/>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0" i="0">
                <a:latin typeface="Poppins SemiBold" pitchFamily="2" charset="77"/>
                <a:cs typeface="Poppins SemiBold" pitchFamily="2" charset="77"/>
              </a:rPr>
              <a:t>|  NXP  |  </a:t>
            </a:r>
            <a:r>
              <a:rPr lang="en-GB" b="0">
                <a:latin typeface="Poppins" panose="00000500000000000000" pitchFamily="2" charset="0"/>
                <a:cs typeface="Poppins" panose="00000500000000000000" pitchFamily="2" charset="0"/>
              </a:rPr>
              <a:t>Public</a:t>
            </a:r>
          </a:p>
        </p:txBody>
      </p:sp>
      <p:sp>
        <p:nvSpPr>
          <p:cNvPr id="3" name="Text Placeholder 5">
            <a:extLst>
              <a:ext uri="{FF2B5EF4-FFF2-40B4-BE49-F238E27FC236}">
                <a16:creationId xmlns:a16="http://schemas.microsoft.com/office/drawing/2014/main" id="{AB4950E6-5C50-BC58-56EA-C3A4D033D3BC}"/>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b="0" smtClean="0">
                <a:latin typeface="Poppins" panose="00000500000000000000" pitchFamily="2" charset="0"/>
                <a:cs typeface="Poppins" panose="00000500000000000000" pitchFamily="2" charset="0"/>
              </a:rPr>
              <a:t>‹#›</a:t>
            </a:fld>
            <a:endParaRPr lang="en-GB" b="0">
              <a:latin typeface="Poppins" panose="00000500000000000000" pitchFamily="2" charset="0"/>
              <a:cs typeface="Poppins" panose="00000500000000000000" pitchFamily="2" charset="0"/>
            </a:endParaRPr>
          </a:p>
        </p:txBody>
      </p:sp>
      <p:sp>
        <p:nvSpPr>
          <p:cNvPr id="21" name="Title Placeholder 16">
            <a:extLst>
              <a:ext uri="{FF2B5EF4-FFF2-40B4-BE49-F238E27FC236}">
                <a16:creationId xmlns:a16="http://schemas.microsoft.com/office/drawing/2014/main" id="{F57F4805-F012-B4DF-F69C-5B6FDD5165B2}"/>
              </a:ext>
            </a:extLst>
          </p:cNvPr>
          <p:cNvSpPr>
            <a:spLocks noGrp="1"/>
          </p:cNvSpPr>
          <p:nvPr>
            <p:ph type="title"/>
          </p:nvPr>
        </p:nvSpPr>
        <p:spPr>
          <a:xfrm>
            <a:off x="378721" y="376520"/>
            <a:ext cx="11432484" cy="677732"/>
          </a:xfrm>
          <a:prstGeom prst="rect">
            <a:avLst/>
          </a:prstGeom>
        </p:spPr>
        <p:txBody>
          <a:bodyPr vert="horz" lIns="0" tIns="0" rIns="0" bIns="0" rtlCol="0" anchor="t">
            <a:normAutofit/>
          </a:bodyPr>
          <a:lstStyle/>
          <a:p>
            <a:pPr lvl="0">
              <a:lnSpc>
                <a:spcPct val="100000"/>
              </a:lnSpc>
            </a:pPr>
            <a:r>
              <a:rPr lang="en-US"/>
              <a:t>Click to edit Master title style</a:t>
            </a:r>
          </a:p>
        </p:txBody>
      </p:sp>
      <p:sp>
        <p:nvSpPr>
          <p:cNvPr id="22" name="Text Placeholder 17">
            <a:extLst>
              <a:ext uri="{FF2B5EF4-FFF2-40B4-BE49-F238E27FC236}">
                <a16:creationId xmlns:a16="http://schemas.microsoft.com/office/drawing/2014/main" id="{45E28841-3942-0C14-E018-4E1A6C0C59D7}"/>
              </a:ext>
            </a:extLst>
          </p:cNvPr>
          <p:cNvSpPr>
            <a:spLocks noGrp="1"/>
          </p:cNvSpPr>
          <p:nvPr>
            <p:ph type="body" idx="1"/>
          </p:nvPr>
        </p:nvSpPr>
        <p:spPr>
          <a:xfrm>
            <a:off x="378720" y="1150936"/>
            <a:ext cx="11432483" cy="4781549"/>
          </a:xfrm>
          <a:prstGeom prst="rect">
            <a:avLst/>
          </a:prstGeom>
        </p:spPr>
        <p:txBody>
          <a:bodyPr vert="horz" lIns="0" tIns="0" rIns="0" bIns="0" rtlCol="0">
            <a:normAutofit/>
          </a:bodyPr>
          <a:lstStyle/>
          <a:p>
            <a:pPr marL="171450" lvl="0" indent="-171450">
              <a:lnSpc>
                <a:spcPct val="110000"/>
              </a:lnSpc>
              <a:spcBef>
                <a:spcPts val="600"/>
              </a:spcBef>
            </a:pPr>
            <a:r>
              <a:rPr lang="en-US"/>
              <a:t>Click to edit Master text styles</a:t>
            </a:r>
          </a:p>
          <a:p>
            <a:pPr marL="344488" lvl="1" indent="-173038">
              <a:lnSpc>
                <a:spcPct val="110000"/>
              </a:lnSpc>
              <a:spcBef>
                <a:spcPts val="600"/>
              </a:spcBef>
              <a:buFont typeface="Poppins" panose="00000500000000000000" pitchFamily="2" charset="0"/>
              <a:buChar char="−"/>
            </a:pPr>
            <a:r>
              <a:rPr lang="en-US"/>
              <a:t>Second level</a:t>
            </a:r>
          </a:p>
          <a:p>
            <a:pPr marL="515938" lvl="2" indent="-171450">
              <a:lnSpc>
                <a:spcPct val="110000"/>
              </a:lnSpc>
              <a:spcBef>
                <a:spcPts val="600"/>
              </a:spcBef>
            </a:pPr>
            <a:r>
              <a:rPr lang="en-US"/>
              <a:t>Third level</a:t>
            </a:r>
          </a:p>
          <a:p>
            <a:pPr marL="688975" lvl="3" indent="-173038">
              <a:lnSpc>
                <a:spcPct val="110000"/>
              </a:lnSpc>
              <a:spcBef>
                <a:spcPts val="600"/>
              </a:spcBef>
              <a:buFont typeface="Poppins" panose="00000500000000000000" pitchFamily="2" charset="0"/>
              <a:buChar char="−"/>
            </a:pPr>
            <a:r>
              <a:rPr lang="en-US"/>
              <a:t>Fourth level</a:t>
            </a:r>
          </a:p>
          <a:p>
            <a:pPr marL="855663" lvl="4" indent="-166688">
              <a:lnSpc>
                <a:spcPct val="110000"/>
              </a:lnSpc>
              <a:spcBef>
                <a:spcPts val="600"/>
              </a:spcBef>
            </a:pPr>
            <a:r>
              <a:rPr lang="en-US"/>
              <a:t>Fifth level</a:t>
            </a:r>
          </a:p>
        </p:txBody>
      </p:sp>
    </p:spTree>
    <p:extLst>
      <p:ext uri="{BB962C8B-B14F-4D97-AF65-F5344CB8AC3E}">
        <p14:creationId xmlns:p14="http://schemas.microsoft.com/office/powerpoint/2010/main" val="3886770927"/>
      </p:ext>
    </p:extLst>
  </p:cSld>
  <p:clrMap bg1="lt1" tx1="dk1" bg2="lt2" tx2="dk2" accent1="accent1" accent2="accent2" accent3="accent3" accent4="accent4" accent5="accent5" accent6="accent6" hlink="hlink" folHlink="folHlink"/>
  <p:sldLayoutIdLst>
    <p:sldLayoutId id="2147483749" r:id="rId1"/>
    <p:sldLayoutId id="2147483659" r:id="rId2"/>
    <p:sldLayoutId id="2147483649" r:id="rId3"/>
    <p:sldLayoutId id="2147483688" r:id="rId4"/>
    <p:sldLayoutId id="2147483737" r:id="rId5"/>
    <p:sldLayoutId id="2147483687" r:id="rId6"/>
    <p:sldLayoutId id="2147483725" r:id="rId7"/>
    <p:sldLayoutId id="2147483738" r:id="rId8"/>
    <p:sldLayoutId id="2147483686" r:id="rId9"/>
    <p:sldLayoutId id="2147483715" r:id="rId10"/>
    <p:sldLayoutId id="2147483713" r:id="rId11"/>
    <p:sldLayoutId id="2147483743" r:id="rId12"/>
    <p:sldLayoutId id="2147483745" r:id="rId13"/>
    <p:sldLayoutId id="2147483744" r:id="rId14"/>
    <p:sldLayoutId id="2147483701" r:id="rId15"/>
    <p:sldLayoutId id="2147483703" r:id="rId16"/>
    <p:sldLayoutId id="2147483705" r:id="rId17"/>
    <p:sldLayoutId id="2147483736" r:id="rId18"/>
    <p:sldLayoutId id="2147483658" r:id="rId19"/>
    <p:sldLayoutId id="2147483651" r:id="rId20"/>
    <p:sldLayoutId id="2147483652" r:id="rId21"/>
    <p:sldLayoutId id="2147483657" r:id="rId22"/>
    <p:sldLayoutId id="2147483653" r:id="rId23"/>
    <p:sldLayoutId id="2147483694" r:id="rId24"/>
    <p:sldLayoutId id="2147483708" r:id="rId25"/>
    <p:sldLayoutId id="2147483697" r:id="rId26"/>
  </p:sldLayoutIdLst>
  <p:hf hdr="0" ftr="0" dt="0"/>
  <p:txStyles>
    <p:titleStyle>
      <a:lvl1pPr algn="l" defTabSz="914400" rtl="0" eaLnBrk="1" latinLnBrk="0" hangingPunct="1">
        <a:lnSpc>
          <a:spcPct val="90000"/>
        </a:lnSpc>
        <a:spcBef>
          <a:spcPct val="0"/>
        </a:spcBef>
        <a:buNone/>
        <a:defRPr lang="en-US" sz="2200" b="0" i="0" kern="1200" smtClean="0">
          <a:solidFill>
            <a:schemeClr val="tx2"/>
          </a:solidFill>
          <a:latin typeface="Poppins SemiBold" pitchFamily="2" charset="77"/>
          <a:ea typeface="+mn-ea"/>
          <a:cs typeface="Poppins SemiBold"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b="0" kern="120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b="0" kern="120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b="0" kern="120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b="0" kern="120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b="0" kern="120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7">
          <p15:clr>
            <a:srgbClr val="F26B43"/>
          </p15:clr>
        </p15:guide>
        <p15:guide id="2" pos="846">
          <p15:clr>
            <a:srgbClr val="F26B43"/>
          </p15:clr>
        </p15:guide>
        <p15:guide id="3" orient="horz" pos="459">
          <p15:clr>
            <a:srgbClr val="F26B43"/>
          </p15:clr>
        </p15:guide>
        <p15:guide id="4" orient="horz" pos="4133">
          <p15:clr>
            <a:srgbClr val="F26B43"/>
          </p15:clr>
        </p15:guide>
        <p15:guide id="5"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09147"/>
      </p:ext>
    </p:extLst>
  </p:cSld>
  <p:clrMap bg1="dk1" tx1="lt1" bg2="dk2" tx2="lt2" accent1="accent1" accent2="accent2" accent3="accent3" accent4="accent4" accent5="accent5" accent6="accent6" hlink="hlink" folHlink="folHlink"/>
  <p:sldLayoutIdLst>
    <p:sldLayoutId id="2147483719" r:id="rId1"/>
    <p:sldLayoutId id="2147483720" r:id="rId2"/>
    <p:sldLayoutId id="2147483721" r:id="rId3"/>
    <p:sldLayoutId id="2147483735" r:id="rId4"/>
    <p:sldLayoutId id="214748375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7D52A1F4-FB15-0B2D-7DFF-4AC1873B4513}"/>
              </a:ext>
            </a:extLst>
          </p:cNvPr>
          <p:cNvSpPr>
            <a:spLocks noGrp="1"/>
          </p:cNvSpPr>
          <p:nvPr>
            <p:ph type="ftr" sz="quarter" idx="3"/>
          </p:nvPr>
        </p:nvSpPr>
        <p:spPr>
          <a:xfrm>
            <a:off x="2205665" y="6229255"/>
            <a:ext cx="9605537" cy="365124"/>
          </a:xfrm>
          <a:prstGeom prst="rect">
            <a:avLst/>
          </a:prstGeom>
        </p:spPr>
        <p:txBody>
          <a:bodyPr vert="horz" lIns="0" tIns="0" rIns="0" bIns="0" rtlCol="0" anchor="b"/>
          <a:lstStyle>
            <a:lvl1pPr algn="l">
              <a:defRPr sz="800">
                <a:solidFill>
                  <a:schemeClr val="tx1">
                    <a:lumMod val="75000"/>
                  </a:schemeClr>
                </a:solidFill>
              </a:defRPr>
            </a:lvl1pPr>
          </a:lstStyle>
          <a:p>
            <a:r>
              <a:rPr lang="en-US"/>
              <a:t>Notes and sources</a:t>
            </a:r>
          </a:p>
        </p:txBody>
      </p:sp>
      <p:sp>
        <p:nvSpPr>
          <p:cNvPr id="3" name="Text Placeholder 5">
            <a:extLst>
              <a:ext uri="{FF2B5EF4-FFF2-40B4-BE49-F238E27FC236}">
                <a16:creationId xmlns:a16="http://schemas.microsoft.com/office/drawing/2014/main" id="{FA5319E7-8948-378F-DF8C-7C80D60C07CA}"/>
              </a:ext>
            </a:extLst>
          </p:cNvPr>
          <p:cNvSpPr txBox="1">
            <a:spLocks/>
          </p:cNvSpPr>
          <p:nvPr userDrawn="1"/>
        </p:nvSpPr>
        <p:spPr>
          <a:xfrm>
            <a:off x="628624" y="6400258"/>
            <a:ext cx="40570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i="0">
                <a:solidFill>
                  <a:schemeClr val="tx1">
                    <a:lumMod val="65000"/>
                  </a:schemeClr>
                </a:solidFill>
                <a:latin typeface="Poppins SemiBold" pitchFamily="2" charset="77"/>
                <a:cs typeface="Poppins SemiBold" pitchFamily="2" charset="77"/>
              </a:rPr>
              <a:t>|  NXP  |  </a:t>
            </a:r>
            <a:r>
              <a:rPr lang="en-GB">
                <a:solidFill>
                  <a:schemeClr val="tx1">
                    <a:lumMod val="65000"/>
                  </a:schemeClr>
                </a:solidFill>
                <a:latin typeface="Poppins" panose="00000500000000000000" pitchFamily="2" charset="0"/>
                <a:cs typeface="Poppins" panose="00000500000000000000" pitchFamily="2" charset="0"/>
              </a:rPr>
              <a:t>Public</a:t>
            </a:r>
          </a:p>
        </p:txBody>
      </p:sp>
      <p:sp>
        <p:nvSpPr>
          <p:cNvPr id="4" name="Text Placeholder 5">
            <a:extLst>
              <a:ext uri="{FF2B5EF4-FFF2-40B4-BE49-F238E27FC236}">
                <a16:creationId xmlns:a16="http://schemas.microsoft.com/office/drawing/2014/main" id="{2AD39AA8-A244-DB56-42EC-193BDAB2C610}"/>
              </a:ext>
            </a:extLst>
          </p:cNvPr>
          <p:cNvSpPr txBox="1">
            <a:spLocks/>
          </p:cNvSpPr>
          <p:nvPr userDrawn="1"/>
        </p:nvSpPr>
        <p:spPr>
          <a:xfrm>
            <a:off x="407988" y="6400258"/>
            <a:ext cx="164667" cy="171297"/>
          </a:xfrm>
          <a:prstGeom prst="rect">
            <a:avLst/>
          </a:prstGeom>
        </p:spPr>
        <p:txBody>
          <a:bodyPr lIns="0" tIns="0" rIns="0" bIns="0" anchor="t"/>
          <a:lstStyle>
            <a:lvl1pPr marL="0" indent="0" algn="l" defTabSz="914400" rtl="0" eaLnBrk="1" latinLnBrk="0" hangingPunct="1">
              <a:lnSpc>
                <a:spcPts val="1680"/>
              </a:lnSpc>
              <a:spcBef>
                <a:spcPts val="0"/>
              </a:spcBef>
              <a:buFont typeface="Arial" panose="020B0604020202020204" pitchFamily="34" charset="0"/>
              <a:buNone/>
              <a:defRPr sz="800" b="0" i="0" kern="1200">
                <a:solidFill>
                  <a:schemeClr val="tx2"/>
                </a:solidFill>
                <a:latin typeface="Poppins" pitchFamily="2" charset="77"/>
                <a:ea typeface="+mn-ea"/>
                <a:cs typeface="Poppins" pitchFamily="2" charset="77"/>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fld id="{6FFD177A-E7F6-2540-A05E-14D21F0E46FB}" type="slidenum">
              <a:rPr lang="en-GB" smtClean="0">
                <a:solidFill>
                  <a:schemeClr val="tx1">
                    <a:lumMod val="65000"/>
                  </a:schemeClr>
                </a:solidFill>
                <a:latin typeface="Poppins" panose="00000500000000000000" pitchFamily="2" charset="0"/>
                <a:cs typeface="Poppins" panose="00000500000000000000" pitchFamily="2" charset="0"/>
              </a:rPr>
              <a:t>‹#›</a:t>
            </a:fld>
            <a:endParaRPr lang="en-GB">
              <a:solidFill>
                <a:schemeClr val="tx1">
                  <a:lumMod val="65000"/>
                </a:schemeClr>
              </a:solidFill>
              <a:latin typeface="Poppins" panose="00000500000000000000" pitchFamily="2" charset="0"/>
              <a:cs typeface="Poppins" panose="00000500000000000000" pitchFamily="2" charset="0"/>
            </a:endParaRPr>
          </a:p>
        </p:txBody>
      </p:sp>
      <p:sp>
        <p:nvSpPr>
          <p:cNvPr id="2" name="Title Placeholder 16">
            <a:extLst>
              <a:ext uri="{FF2B5EF4-FFF2-40B4-BE49-F238E27FC236}">
                <a16:creationId xmlns:a16="http://schemas.microsoft.com/office/drawing/2014/main" id="{3D2DD0E2-8C1E-EA89-DB65-8934D257EAB8}"/>
              </a:ext>
            </a:extLst>
          </p:cNvPr>
          <p:cNvSpPr>
            <a:spLocks noGrp="1"/>
          </p:cNvSpPr>
          <p:nvPr>
            <p:ph type="title"/>
          </p:nvPr>
        </p:nvSpPr>
        <p:spPr>
          <a:xfrm>
            <a:off x="378721" y="376520"/>
            <a:ext cx="11432484" cy="677732"/>
          </a:xfrm>
          <a:prstGeom prst="rect">
            <a:avLst/>
          </a:prstGeom>
        </p:spPr>
        <p:txBody>
          <a:bodyPr vert="horz" lIns="0" tIns="0" rIns="0" bIns="0" rtlCol="0" anchor="t">
            <a:normAutofit/>
          </a:bodyPr>
          <a:lstStyle/>
          <a:p>
            <a:pPr lvl="0">
              <a:lnSpc>
                <a:spcPct val="100000"/>
              </a:lnSpc>
            </a:pPr>
            <a:r>
              <a:rPr lang="en-US"/>
              <a:t>Click to edit Master title style</a:t>
            </a:r>
          </a:p>
        </p:txBody>
      </p:sp>
      <p:sp>
        <p:nvSpPr>
          <p:cNvPr id="5" name="Text Placeholder 17">
            <a:extLst>
              <a:ext uri="{FF2B5EF4-FFF2-40B4-BE49-F238E27FC236}">
                <a16:creationId xmlns:a16="http://schemas.microsoft.com/office/drawing/2014/main" id="{C1BEE7E3-E75B-96AC-2D17-FB238CFE9218}"/>
              </a:ext>
            </a:extLst>
          </p:cNvPr>
          <p:cNvSpPr>
            <a:spLocks noGrp="1"/>
          </p:cNvSpPr>
          <p:nvPr>
            <p:ph type="body" idx="1"/>
          </p:nvPr>
        </p:nvSpPr>
        <p:spPr>
          <a:xfrm>
            <a:off x="378720" y="1150936"/>
            <a:ext cx="11432483" cy="4781549"/>
          </a:xfrm>
          <a:prstGeom prst="rect">
            <a:avLst/>
          </a:prstGeom>
        </p:spPr>
        <p:txBody>
          <a:bodyPr vert="horz" lIns="0" tIns="0" rIns="0" bIns="0" rtlCol="0">
            <a:normAutofit/>
          </a:bodyPr>
          <a:lstStyle/>
          <a:p>
            <a:pPr marL="171450" lvl="0" indent="-171450">
              <a:lnSpc>
                <a:spcPct val="110000"/>
              </a:lnSpc>
              <a:spcBef>
                <a:spcPts val="600"/>
              </a:spcBef>
            </a:pPr>
            <a:r>
              <a:rPr lang="en-US"/>
              <a:t>Click to edit Master text styles</a:t>
            </a:r>
          </a:p>
          <a:p>
            <a:pPr marL="344488" lvl="1" indent="-173038">
              <a:lnSpc>
                <a:spcPct val="110000"/>
              </a:lnSpc>
              <a:spcBef>
                <a:spcPts val="600"/>
              </a:spcBef>
              <a:buFont typeface="Poppins" panose="00000500000000000000" pitchFamily="2" charset="0"/>
              <a:buChar char="−"/>
            </a:pPr>
            <a:r>
              <a:rPr lang="en-US"/>
              <a:t>Second level</a:t>
            </a:r>
          </a:p>
          <a:p>
            <a:pPr marL="515938" lvl="2" indent="-171450">
              <a:lnSpc>
                <a:spcPct val="110000"/>
              </a:lnSpc>
              <a:spcBef>
                <a:spcPts val="600"/>
              </a:spcBef>
            </a:pPr>
            <a:r>
              <a:rPr lang="en-US"/>
              <a:t>Third level</a:t>
            </a:r>
          </a:p>
          <a:p>
            <a:pPr marL="688975" lvl="3" indent="-173038">
              <a:lnSpc>
                <a:spcPct val="110000"/>
              </a:lnSpc>
              <a:spcBef>
                <a:spcPts val="600"/>
              </a:spcBef>
              <a:buFont typeface="Poppins" panose="00000500000000000000" pitchFamily="2" charset="0"/>
              <a:buChar char="−"/>
            </a:pPr>
            <a:r>
              <a:rPr lang="en-US"/>
              <a:t>Fourth level</a:t>
            </a:r>
          </a:p>
          <a:p>
            <a:pPr marL="855663" lvl="4" indent="-166688">
              <a:lnSpc>
                <a:spcPct val="110000"/>
              </a:lnSpc>
              <a:spcBef>
                <a:spcPts val="600"/>
              </a:spcBef>
            </a:pPr>
            <a:r>
              <a:rPr lang="en-US"/>
              <a:t>Fifth level</a:t>
            </a:r>
          </a:p>
        </p:txBody>
      </p:sp>
    </p:spTree>
    <p:extLst>
      <p:ext uri="{BB962C8B-B14F-4D97-AF65-F5344CB8AC3E}">
        <p14:creationId xmlns:p14="http://schemas.microsoft.com/office/powerpoint/2010/main" val="7919755"/>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730" r:id="rId3"/>
    <p:sldLayoutId id="2147483731" r:id="rId4"/>
    <p:sldLayoutId id="2147483740" r:id="rId5"/>
    <p:sldLayoutId id="2147483732" r:id="rId6"/>
    <p:sldLayoutId id="2147483733" r:id="rId7"/>
    <p:sldLayoutId id="2147483739" r:id="rId8"/>
    <p:sldLayoutId id="2147483683" r:id="rId9"/>
    <p:sldLayoutId id="2147483716" r:id="rId10"/>
    <p:sldLayoutId id="2147483712" r:id="rId11"/>
    <p:sldLayoutId id="2147483746" r:id="rId12"/>
    <p:sldLayoutId id="2147483747" r:id="rId13"/>
    <p:sldLayoutId id="2147483748" r:id="rId14"/>
    <p:sldLayoutId id="2147483702" r:id="rId15"/>
    <p:sldLayoutId id="2147483704" r:id="rId16"/>
    <p:sldLayoutId id="2147483678" r:id="rId17"/>
    <p:sldLayoutId id="2147483677" r:id="rId18"/>
    <p:sldLayoutId id="2147483679" r:id="rId19"/>
    <p:sldLayoutId id="2147483710" r:id="rId20"/>
    <p:sldLayoutId id="2147483711" r:id="rId21"/>
    <p:sldLayoutId id="2147483695" r:id="rId22"/>
    <p:sldLayoutId id="2147483723" r:id="rId23"/>
    <p:sldLayoutId id="2147483696" r:id="rId24"/>
  </p:sldLayoutIdLst>
  <p:txStyles>
    <p:titleStyle>
      <a:lvl1pPr algn="l" defTabSz="914400" rtl="0" eaLnBrk="1" latinLnBrk="0" hangingPunct="1">
        <a:lnSpc>
          <a:spcPct val="90000"/>
        </a:lnSpc>
        <a:spcBef>
          <a:spcPct val="0"/>
        </a:spcBef>
        <a:buNone/>
        <a:defRPr lang="en-US" sz="2200" b="1" i="0" kern="1200" dirty="0" smtClean="0">
          <a:solidFill>
            <a:schemeClr val="tx2"/>
          </a:solidFill>
          <a:latin typeface="Poppins SemiBold" pitchFamily="2" charset="77"/>
          <a:ea typeface="+mn-ea"/>
          <a:cs typeface="Poppins SemiBold"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58_E80E3AFA.xml"/><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5C_24E2DD36.xml"/><Relationship Id="rId2" Type="http://schemas.openxmlformats.org/officeDocument/2006/relationships/notesSlide" Target="../notesSlides/notesSlide3.xml"/><Relationship Id="rId1" Type="http://schemas.openxmlformats.org/officeDocument/2006/relationships/slideLayout" Target="../slideLayouts/slideLayout3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6.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65_D34E9F95.xml"/><Relationship Id="rId2" Type="http://schemas.openxmlformats.org/officeDocument/2006/relationships/notesSlide" Target="../notesSlides/notesSlide6.xml"/><Relationship Id="rId1" Type="http://schemas.openxmlformats.org/officeDocument/2006/relationships/slideLayout" Target="../slideLayouts/slideLayout51.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microsoft.com/office/2018/10/relationships/comments" Target="../comments/modernComment_194_4CDE7453.xml"/><Relationship Id="rId7"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50.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microsoft.com/office/2018/10/relationships/comments" Target="../comments/modernComment_195_80235D4A.xml"/><Relationship Id="rId2" Type="http://schemas.openxmlformats.org/officeDocument/2006/relationships/notesSlide" Target="../notesSlides/notesSlide8.xml"/><Relationship Id="rId1" Type="http://schemas.openxmlformats.org/officeDocument/2006/relationships/slideLayout" Target="../slideLayouts/slideLayout4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microsoft.com/office/2018/10/relationships/comments" Target="../comments/modernComment_196_F07EB6A.xml"/><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97_58FFF408.xml"/><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DAB440-E0D9-859B-982F-5DBE4641DF43}"/>
              </a:ext>
            </a:extLst>
          </p:cNvPr>
          <p:cNvSpPr>
            <a:spLocks noGrp="1"/>
          </p:cNvSpPr>
          <p:nvPr>
            <p:ph type="title"/>
          </p:nvPr>
        </p:nvSpPr>
        <p:spPr>
          <a:xfrm>
            <a:off x="1342651" y="1889909"/>
            <a:ext cx="5062539" cy="2610984"/>
          </a:xfrm>
        </p:spPr>
        <p:txBody>
          <a:bodyPr/>
          <a:lstStyle/>
          <a:p>
            <a:pPr>
              <a:lnSpc>
                <a:spcPct val="100000"/>
              </a:lnSpc>
            </a:pPr>
            <a:r>
              <a:rPr lang="en-US" sz="4000"/>
              <a:t>Leading at the Speed of Change</a:t>
            </a:r>
            <a:r>
              <a:rPr lang="en-US" sz="4400"/>
              <a:t> – </a:t>
            </a:r>
            <a:br>
              <a:rPr lang="en-US" sz="4000"/>
            </a:br>
            <a:r>
              <a:rPr lang="en-US" sz="3200"/>
              <a:t>Driving Projects Smarter and Faster</a:t>
            </a:r>
            <a:endParaRPr lang="en-US"/>
          </a:p>
        </p:txBody>
      </p:sp>
      <p:sp>
        <p:nvSpPr>
          <p:cNvPr id="6" name="Text Placeholder 5">
            <a:extLst>
              <a:ext uri="{FF2B5EF4-FFF2-40B4-BE49-F238E27FC236}">
                <a16:creationId xmlns:a16="http://schemas.microsoft.com/office/drawing/2014/main" id="{8848DF51-96B1-E360-56A0-C140C7A06D03}"/>
              </a:ext>
            </a:extLst>
          </p:cNvPr>
          <p:cNvSpPr>
            <a:spLocks noGrp="1"/>
          </p:cNvSpPr>
          <p:nvPr>
            <p:ph type="body" sz="quarter" idx="13"/>
          </p:nvPr>
        </p:nvSpPr>
        <p:spPr/>
        <p:txBody>
          <a:bodyPr/>
          <a:lstStyle/>
          <a:p>
            <a:r>
              <a:rPr lang="en-US"/>
              <a:t>Andreea Rasoga</a:t>
            </a:r>
          </a:p>
        </p:txBody>
      </p:sp>
      <p:sp>
        <p:nvSpPr>
          <p:cNvPr id="3" name="Text Placeholder 2">
            <a:extLst>
              <a:ext uri="{FF2B5EF4-FFF2-40B4-BE49-F238E27FC236}">
                <a16:creationId xmlns:a16="http://schemas.microsoft.com/office/drawing/2014/main" id="{6CDF6F30-6BCA-D5FC-A938-3347A9FE315A}"/>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893246714"/>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16677-19F1-5965-D8B4-34AE2D365A9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9E34458-FCDB-B972-0ADA-55DAA6A84F04}"/>
              </a:ext>
            </a:extLst>
          </p:cNvPr>
          <p:cNvSpPr>
            <a:spLocks noGrp="1"/>
          </p:cNvSpPr>
          <p:nvPr>
            <p:ph type="title"/>
          </p:nvPr>
        </p:nvSpPr>
        <p:spPr/>
        <p:txBody>
          <a:bodyPr/>
          <a:lstStyle/>
          <a:p>
            <a:r>
              <a:rPr lang="en-US" sz="2800" dirty="0"/>
              <a:t>Why I Care About Leading at the Speed of Change</a:t>
            </a:r>
            <a:endParaRPr lang="en-US" dirty="0"/>
          </a:p>
        </p:txBody>
      </p:sp>
      <p:sp>
        <p:nvSpPr>
          <p:cNvPr id="37" name="Title 3">
            <a:extLst>
              <a:ext uri="{FF2B5EF4-FFF2-40B4-BE49-F238E27FC236}">
                <a16:creationId xmlns:a16="http://schemas.microsoft.com/office/drawing/2014/main" id="{51E47E60-9366-8E06-6757-F43460BE9A27}"/>
              </a:ext>
            </a:extLst>
          </p:cNvPr>
          <p:cNvSpPr txBox="1">
            <a:spLocks/>
          </p:cNvSpPr>
          <p:nvPr/>
        </p:nvSpPr>
        <p:spPr>
          <a:xfrm>
            <a:off x="5576154" y="1992708"/>
            <a:ext cx="6054324" cy="3139284"/>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sz="2000" b="0" dirty="0"/>
              <a:t>PMO Operations Leader, working on the R&amp;D roadmap of new product innovation programs</a:t>
            </a:r>
          </a:p>
          <a:p>
            <a:endParaRPr lang="en-US" sz="2000" b="0" dirty="0"/>
          </a:p>
          <a:p>
            <a:r>
              <a:rPr lang="en-US" sz="2000" b="0" dirty="0"/>
              <a:t>Founded and scaled an e-comm business, shaping a deeply hands-on, execution driven leadership style</a:t>
            </a:r>
          </a:p>
          <a:p>
            <a:endParaRPr lang="en-US" sz="2000" b="0" dirty="0"/>
          </a:p>
          <a:p>
            <a:r>
              <a:rPr lang="en-US" sz="2000" b="0" dirty="0"/>
              <a:t>Completed Stanford LEAD in 2024, with a focus on leading innovation in disruptive environments </a:t>
            </a:r>
          </a:p>
        </p:txBody>
      </p:sp>
      <p:grpSp>
        <p:nvGrpSpPr>
          <p:cNvPr id="21" name="Group 20">
            <a:extLst>
              <a:ext uri="{FF2B5EF4-FFF2-40B4-BE49-F238E27FC236}">
                <a16:creationId xmlns:a16="http://schemas.microsoft.com/office/drawing/2014/main" id="{CD674676-B195-DFBC-00E9-8D46D2184D9A}"/>
              </a:ext>
            </a:extLst>
          </p:cNvPr>
          <p:cNvGrpSpPr/>
          <p:nvPr/>
        </p:nvGrpSpPr>
        <p:grpSpPr>
          <a:xfrm>
            <a:off x="2979966" y="2781300"/>
            <a:ext cx="2480076" cy="993802"/>
            <a:chOff x="1150531" y="2284864"/>
            <a:chExt cx="5352788" cy="1965352"/>
          </a:xfrm>
        </p:grpSpPr>
        <p:pic>
          <p:nvPicPr>
            <p:cNvPr id="16" name="Picture 15" descr="A logo for a company&#10;&#10;AI-generated content may be incorrect.">
              <a:extLst>
                <a:ext uri="{FF2B5EF4-FFF2-40B4-BE49-F238E27FC236}">
                  <a16:creationId xmlns:a16="http://schemas.microsoft.com/office/drawing/2014/main" id="{8AEAE4DF-F4EB-B69F-9450-3D775B5E9566}"/>
                </a:ext>
              </a:extLst>
            </p:cNvPr>
            <p:cNvPicPr>
              <a:picLocks noChangeAspect="1"/>
            </p:cNvPicPr>
            <p:nvPr/>
          </p:nvPicPr>
          <p:blipFill>
            <a:blip r:embed="rId3"/>
            <a:stretch>
              <a:fillRect/>
            </a:stretch>
          </p:blipFill>
          <p:spPr>
            <a:xfrm>
              <a:off x="1150531" y="2284864"/>
              <a:ext cx="5352788" cy="1965352"/>
            </a:xfrm>
            <a:prstGeom prst="rect">
              <a:avLst/>
            </a:prstGeom>
          </p:spPr>
        </p:pic>
        <p:pic>
          <p:nvPicPr>
            <p:cNvPr id="20" name="Picture 19">
              <a:extLst>
                <a:ext uri="{FF2B5EF4-FFF2-40B4-BE49-F238E27FC236}">
                  <a16:creationId xmlns:a16="http://schemas.microsoft.com/office/drawing/2014/main" id="{B19CEC4C-95D1-EBA6-E40C-FCF0BA32B887}"/>
                </a:ext>
              </a:extLst>
            </p:cNvPr>
            <p:cNvPicPr>
              <a:picLocks noChangeAspect="1"/>
            </p:cNvPicPr>
            <p:nvPr/>
          </p:nvPicPr>
          <p:blipFill>
            <a:blip r:embed="rId4"/>
            <a:stretch>
              <a:fillRect/>
            </a:stretch>
          </p:blipFill>
          <p:spPr>
            <a:xfrm>
              <a:off x="1471581" y="2762645"/>
              <a:ext cx="1195419" cy="1348026"/>
            </a:xfrm>
            <a:prstGeom prst="rect">
              <a:avLst/>
            </a:prstGeom>
          </p:spPr>
        </p:pic>
      </p:grpSp>
      <p:pic>
        <p:nvPicPr>
          <p:cNvPr id="23" name="Picture 22" descr="A colorful logo on a black background&#10;&#10;AI-generated content may be incorrect.">
            <a:extLst>
              <a:ext uri="{FF2B5EF4-FFF2-40B4-BE49-F238E27FC236}">
                <a16:creationId xmlns:a16="http://schemas.microsoft.com/office/drawing/2014/main" id="{E0A55EC8-9127-808C-3898-C969545F76F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35565" y="1764918"/>
            <a:ext cx="2249501" cy="1098075"/>
          </a:xfrm>
          <a:prstGeom prst="rect">
            <a:avLst/>
          </a:prstGeom>
        </p:spPr>
      </p:pic>
      <p:pic>
        <p:nvPicPr>
          <p:cNvPr id="25" name="Picture 24" descr="A close-up of a logo&#10;&#10;AI-generated content may be incorrect.">
            <a:extLst>
              <a:ext uri="{FF2B5EF4-FFF2-40B4-BE49-F238E27FC236}">
                <a16:creationId xmlns:a16="http://schemas.microsoft.com/office/drawing/2014/main" id="{FFFBA51B-0189-050E-EBE4-EE37445043F6}"/>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682583" y="4262928"/>
            <a:ext cx="1638536" cy="531860"/>
          </a:xfrm>
          <a:prstGeom prst="rect">
            <a:avLst/>
          </a:prstGeom>
        </p:spPr>
      </p:pic>
      <p:pic>
        <p:nvPicPr>
          <p:cNvPr id="41" name="Picture 40" descr="A person holding a computer&#10;&#10;AI-generated content may be incorrect.">
            <a:extLst>
              <a:ext uri="{FF2B5EF4-FFF2-40B4-BE49-F238E27FC236}">
                <a16:creationId xmlns:a16="http://schemas.microsoft.com/office/drawing/2014/main" id="{FC46362E-8B45-7830-8114-8CD6049569C4}"/>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74343" y="1427912"/>
            <a:ext cx="2942734" cy="4280766"/>
          </a:xfrm>
          <a:prstGeom prst="rect">
            <a:avLst/>
          </a:prstGeom>
        </p:spPr>
      </p:pic>
    </p:spTree>
    <p:extLst>
      <p:ext uri="{BB962C8B-B14F-4D97-AF65-F5344CB8AC3E}">
        <p14:creationId xmlns:p14="http://schemas.microsoft.com/office/powerpoint/2010/main" val="542063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descr="A black circuit board with many colored lines&#10;&#10;AI-generated content may be incorrect.">
            <a:extLst>
              <a:ext uri="{FF2B5EF4-FFF2-40B4-BE49-F238E27FC236}">
                <a16:creationId xmlns:a16="http://schemas.microsoft.com/office/drawing/2014/main" id="{90E5D498-D2CF-3829-6C69-450102AC87E5}"/>
              </a:ext>
            </a:extLst>
          </p:cNvPr>
          <p:cNvPicPr>
            <a:picLocks noGrp="1" noChangeAspect="1"/>
          </p:cNvPicPr>
          <p:nvPr>
            <p:ph type="pic" sz="quarter" idx="17"/>
          </p:nvPr>
        </p:nvPicPr>
        <p:blipFill>
          <a:blip r:embed="rId4" cstate="screen">
            <a:extLst>
              <a:ext uri="{28A0092B-C50C-407E-A947-70E740481C1C}">
                <a14:useLocalDpi xmlns:a14="http://schemas.microsoft.com/office/drawing/2010/main"/>
              </a:ext>
            </a:extLst>
          </a:blip>
          <a:srcRect/>
          <a:stretch>
            <a:fillRect/>
          </a:stretch>
        </p:blipFill>
        <p:spPr/>
      </p:pic>
      <p:sp>
        <p:nvSpPr>
          <p:cNvPr id="5" name="Title 4">
            <a:extLst>
              <a:ext uri="{FF2B5EF4-FFF2-40B4-BE49-F238E27FC236}">
                <a16:creationId xmlns:a16="http://schemas.microsoft.com/office/drawing/2014/main" id="{B3FC20C2-85B2-8DD3-EE06-A84BA7F7F415}"/>
              </a:ext>
            </a:extLst>
          </p:cNvPr>
          <p:cNvSpPr>
            <a:spLocks noGrp="1"/>
          </p:cNvSpPr>
          <p:nvPr>
            <p:ph type="title"/>
          </p:nvPr>
        </p:nvSpPr>
        <p:spPr>
          <a:xfrm>
            <a:off x="379412" y="744075"/>
            <a:ext cx="4230687" cy="2374900"/>
          </a:xfrm>
        </p:spPr>
        <p:txBody>
          <a:bodyPr/>
          <a:lstStyle/>
          <a:p>
            <a:r>
              <a:rPr lang="en-US"/>
              <a:t>Leading at the Speed of Change</a:t>
            </a:r>
          </a:p>
        </p:txBody>
      </p:sp>
      <p:sp>
        <p:nvSpPr>
          <p:cNvPr id="11" name="Text Placeholder 10">
            <a:extLst>
              <a:ext uri="{FF2B5EF4-FFF2-40B4-BE49-F238E27FC236}">
                <a16:creationId xmlns:a16="http://schemas.microsoft.com/office/drawing/2014/main" id="{C6904637-0A1C-D905-BF88-006F6D28DCB4}"/>
              </a:ext>
            </a:extLst>
          </p:cNvPr>
          <p:cNvSpPr>
            <a:spLocks noGrp="1"/>
          </p:cNvSpPr>
          <p:nvPr>
            <p:ph type="body" sz="quarter" idx="11"/>
          </p:nvPr>
        </p:nvSpPr>
        <p:spPr>
          <a:xfrm>
            <a:off x="379412" y="3930977"/>
            <a:ext cx="4362269" cy="1776400"/>
          </a:xfrm>
        </p:spPr>
        <p:txBody>
          <a:bodyPr>
            <a:normAutofit/>
          </a:bodyPr>
          <a:lstStyle/>
          <a:p>
            <a:r>
              <a:rPr lang="en-US"/>
              <a:t>Technology is advancing rapidly – our ability </a:t>
            </a:r>
            <a:r>
              <a:rPr lang="en-US" sz="2800"/>
              <a:t>to</a:t>
            </a:r>
            <a:r>
              <a:rPr lang="en-US"/>
              <a:t> </a:t>
            </a:r>
            <a:r>
              <a:rPr lang="en-US" b="1" i="1"/>
              <a:t>lead people through change</a:t>
            </a:r>
            <a:r>
              <a:rPr lang="en-US" i="1"/>
              <a:t> </a:t>
            </a:r>
            <a:r>
              <a:rPr lang="en-US"/>
              <a:t>must advance even faster.</a:t>
            </a:r>
          </a:p>
        </p:txBody>
      </p:sp>
    </p:spTree>
    <p:extLst>
      <p:ext uri="{BB962C8B-B14F-4D97-AF65-F5344CB8AC3E}">
        <p14:creationId xmlns:p14="http://schemas.microsoft.com/office/powerpoint/2010/main" val="61884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B611-3F87-BF13-1496-2EABA231609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1F8585-E369-1887-B8FB-2D3007063E84}"/>
              </a:ext>
            </a:extLst>
          </p:cNvPr>
          <p:cNvSpPr>
            <a:spLocks noGrp="1"/>
          </p:cNvSpPr>
          <p:nvPr>
            <p:ph type="title"/>
          </p:nvPr>
        </p:nvSpPr>
        <p:spPr/>
        <p:txBody>
          <a:bodyPr/>
          <a:lstStyle/>
          <a:p>
            <a:r>
              <a:rPr lang="en-US" sz="2800"/>
              <a:t>The Hidden Bottleneck: </a:t>
            </a:r>
            <a:r>
              <a:rPr lang="en-US"/>
              <a:t>Where Semiconductor Projects Lose Speed</a:t>
            </a:r>
          </a:p>
        </p:txBody>
      </p:sp>
      <p:sp>
        <p:nvSpPr>
          <p:cNvPr id="6" name="Circle: Hollow 5">
            <a:extLst>
              <a:ext uri="{FF2B5EF4-FFF2-40B4-BE49-F238E27FC236}">
                <a16:creationId xmlns:a16="http://schemas.microsoft.com/office/drawing/2014/main" id="{2460A5CC-1083-62BD-4116-786F105D059E}"/>
              </a:ext>
            </a:extLst>
          </p:cNvPr>
          <p:cNvSpPr/>
          <p:nvPr/>
        </p:nvSpPr>
        <p:spPr>
          <a:xfrm>
            <a:off x="3430658" y="1236150"/>
            <a:ext cx="5329989" cy="4993105"/>
          </a:xfrm>
          <a:prstGeom prst="donu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tx1"/>
              </a:solidFill>
              <a:latin typeface="Poppins SemiBold" panose="00000700000000000000" pitchFamily="2" charset="0"/>
              <a:cs typeface="Poppins SemiBold" panose="00000700000000000000" pitchFamily="2" charset="0"/>
            </a:endParaRPr>
          </a:p>
        </p:txBody>
      </p:sp>
      <p:sp>
        <p:nvSpPr>
          <p:cNvPr id="7" name="Title 3">
            <a:extLst>
              <a:ext uri="{FF2B5EF4-FFF2-40B4-BE49-F238E27FC236}">
                <a16:creationId xmlns:a16="http://schemas.microsoft.com/office/drawing/2014/main" id="{466E4BEF-708C-D896-803C-3BEDB2C92892}"/>
              </a:ext>
            </a:extLst>
          </p:cNvPr>
          <p:cNvSpPr txBox="1">
            <a:spLocks/>
          </p:cNvSpPr>
          <p:nvPr/>
        </p:nvSpPr>
        <p:spPr>
          <a:xfrm>
            <a:off x="5567065" y="1650597"/>
            <a:ext cx="1537620" cy="67773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dirty="0">
                <a:solidFill>
                  <a:srgbClr val="69CA00"/>
                </a:solidFill>
              </a:rPr>
              <a:t>Change</a:t>
            </a:r>
          </a:p>
        </p:txBody>
      </p:sp>
      <p:sp>
        <p:nvSpPr>
          <p:cNvPr id="8" name="Title 3">
            <a:extLst>
              <a:ext uri="{FF2B5EF4-FFF2-40B4-BE49-F238E27FC236}">
                <a16:creationId xmlns:a16="http://schemas.microsoft.com/office/drawing/2014/main" id="{63FE4777-6F6C-776C-3600-D0144D69DC09}"/>
              </a:ext>
            </a:extLst>
          </p:cNvPr>
          <p:cNvSpPr txBox="1">
            <a:spLocks/>
          </p:cNvSpPr>
          <p:nvPr/>
        </p:nvSpPr>
        <p:spPr>
          <a:xfrm>
            <a:off x="7544808" y="3017696"/>
            <a:ext cx="1537620" cy="67773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dirty="0">
                <a:solidFill>
                  <a:srgbClr val="3ECAFB"/>
                </a:solidFill>
              </a:rPr>
              <a:t>Debate</a:t>
            </a:r>
          </a:p>
        </p:txBody>
      </p:sp>
      <p:sp>
        <p:nvSpPr>
          <p:cNvPr id="10" name="Title 3">
            <a:extLst>
              <a:ext uri="{FF2B5EF4-FFF2-40B4-BE49-F238E27FC236}">
                <a16:creationId xmlns:a16="http://schemas.microsoft.com/office/drawing/2014/main" id="{C60E880F-81B8-536C-7944-CA3C3B6B5DD4}"/>
              </a:ext>
            </a:extLst>
          </p:cNvPr>
          <p:cNvSpPr txBox="1">
            <a:spLocks/>
          </p:cNvSpPr>
          <p:nvPr/>
        </p:nvSpPr>
        <p:spPr>
          <a:xfrm>
            <a:off x="4174794" y="4923117"/>
            <a:ext cx="1537620" cy="67773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dirty="0">
                <a:solidFill>
                  <a:srgbClr val="0068DF"/>
                </a:solidFill>
              </a:rPr>
              <a:t>Rework</a:t>
            </a:r>
          </a:p>
        </p:txBody>
      </p:sp>
      <p:grpSp>
        <p:nvGrpSpPr>
          <p:cNvPr id="15" name="Group 14">
            <a:extLst>
              <a:ext uri="{FF2B5EF4-FFF2-40B4-BE49-F238E27FC236}">
                <a16:creationId xmlns:a16="http://schemas.microsoft.com/office/drawing/2014/main" id="{3FEF3ED9-F6F8-1C72-FED7-B6BF5435BE3D}"/>
              </a:ext>
            </a:extLst>
          </p:cNvPr>
          <p:cNvGrpSpPr/>
          <p:nvPr/>
        </p:nvGrpSpPr>
        <p:grpSpPr>
          <a:xfrm>
            <a:off x="3804915" y="2767883"/>
            <a:ext cx="1537620" cy="677732"/>
            <a:chOff x="3804915" y="2767883"/>
            <a:chExt cx="1537620" cy="677732"/>
          </a:xfrm>
        </p:grpSpPr>
        <p:sp>
          <p:nvSpPr>
            <p:cNvPr id="11" name="Title 3">
              <a:extLst>
                <a:ext uri="{FF2B5EF4-FFF2-40B4-BE49-F238E27FC236}">
                  <a16:creationId xmlns:a16="http://schemas.microsoft.com/office/drawing/2014/main" id="{1AA7B63E-5DD5-599E-F6A1-6794B97D9778}"/>
                </a:ext>
              </a:extLst>
            </p:cNvPr>
            <p:cNvSpPr txBox="1">
              <a:spLocks/>
            </p:cNvSpPr>
            <p:nvPr/>
          </p:nvSpPr>
          <p:spPr>
            <a:xfrm>
              <a:off x="3804915" y="2767883"/>
              <a:ext cx="1537620" cy="67773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dirty="0">
                  <a:solidFill>
                    <a:srgbClr val="FF7400"/>
                  </a:solidFill>
                </a:rPr>
                <a:t>Cost</a:t>
              </a:r>
              <a:r>
                <a:rPr lang="en-US" dirty="0"/>
                <a:t> </a:t>
              </a:r>
            </a:p>
          </p:txBody>
        </p:sp>
        <p:cxnSp>
          <p:nvCxnSpPr>
            <p:cNvPr id="13" name="Straight Arrow Connector 12">
              <a:extLst>
                <a:ext uri="{FF2B5EF4-FFF2-40B4-BE49-F238E27FC236}">
                  <a16:creationId xmlns:a16="http://schemas.microsoft.com/office/drawing/2014/main" id="{82621307-2D3F-275F-87FA-2BE351DCFEA0}"/>
                </a:ext>
              </a:extLst>
            </p:cNvPr>
            <p:cNvCxnSpPr>
              <a:cxnSpLocks/>
              <a:endCxn id="11" idx="0"/>
            </p:cNvCxnSpPr>
            <p:nvPr/>
          </p:nvCxnSpPr>
          <p:spPr>
            <a:xfrm flipV="1">
              <a:off x="4573725" y="2767883"/>
              <a:ext cx="0" cy="246531"/>
            </a:xfrm>
            <a:prstGeom prst="straightConnector1">
              <a:avLst/>
            </a:prstGeom>
            <a:ln w="38100">
              <a:solidFill>
                <a:srgbClr val="FF740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7" name="Group 26">
            <a:extLst>
              <a:ext uri="{FF2B5EF4-FFF2-40B4-BE49-F238E27FC236}">
                <a16:creationId xmlns:a16="http://schemas.microsoft.com/office/drawing/2014/main" id="{60B91188-BE69-12A4-4900-29988B65FC50}"/>
              </a:ext>
            </a:extLst>
          </p:cNvPr>
          <p:cNvGrpSpPr/>
          <p:nvPr/>
        </p:nvGrpSpPr>
        <p:grpSpPr>
          <a:xfrm rot="20934112">
            <a:off x="6656330" y="1548275"/>
            <a:ext cx="707077" cy="1031601"/>
            <a:chOff x="6876288" y="1650597"/>
            <a:chExt cx="1064554" cy="1306960"/>
          </a:xfrm>
        </p:grpSpPr>
        <p:cxnSp>
          <p:nvCxnSpPr>
            <p:cNvPr id="18" name="Straight Connector 17">
              <a:extLst>
                <a:ext uri="{FF2B5EF4-FFF2-40B4-BE49-F238E27FC236}">
                  <a16:creationId xmlns:a16="http://schemas.microsoft.com/office/drawing/2014/main" id="{052B5580-FF9F-0759-18A1-26EB8D072016}"/>
                </a:ext>
              </a:extLst>
            </p:cNvPr>
            <p:cNvCxnSpPr>
              <a:cxnSpLocks/>
            </p:cNvCxnSpPr>
            <p:nvPr/>
          </p:nvCxnSpPr>
          <p:spPr>
            <a:xfrm flipH="1">
              <a:off x="7856621" y="1650597"/>
              <a:ext cx="84221" cy="102041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90F26FD2-1B0C-8BAD-4990-85D9BDB30912}"/>
                </a:ext>
              </a:extLst>
            </p:cNvPr>
            <p:cNvCxnSpPr>
              <a:cxnSpLocks/>
            </p:cNvCxnSpPr>
            <p:nvPr/>
          </p:nvCxnSpPr>
          <p:spPr>
            <a:xfrm flipV="1">
              <a:off x="6876288" y="2656722"/>
              <a:ext cx="990777" cy="30083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8" name="Group 27">
            <a:extLst>
              <a:ext uri="{FF2B5EF4-FFF2-40B4-BE49-F238E27FC236}">
                <a16:creationId xmlns:a16="http://schemas.microsoft.com/office/drawing/2014/main" id="{9627B581-63A8-63BC-5948-6E02937662A4}"/>
              </a:ext>
            </a:extLst>
          </p:cNvPr>
          <p:cNvGrpSpPr/>
          <p:nvPr/>
        </p:nvGrpSpPr>
        <p:grpSpPr>
          <a:xfrm rot="16458803">
            <a:off x="4352862" y="1834843"/>
            <a:ext cx="825239" cy="966119"/>
            <a:chOff x="6876288" y="1650597"/>
            <a:chExt cx="1064554" cy="1306960"/>
          </a:xfrm>
        </p:grpSpPr>
        <p:cxnSp>
          <p:nvCxnSpPr>
            <p:cNvPr id="29" name="Straight Connector 28">
              <a:extLst>
                <a:ext uri="{FF2B5EF4-FFF2-40B4-BE49-F238E27FC236}">
                  <a16:creationId xmlns:a16="http://schemas.microsoft.com/office/drawing/2014/main" id="{763151A9-7305-BC9E-CC1A-01A6C94C36E8}"/>
                </a:ext>
              </a:extLst>
            </p:cNvPr>
            <p:cNvCxnSpPr>
              <a:cxnSpLocks/>
            </p:cNvCxnSpPr>
            <p:nvPr/>
          </p:nvCxnSpPr>
          <p:spPr>
            <a:xfrm flipH="1">
              <a:off x="7856621" y="1650597"/>
              <a:ext cx="84221" cy="102041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2B1685-E1DD-5787-F4D6-F9A092D9592F}"/>
                </a:ext>
              </a:extLst>
            </p:cNvPr>
            <p:cNvCxnSpPr>
              <a:cxnSpLocks/>
            </p:cNvCxnSpPr>
            <p:nvPr/>
          </p:nvCxnSpPr>
          <p:spPr>
            <a:xfrm flipV="1">
              <a:off x="6876288" y="2656722"/>
              <a:ext cx="990777" cy="30083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1" name="Group 30">
            <a:extLst>
              <a:ext uri="{FF2B5EF4-FFF2-40B4-BE49-F238E27FC236}">
                <a16:creationId xmlns:a16="http://schemas.microsoft.com/office/drawing/2014/main" id="{BB719B51-8FF7-4B8F-D84F-49D118B9EDDE}"/>
              </a:ext>
            </a:extLst>
          </p:cNvPr>
          <p:cNvGrpSpPr/>
          <p:nvPr/>
        </p:nvGrpSpPr>
        <p:grpSpPr>
          <a:xfrm rot="11732168">
            <a:off x="3783984" y="3915547"/>
            <a:ext cx="818044" cy="979821"/>
            <a:chOff x="6876288" y="1650597"/>
            <a:chExt cx="1064554" cy="1306960"/>
          </a:xfrm>
        </p:grpSpPr>
        <p:cxnSp>
          <p:nvCxnSpPr>
            <p:cNvPr id="32" name="Straight Connector 31">
              <a:extLst>
                <a:ext uri="{FF2B5EF4-FFF2-40B4-BE49-F238E27FC236}">
                  <a16:creationId xmlns:a16="http://schemas.microsoft.com/office/drawing/2014/main" id="{280D8516-4479-3074-FA9F-311CE19D1059}"/>
                </a:ext>
              </a:extLst>
            </p:cNvPr>
            <p:cNvCxnSpPr>
              <a:cxnSpLocks/>
            </p:cNvCxnSpPr>
            <p:nvPr/>
          </p:nvCxnSpPr>
          <p:spPr>
            <a:xfrm flipH="1">
              <a:off x="7856621" y="1650597"/>
              <a:ext cx="84221" cy="102041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96FA01B-EB58-B9CB-9ADB-920A19110065}"/>
                </a:ext>
              </a:extLst>
            </p:cNvPr>
            <p:cNvCxnSpPr>
              <a:cxnSpLocks/>
            </p:cNvCxnSpPr>
            <p:nvPr/>
          </p:nvCxnSpPr>
          <p:spPr>
            <a:xfrm flipV="1">
              <a:off x="6876288" y="2656722"/>
              <a:ext cx="990777" cy="30083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4" name="Group 33">
            <a:extLst>
              <a:ext uri="{FF2B5EF4-FFF2-40B4-BE49-F238E27FC236}">
                <a16:creationId xmlns:a16="http://schemas.microsoft.com/office/drawing/2014/main" id="{81B5A576-7174-08C8-D1E4-7FBD2087631E}"/>
              </a:ext>
            </a:extLst>
          </p:cNvPr>
          <p:cNvGrpSpPr/>
          <p:nvPr/>
        </p:nvGrpSpPr>
        <p:grpSpPr>
          <a:xfrm rot="4113080">
            <a:off x="7772057" y="3545163"/>
            <a:ext cx="659246" cy="1069948"/>
            <a:chOff x="6876288" y="1650597"/>
            <a:chExt cx="1064554" cy="1306960"/>
          </a:xfrm>
        </p:grpSpPr>
        <p:cxnSp>
          <p:nvCxnSpPr>
            <p:cNvPr id="35" name="Straight Connector 34">
              <a:extLst>
                <a:ext uri="{FF2B5EF4-FFF2-40B4-BE49-F238E27FC236}">
                  <a16:creationId xmlns:a16="http://schemas.microsoft.com/office/drawing/2014/main" id="{F80240EE-D3EF-F7A7-895D-A9B8CEA050D3}"/>
                </a:ext>
              </a:extLst>
            </p:cNvPr>
            <p:cNvCxnSpPr>
              <a:cxnSpLocks/>
            </p:cNvCxnSpPr>
            <p:nvPr/>
          </p:nvCxnSpPr>
          <p:spPr>
            <a:xfrm flipH="1">
              <a:off x="7856621" y="1650597"/>
              <a:ext cx="84221" cy="102041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58B72D3A-18A7-2A4E-7C09-23583A1C12EA}"/>
                </a:ext>
              </a:extLst>
            </p:cNvPr>
            <p:cNvCxnSpPr>
              <a:cxnSpLocks/>
            </p:cNvCxnSpPr>
            <p:nvPr/>
          </p:nvCxnSpPr>
          <p:spPr>
            <a:xfrm flipV="1">
              <a:off x="6876288" y="2656722"/>
              <a:ext cx="990777" cy="30083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37" name="Title 3">
            <a:extLst>
              <a:ext uri="{FF2B5EF4-FFF2-40B4-BE49-F238E27FC236}">
                <a16:creationId xmlns:a16="http://schemas.microsoft.com/office/drawing/2014/main" id="{76A057BD-E377-5A55-C0D3-270E9191745B}"/>
              </a:ext>
            </a:extLst>
          </p:cNvPr>
          <p:cNvSpPr txBox="1">
            <a:spLocks/>
          </p:cNvSpPr>
          <p:nvPr/>
        </p:nvSpPr>
        <p:spPr>
          <a:xfrm>
            <a:off x="8773254" y="1489867"/>
            <a:ext cx="2424772" cy="83846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sz="2000" b="0" i="1" dirty="0"/>
              <a:t>Scope ambiguity</a:t>
            </a:r>
          </a:p>
        </p:txBody>
      </p:sp>
      <p:sp>
        <p:nvSpPr>
          <p:cNvPr id="38" name="Title 3">
            <a:extLst>
              <a:ext uri="{FF2B5EF4-FFF2-40B4-BE49-F238E27FC236}">
                <a16:creationId xmlns:a16="http://schemas.microsoft.com/office/drawing/2014/main" id="{DBD0E01B-0689-0C3B-939A-6CA26331A654}"/>
              </a:ext>
            </a:extLst>
          </p:cNvPr>
          <p:cNvSpPr txBox="1">
            <a:spLocks/>
          </p:cNvSpPr>
          <p:nvPr/>
        </p:nvSpPr>
        <p:spPr>
          <a:xfrm>
            <a:off x="8971842" y="5545998"/>
            <a:ext cx="2424772" cy="83846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sz="2000" b="0" i="1" dirty="0"/>
              <a:t>Decision backlog</a:t>
            </a:r>
          </a:p>
        </p:txBody>
      </p:sp>
      <p:sp>
        <p:nvSpPr>
          <p:cNvPr id="39" name="Title 3">
            <a:extLst>
              <a:ext uri="{FF2B5EF4-FFF2-40B4-BE49-F238E27FC236}">
                <a16:creationId xmlns:a16="http://schemas.microsoft.com/office/drawing/2014/main" id="{D70439D7-3FF9-7446-8440-1DAE066759F8}"/>
              </a:ext>
            </a:extLst>
          </p:cNvPr>
          <p:cNvSpPr txBox="1">
            <a:spLocks/>
          </p:cNvSpPr>
          <p:nvPr/>
        </p:nvSpPr>
        <p:spPr>
          <a:xfrm>
            <a:off x="1005886" y="5545998"/>
            <a:ext cx="2424772" cy="83846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sz="2000" b="0" i="1" dirty="0"/>
              <a:t>Late alignment</a:t>
            </a:r>
          </a:p>
        </p:txBody>
      </p:sp>
      <p:sp>
        <p:nvSpPr>
          <p:cNvPr id="40" name="Title 3">
            <a:extLst>
              <a:ext uri="{FF2B5EF4-FFF2-40B4-BE49-F238E27FC236}">
                <a16:creationId xmlns:a16="http://schemas.microsoft.com/office/drawing/2014/main" id="{03B2988A-89BA-7731-0943-C981B23AC303}"/>
              </a:ext>
            </a:extLst>
          </p:cNvPr>
          <p:cNvSpPr txBox="1">
            <a:spLocks/>
          </p:cNvSpPr>
          <p:nvPr/>
        </p:nvSpPr>
        <p:spPr>
          <a:xfrm>
            <a:off x="1447054" y="1672807"/>
            <a:ext cx="2424772" cy="83846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sz="2000" b="0" i="1" dirty="0"/>
              <a:t>Stakeholder resistance</a:t>
            </a:r>
          </a:p>
        </p:txBody>
      </p:sp>
      <p:sp>
        <p:nvSpPr>
          <p:cNvPr id="2" name="Title 3">
            <a:extLst>
              <a:ext uri="{FF2B5EF4-FFF2-40B4-BE49-F238E27FC236}">
                <a16:creationId xmlns:a16="http://schemas.microsoft.com/office/drawing/2014/main" id="{5F39F731-6BF9-3FCE-5C1D-F748A0614808}"/>
              </a:ext>
            </a:extLst>
          </p:cNvPr>
          <p:cNvSpPr txBox="1">
            <a:spLocks/>
          </p:cNvSpPr>
          <p:nvPr/>
        </p:nvSpPr>
        <p:spPr>
          <a:xfrm>
            <a:off x="6683855" y="5148051"/>
            <a:ext cx="1537620" cy="677732"/>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en-US" sz="2200" b="1" i="0" kern="1200" dirty="0">
                <a:solidFill>
                  <a:schemeClr val="tx2"/>
                </a:solidFill>
                <a:latin typeface="Poppins SemiBold" pitchFamily="2" charset="77"/>
                <a:ea typeface="+mn-ea"/>
                <a:cs typeface="Poppins SemiBold" pitchFamily="2" charset="77"/>
              </a:defRPr>
            </a:lvl1pPr>
          </a:lstStyle>
          <a:p>
            <a:r>
              <a:rPr lang="en-US" dirty="0">
                <a:solidFill>
                  <a:srgbClr val="F9B500"/>
                </a:solidFill>
              </a:rPr>
              <a:t>Delay</a:t>
            </a:r>
          </a:p>
        </p:txBody>
      </p:sp>
      <p:grpSp>
        <p:nvGrpSpPr>
          <p:cNvPr id="5" name="Group 4">
            <a:extLst>
              <a:ext uri="{FF2B5EF4-FFF2-40B4-BE49-F238E27FC236}">
                <a16:creationId xmlns:a16="http://schemas.microsoft.com/office/drawing/2014/main" id="{9A8855C9-D66D-09A5-E3C7-ED034EB42FDB}"/>
              </a:ext>
            </a:extLst>
          </p:cNvPr>
          <p:cNvGrpSpPr/>
          <p:nvPr/>
        </p:nvGrpSpPr>
        <p:grpSpPr>
          <a:xfrm rot="8049309">
            <a:off x="5891999" y="5108119"/>
            <a:ext cx="769326" cy="985063"/>
            <a:chOff x="6876288" y="1650597"/>
            <a:chExt cx="1064554" cy="1306960"/>
          </a:xfrm>
        </p:grpSpPr>
        <p:cxnSp>
          <p:nvCxnSpPr>
            <p:cNvPr id="9" name="Straight Connector 8">
              <a:extLst>
                <a:ext uri="{FF2B5EF4-FFF2-40B4-BE49-F238E27FC236}">
                  <a16:creationId xmlns:a16="http://schemas.microsoft.com/office/drawing/2014/main" id="{16139525-1F1A-0CEF-FCA3-B74994A7C35B}"/>
                </a:ext>
              </a:extLst>
            </p:cNvPr>
            <p:cNvCxnSpPr>
              <a:cxnSpLocks/>
            </p:cNvCxnSpPr>
            <p:nvPr/>
          </p:nvCxnSpPr>
          <p:spPr>
            <a:xfrm flipH="1">
              <a:off x="7856621" y="1650597"/>
              <a:ext cx="84221" cy="1020414"/>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0FF96D9-51C2-8F6A-A04D-F2CE6E998998}"/>
                </a:ext>
              </a:extLst>
            </p:cNvPr>
            <p:cNvCxnSpPr>
              <a:cxnSpLocks/>
            </p:cNvCxnSpPr>
            <p:nvPr/>
          </p:nvCxnSpPr>
          <p:spPr>
            <a:xfrm flipV="1">
              <a:off x="6876288" y="2656722"/>
              <a:ext cx="990777" cy="300835"/>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288188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37" grpId="0"/>
      <p:bldP spid="38" grpId="0"/>
      <p:bldP spid="39" grpId="0"/>
      <p:bldP spid="40"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3E86E-4299-49CC-0896-FBDC7163292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71F9B04-2C1D-3B6B-B914-AD3AA0425DA3}"/>
              </a:ext>
            </a:extLst>
          </p:cNvPr>
          <p:cNvSpPr>
            <a:spLocks noGrp="1"/>
          </p:cNvSpPr>
          <p:nvPr>
            <p:ph type="title"/>
          </p:nvPr>
        </p:nvSpPr>
        <p:spPr>
          <a:xfrm>
            <a:off x="1607104" y="1584736"/>
            <a:ext cx="5040860" cy="952758"/>
          </a:xfrm>
        </p:spPr>
        <p:txBody>
          <a:bodyPr/>
          <a:lstStyle/>
          <a:p>
            <a:r>
              <a:rPr lang="en-US">
                <a:solidFill>
                  <a:srgbClr val="F9B500"/>
                </a:solidFill>
              </a:rPr>
              <a:t>Project Control</a:t>
            </a:r>
          </a:p>
        </p:txBody>
      </p:sp>
      <p:sp>
        <p:nvSpPr>
          <p:cNvPr id="12" name="Text Placeholder 11">
            <a:extLst>
              <a:ext uri="{FF2B5EF4-FFF2-40B4-BE49-F238E27FC236}">
                <a16:creationId xmlns:a16="http://schemas.microsoft.com/office/drawing/2014/main" id="{546AAA89-9AC1-466A-0B70-273980E7FB3A}"/>
              </a:ext>
            </a:extLst>
          </p:cNvPr>
          <p:cNvSpPr>
            <a:spLocks noGrp="1"/>
          </p:cNvSpPr>
          <p:nvPr>
            <p:ph type="body" sz="quarter" idx="22"/>
          </p:nvPr>
        </p:nvSpPr>
        <p:spPr>
          <a:xfrm>
            <a:off x="407988" y="4567182"/>
            <a:ext cx="1469580" cy="233615"/>
          </a:xfrm>
        </p:spPr>
        <p:txBody>
          <a:bodyPr/>
          <a:lstStyle/>
          <a:p>
            <a:r>
              <a:rPr lang="en-US"/>
              <a:t>Track Progress</a:t>
            </a:r>
          </a:p>
        </p:txBody>
      </p:sp>
      <p:sp>
        <p:nvSpPr>
          <p:cNvPr id="6" name="Title 3">
            <a:extLst>
              <a:ext uri="{FF2B5EF4-FFF2-40B4-BE49-F238E27FC236}">
                <a16:creationId xmlns:a16="http://schemas.microsoft.com/office/drawing/2014/main" id="{7BE2C74A-2C6E-202F-5845-5464FEFE95A0}"/>
              </a:ext>
            </a:extLst>
          </p:cNvPr>
          <p:cNvSpPr txBox="1">
            <a:spLocks/>
          </p:cNvSpPr>
          <p:nvPr/>
        </p:nvSpPr>
        <p:spPr>
          <a:xfrm>
            <a:off x="407988" y="165167"/>
            <a:ext cx="11432485" cy="677732"/>
          </a:xfrm>
          <a:prstGeom prst="rect">
            <a:avLst/>
          </a:prstGeom>
        </p:spPr>
        <p:txBody>
          <a:bodyPr vert="horz" lIns="0" tIns="0" rIns="0" bIns="0" rtlCol="0" anchor="b">
            <a:normAutofit fontScale="92500"/>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sz="3000"/>
              <a:t>The Leadership Gap: </a:t>
            </a:r>
            <a:r>
              <a:rPr lang="en-US" sz="2400"/>
              <a:t>Why Traditional Project Management Isn’t Enough</a:t>
            </a:r>
          </a:p>
        </p:txBody>
      </p:sp>
      <p:sp>
        <p:nvSpPr>
          <p:cNvPr id="8" name="Title 3">
            <a:extLst>
              <a:ext uri="{FF2B5EF4-FFF2-40B4-BE49-F238E27FC236}">
                <a16:creationId xmlns:a16="http://schemas.microsoft.com/office/drawing/2014/main" id="{853457B2-73E4-2FD0-884F-6C652161FA55}"/>
              </a:ext>
            </a:extLst>
          </p:cNvPr>
          <p:cNvSpPr txBox="1">
            <a:spLocks/>
          </p:cNvSpPr>
          <p:nvPr/>
        </p:nvSpPr>
        <p:spPr>
          <a:xfrm>
            <a:off x="3422424" y="5608902"/>
            <a:ext cx="2673575" cy="67773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sz="2000">
                <a:solidFill>
                  <a:srgbClr val="F9B500"/>
                </a:solidFill>
              </a:rPr>
              <a:t>Control builds order.</a:t>
            </a:r>
            <a:endParaRPr lang="en-US" sz="2000">
              <a:solidFill>
                <a:srgbClr val="69CA00"/>
              </a:solidFill>
            </a:endParaRPr>
          </a:p>
        </p:txBody>
      </p:sp>
      <p:sp>
        <p:nvSpPr>
          <p:cNvPr id="16" name="Text Placeholder 11">
            <a:extLst>
              <a:ext uri="{FF2B5EF4-FFF2-40B4-BE49-F238E27FC236}">
                <a16:creationId xmlns:a16="http://schemas.microsoft.com/office/drawing/2014/main" id="{906385BC-1189-CF6D-7329-82C84EE3CB6F}"/>
              </a:ext>
            </a:extLst>
          </p:cNvPr>
          <p:cNvSpPr txBox="1">
            <a:spLocks/>
          </p:cNvSpPr>
          <p:nvPr/>
        </p:nvSpPr>
        <p:spPr>
          <a:xfrm>
            <a:off x="2291554" y="4567182"/>
            <a:ext cx="1469580" cy="233615"/>
          </a:xfrm>
          <a:prstGeom prst="rect">
            <a:avLst/>
          </a:prstGeom>
        </p:spPr>
        <p:txBody>
          <a:bodyPr vert="horz" lIns="0" tIns="0" rIns="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lang="en-US" sz="15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Enforce Process</a:t>
            </a:r>
          </a:p>
        </p:txBody>
      </p:sp>
      <p:sp>
        <p:nvSpPr>
          <p:cNvPr id="17" name="Text Placeholder 11">
            <a:extLst>
              <a:ext uri="{FF2B5EF4-FFF2-40B4-BE49-F238E27FC236}">
                <a16:creationId xmlns:a16="http://schemas.microsoft.com/office/drawing/2014/main" id="{E8318965-CE26-1066-EA7D-179BFABD49AF}"/>
              </a:ext>
            </a:extLst>
          </p:cNvPr>
          <p:cNvSpPr txBox="1">
            <a:spLocks/>
          </p:cNvSpPr>
          <p:nvPr/>
        </p:nvSpPr>
        <p:spPr>
          <a:xfrm>
            <a:off x="4144836" y="4573278"/>
            <a:ext cx="1282098" cy="227519"/>
          </a:xfrm>
          <a:prstGeom prst="rect">
            <a:avLst/>
          </a:prstGeom>
        </p:spPr>
        <p:txBody>
          <a:bodyPr vert="horz" lIns="0" tIns="0" rIns="0" bIns="0" rtlCol="0">
            <a:normAutofit lnSpcReduction="10000"/>
          </a:bodyPr>
          <a:lstStyle>
            <a:lvl1pPr marL="0" indent="0" algn="l" defTabSz="914400" rtl="0" eaLnBrk="1" latinLnBrk="0" hangingPunct="1">
              <a:lnSpc>
                <a:spcPct val="100000"/>
              </a:lnSpc>
              <a:spcBef>
                <a:spcPts val="600"/>
              </a:spcBef>
              <a:buFont typeface="Arial" panose="020B0604020202020204" pitchFamily="34" charset="0"/>
              <a:buNone/>
              <a:defRPr lang="en-US" sz="15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Report Status</a:t>
            </a:r>
          </a:p>
        </p:txBody>
      </p:sp>
      <p:grpSp>
        <p:nvGrpSpPr>
          <p:cNvPr id="51" name="Group 50">
            <a:extLst>
              <a:ext uri="{FF2B5EF4-FFF2-40B4-BE49-F238E27FC236}">
                <a16:creationId xmlns:a16="http://schemas.microsoft.com/office/drawing/2014/main" id="{FD0B9A41-602C-7E12-3AD9-8F9642A0EE8E}"/>
              </a:ext>
            </a:extLst>
          </p:cNvPr>
          <p:cNvGrpSpPr>
            <a:grpSpLocks noChangeAspect="1"/>
          </p:cNvGrpSpPr>
          <p:nvPr/>
        </p:nvGrpSpPr>
        <p:grpSpPr>
          <a:xfrm>
            <a:off x="4291539" y="3632891"/>
            <a:ext cx="988691" cy="802296"/>
            <a:chOff x="8243854" y="3139668"/>
            <a:chExt cx="193675" cy="157162"/>
          </a:xfrm>
          <a:solidFill>
            <a:schemeClr val="tx1"/>
          </a:solidFill>
        </p:grpSpPr>
        <p:sp>
          <p:nvSpPr>
            <p:cNvPr id="52" name="Freeform 145">
              <a:extLst>
                <a:ext uri="{FF2B5EF4-FFF2-40B4-BE49-F238E27FC236}">
                  <a16:creationId xmlns:a16="http://schemas.microsoft.com/office/drawing/2014/main" id="{0720CD1C-20BB-4F05-DCB1-8D7C1535F8F4}"/>
                </a:ext>
              </a:extLst>
            </p:cNvPr>
            <p:cNvSpPr>
              <a:spLocks/>
            </p:cNvSpPr>
            <p:nvPr/>
          </p:nvSpPr>
          <p:spPr bwMode="auto">
            <a:xfrm>
              <a:off x="8243854" y="3139668"/>
              <a:ext cx="193675" cy="157162"/>
            </a:xfrm>
            <a:custGeom>
              <a:avLst/>
              <a:gdLst>
                <a:gd name="T0" fmla="*/ 366 w 373"/>
                <a:gd name="T1" fmla="*/ 276 h 303"/>
                <a:gd name="T2" fmla="*/ 27 w 373"/>
                <a:gd name="T3" fmla="*/ 276 h 303"/>
                <a:gd name="T4" fmla="*/ 27 w 373"/>
                <a:gd name="T5" fmla="*/ 7 h 303"/>
                <a:gd name="T6" fmla="*/ 19 w 373"/>
                <a:gd name="T7" fmla="*/ 0 h 303"/>
                <a:gd name="T8" fmla="*/ 7 w 373"/>
                <a:gd name="T9" fmla="*/ 0 h 303"/>
                <a:gd name="T10" fmla="*/ 0 w 373"/>
                <a:gd name="T11" fmla="*/ 7 h 303"/>
                <a:gd name="T12" fmla="*/ 0 w 373"/>
                <a:gd name="T13" fmla="*/ 289 h 303"/>
                <a:gd name="T14" fmla="*/ 13 w 373"/>
                <a:gd name="T15" fmla="*/ 303 h 303"/>
                <a:gd name="T16" fmla="*/ 366 w 373"/>
                <a:gd name="T17" fmla="*/ 303 h 303"/>
                <a:gd name="T18" fmla="*/ 373 w 373"/>
                <a:gd name="T19" fmla="*/ 295 h 303"/>
                <a:gd name="T20" fmla="*/ 373 w 373"/>
                <a:gd name="T21" fmla="*/ 283 h 303"/>
                <a:gd name="T22" fmla="*/ 366 w 373"/>
                <a:gd name="T23" fmla="*/ 276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3" h="303">
                  <a:moveTo>
                    <a:pt x="366" y="276"/>
                  </a:moveTo>
                  <a:cubicBezTo>
                    <a:pt x="27" y="276"/>
                    <a:pt x="27" y="276"/>
                    <a:pt x="27" y="276"/>
                  </a:cubicBezTo>
                  <a:cubicBezTo>
                    <a:pt x="27" y="7"/>
                    <a:pt x="27" y="7"/>
                    <a:pt x="27" y="7"/>
                  </a:cubicBezTo>
                  <a:cubicBezTo>
                    <a:pt x="27" y="3"/>
                    <a:pt x="23" y="0"/>
                    <a:pt x="19" y="0"/>
                  </a:cubicBezTo>
                  <a:cubicBezTo>
                    <a:pt x="7" y="0"/>
                    <a:pt x="7" y="0"/>
                    <a:pt x="7" y="0"/>
                  </a:cubicBezTo>
                  <a:cubicBezTo>
                    <a:pt x="3" y="0"/>
                    <a:pt x="0" y="3"/>
                    <a:pt x="0" y="7"/>
                  </a:cubicBezTo>
                  <a:cubicBezTo>
                    <a:pt x="0" y="289"/>
                    <a:pt x="0" y="289"/>
                    <a:pt x="0" y="289"/>
                  </a:cubicBezTo>
                  <a:cubicBezTo>
                    <a:pt x="0" y="297"/>
                    <a:pt x="6" y="303"/>
                    <a:pt x="13" y="303"/>
                  </a:cubicBezTo>
                  <a:cubicBezTo>
                    <a:pt x="366" y="303"/>
                    <a:pt x="366" y="303"/>
                    <a:pt x="366" y="303"/>
                  </a:cubicBezTo>
                  <a:cubicBezTo>
                    <a:pt x="370" y="303"/>
                    <a:pt x="373" y="299"/>
                    <a:pt x="373" y="295"/>
                  </a:cubicBezTo>
                  <a:cubicBezTo>
                    <a:pt x="373" y="283"/>
                    <a:pt x="373" y="283"/>
                    <a:pt x="373" y="283"/>
                  </a:cubicBezTo>
                  <a:cubicBezTo>
                    <a:pt x="373" y="279"/>
                    <a:pt x="370" y="276"/>
                    <a:pt x="36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27">
              <a:extLst>
                <a:ext uri="{FF2B5EF4-FFF2-40B4-BE49-F238E27FC236}">
                  <a16:creationId xmlns:a16="http://schemas.microsoft.com/office/drawing/2014/main" id="{5A91F795-7072-F725-7064-0773948E4C9B}"/>
                </a:ext>
              </a:extLst>
            </p:cNvPr>
            <p:cNvSpPr>
              <a:spLocks/>
            </p:cNvSpPr>
            <p:nvPr/>
          </p:nvSpPr>
          <p:spPr bwMode="auto">
            <a:xfrm>
              <a:off x="8269254" y="3158718"/>
              <a:ext cx="155575" cy="90487"/>
            </a:xfrm>
            <a:custGeom>
              <a:avLst/>
              <a:gdLst>
                <a:gd name="T0" fmla="*/ 297 w 303"/>
                <a:gd name="T1" fmla="*/ 5 h 176"/>
                <a:gd name="T2" fmla="*/ 287 w 303"/>
                <a:gd name="T3" fmla="*/ 1 h 176"/>
                <a:gd name="T4" fmla="*/ 276 w 303"/>
                <a:gd name="T5" fmla="*/ 6 h 176"/>
                <a:gd name="T6" fmla="*/ 239 w 303"/>
                <a:gd name="T7" fmla="*/ 103 h 176"/>
                <a:gd name="T8" fmla="*/ 199 w 303"/>
                <a:gd name="T9" fmla="*/ 80 h 176"/>
                <a:gd name="T10" fmla="*/ 183 w 303"/>
                <a:gd name="T11" fmla="*/ 83 h 176"/>
                <a:gd name="T12" fmla="*/ 135 w 303"/>
                <a:gd name="T13" fmla="*/ 135 h 176"/>
                <a:gd name="T14" fmla="*/ 86 w 303"/>
                <a:gd name="T15" fmla="*/ 77 h 176"/>
                <a:gd name="T16" fmla="*/ 75 w 303"/>
                <a:gd name="T17" fmla="*/ 71 h 176"/>
                <a:gd name="T18" fmla="*/ 75 w 303"/>
                <a:gd name="T19" fmla="*/ 71 h 176"/>
                <a:gd name="T20" fmla="*/ 64 w 303"/>
                <a:gd name="T21" fmla="*/ 77 h 176"/>
                <a:gd name="T22" fmla="*/ 3 w 303"/>
                <a:gd name="T23" fmla="*/ 155 h 176"/>
                <a:gd name="T24" fmla="*/ 3 w 303"/>
                <a:gd name="T25" fmla="*/ 155 h 176"/>
                <a:gd name="T26" fmla="*/ 5 w 303"/>
                <a:gd name="T27" fmla="*/ 167 h 176"/>
                <a:gd name="T28" fmla="*/ 13 w 303"/>
                <a:gd name="T29" fmla="*/ 173 h 176"/>
                <a:gd name="T30" fmla="*/ 25 w 303"/>
                <a:gd name="T31" fmla="*/ 171 h 176"/>
                <a:gd name="T32" fmla="*/ 75 w 303"/>
                <a:gd name="T33" fmla="*/ 109 h 176"/>
                <a:gd name="T34" fmla="*/ 122 w 303"/>
                <a:gd name="T35" fmla="*/ 164 h 176"/>
                <a:gd name="T36" fmla="*/ 133 w 303"/>
                <a:gd name="T37" fmla="*/ 170 h 176"/>
                <a:gd name="T38" fmla="*/ 144 w 303"/>
                <a:gd name="T39" fmla="*/ 166 h 176"/>
                <a:gd name="T40" fmla="*/ 195 w 303"/>
                <a:gd name="T41" fmla="*/ 109 h 176"/>
                <a:gd name="T42" fmla="*/ 240 w 303"/>
                <a:gd name="T43" fmla="*/ 134 h 176"/>
                <a:gd name="T44" fmla="*/ 251 w 303"/>
                <a:gd name="T45" fmla="*/ 135 h 176"/>
                <a:gd name="T46" fmla="*/ 259 w 303"/>
                <a:gd name="T47" fmla="*/ 127 h 176"/>
                <a:gd name="T48" fmla="*/ 302 w 303"/>
                <a:gd name="T49" fmla="*/ 16 h 176"/>
                <a:gd name="T50" fmla="*/ 297 w 303"/>
                <a:gd name="T51" fmla="*/ 5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03" h="176">
                  <a:moveTo>
                    <a:pt x="297" y="5"/>
                  </a:moveTo>
                  <a:cubicBezTo>
                    <a:pt x="287" y="1"/>
                    <a:pt x="287" y="1"/>
                    <a:pt x="287" y="1"/>
                  </a:cubicBezTo>
                  <a:cubicBezTo>
                    <a:pt x="283" y="0"/>
                    <a:pt x="278" y="2"/>
                    <a:pt x="276" y="6"/>
                  </a:cubicBezTo>
                  <a:cubicBezTo>
                    <a:pt x="239" y="103"/>
                    <a:pt x="239" y="103"/>
                    <a:pt x="239" y="103"/>
                  </a:cubicBezTo>
                  <a:cubicBezTo>
                    <a:pt x="199" y="80"/>
                    <a:pt x="199" y="80"/>
                    <a:pt x="199" y="80"/>
                  </a:cubicBezTo>
                  <a:cubicBezTo>
                    <a:pt x="194" y="77"/>
                    <a:pt x="187" y="78"/>
                    <a:pt x="183" y="83"/>
                  </a:cubicBezTo>
                  <a:cubicBezTo>
                    <a:pt x="135" y="135"/>
                    <a:pt x="135" y="135"/>
                    <a:pt x="135" y="135"/>
                  </a:cubicBezTo>
                  <a:cubicBezTo>
                    <a:pt x="86" y="77"/>
                    <a:pt x="86" y="77"/>
                    <a:pt x="86" y="77"/>
                  </a:cubicBezTo>
                  <a:cubicBezTo>
                    <a:pt x="84" y="73"/>
                    <a:pt x="80" y="71"/>
                    <a:pt x="75" y="71"/>
                  </a:cubicBezTo>
                  <a:cubicBezTo>
                    <a:pt x="75" y="71"/>
                    <a:pt x="75" y="71"/>
                    <a:pt x="75" y="71"/>
                  </a:cubicBezTo>
                  <a:cubicBezTo>
                    <a:pt x="70" y="71"/>
                    <a:pt x="66" y="73"/>
                    <a:pt x="64" y="77"/>
                  </a:cubicBezTo>
                  <a:cubicBezTo>
                    <a:pt x="3" y="155"/>
                    <a:pt x="3" y="155"/>
                    <a:pt x="3" y="155"/>
                  </a:cubicBezTo>
                  <a:cubicBezTo>
                    <a:pt x="3" y="155"/>
                    <a:pt x="3" y="155"/>
                    <a:pt x="3" y="155"/>
                  </a:cubicBezTo>
                  <a:cubicBezTo>
                    <a:pt x="0" y="159"/>
                    <a:pt x="1" y="164"/>
                    <a:pt x="5" y="167"/>
                  </a:cubicBezTo>
                  <a:cubicBezTo>
                    <a:pt x="13" y="173"/>
                    <a:pt x="13" y="173"/>
                    <a:pt x="13" y="173"/>
                  </a:cubicBezTo>
                  <a:cubicBezTo>
                    <a:pt x="17" y="176"/>
                    <a:pt x="23" y="175"/>
                    <a:pt x="25" y="171"/>
                  </a:cubicBezTo>
                  <a:cubicBezTo>
                    <a:pt x="75" y="109"/>
                    <a:pt x="75" y="109"/>
                    <a:pt x="75" y="109"/>
                  </a:cubicBezTo>
                  <a:cubicBezTo>
                    <a:pt x="122" y="164"/>
                    <a:pt x="122" y="164"/>
                    <a:pt x="122" y="164"/>
                  </a:cubicBezTo>
                  <a:cubicBezTo>
                    <a:pt x="125" y="168"/>
                    <a:pt x="129" y="170"/>
                    <a:pt x="133" y="170"/>
                  </a:cubicBezTo>
                  <a:cubicBezTo>
                    <a:pt x="137" y="171"/>
                    <a:pt x="141" y="169"/>
                    <a:pt x="144" y="166"/>
                  </a:cubicBezTo>
                  <a:cubicBezTo>
                    <a:pt x="195" y="109"/>
                    <a:pt x="195" y="109"/>
                    <a:pt x="195" y="109"/>
                  </a:cubicBezTo>
                  <a:cubicBezTo>
                    <a:pt x="240" y="134"/>
                    <a:pt x="240" y="134"/>
                    <a:pt x="240" y="134"/>
                  </a:cubicBezTo>
                  <a:cubicBezTo>
                    <a:pt x="243" y="136"/>
                    <a:pt x="247" y="137"/>
                    <a:pt x="251" y="135"/>
                  </a:cubicBezTo>
                  <a:cubicBezTo>
                    <a:pt x="255" y="134"/>
                    <a:pt x="258" y="131"/>
                    <a:pt x="259" y="127"/>
                  </a:cubicBezTo>
                  <a:cubicBezTo>
                    <a:pt x="302" y="16"/>
                    <a:pt x="302" y="16"/>
                    <a:pt x="302" y="16"/>
                  </a:cubicBezTo>
                  <a:cubicBezTo>
                    <a:pt x="303" y="12"/>
                    <a:pt x="301" y="7"/>
                    <a:pt x="29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 name="Group 57">
            <a:extLst>
              <a:ext uri="{FF2B5EF4-FFF2-40B4-BE49-F238E27FC236}">
                <a16:creationId xmlns:a16="http://schemas.microsoft.com/office/drawing/2014/main" id="{6867DAA1-8127-D315-1606-C267035FF8AE}"/>
              </a:ext>
            </a:extLst>
          </p:cNvPr>
          <p:cNvGrpSpPr>
            <a:grpSpLocks noChangeAspect="1"/>
          </p:cNvGrpSpPr>
          <p:nvPr/>
        </p:nvGrpSpPr>
        <p:grpSpPr>
          <a:xfrm>
            <a:off x="843178" y="3529896"/>
            <a:ext cx="599199" cy="905043"/>
            <a:chOff x="1726339" y="1085798"/>
            <a:chExt cx="152400" cy="230188"/>
          </a:xfrm>
          <a:solidFill>
            <a:schemeClr val="tx1"/>
          </a:solidFill>
        </p:grpSpPr>
        <p:sp>
          <p:nvSpPr>
            <p:cNvPr id="59" name="Freeform 484">
              <a:extLst>
                <a:ext uri="{FF2B5EF4-FFF2-40B4-BE49-F238E27FC236}">
                  <a16:creationId xmlns:a16="http://schemas.microsoft.com/office/drawing/2014/main" id="{7393DABE-05DA-6739-333C-A52C82D7A8B5}"/>
                </a:ext>
              </a:extLst>
            </p:cNvPr>
            <p:cNvSpPr>
              <a:spLocks noEditPoints="1"/>
            </p:cNvSpPr>
            <p:nvPr/>
          </p:nvSpPr>
          <p:spPr bwMode="auto">
            <a:xfrm>
              <a:off x="1726339" y="1085798"/>
              <a:ext cx="152400" cy="230188"/>
            </a:xfrm>
            <a:custGeom>
              <a:avLst/>
              <a:gdLst>
                <a:gd name="T0" fmla="*/ 258 w 296"/>
                <a:gd name="T1" fmla="*/ 50 h 445"/>
                <a:gd name="T2" fmla="*/ 216 w 296"/>
                <a:gd name="T3" fmla="*/ 50 h 445"/>
                <a:gd name="T4" fmla="*/ 216 w 296"/>
                <a:gd name="T5" fmla="*/ 38 h 445"/>
                <a:gd name="T6" fmla="*/ 178 w 296"/>
                <a:gd name="T7" fmla="*/ 0 h 445"/>
                <a:gd name="T8" fmla="*/ 151 w 296"/>
                <a:gd name="T9" fmla="*/ 11 h 445"/>
                <a:gd name="T10" fmla="*/ 139 w 296"/>
                <a:gd name="T11" fmla="*/ 38 h 445"/>
                <a:gd name="T12" fmla="*/ 139 w 296"/>
                <a:gd name="T13" fmla="*/ 50 h 445"/>
                <a:gd name="T14" fmla="*/ 39 w 296"/>
                <a:gd name="T15" fmla="*/ 50 h 445"/>
                <a:gd name="T16" fmla="*/ 0 w 296"/>
                <a:gd name="T17" fmla="*/ 88 h 445"/>
                <a:gd name="T18" fmla="*/ 0 w 296"/>
                <a:gd name="T19" fmla="*/ 407 h 445"/>
                <a:gd name="T20" fmla="*/ 39 w 296"/>
                <a:gd name="T21" fmla="*/ 445 h 445"/>
                <a:gd name="T22" fmla="*/ 142 w 296"/>
                <a:gd name="T23" fmla="*/ 445 h 445"/>
                <a:gd name="T24" fmla="*/ 154 w 296"/>
                <a:gd name="T25" fmla="*/ 445 h 445"/>
                <a:gd name="T26" fmla="*/ 258 w 296"/>
                <a:gd name="T27" fmla="*/ 445 h 445"/>
                <a:gd name="T28" fmla="*/ 296 w 296"/>
                <a:gd name="T29" fmla="*/ 407 h 445"/>
                <a:gd name="T30" fmla="*/ 296 w 296"/>
                <a:gd name="T31" fmla="*/ 88 h 445"/>
                <a:gd name="T32" fmla="*/ 258 w 296"/>
                <a:gd name="T33" fmla="*/ 50 h 445"/>
                <a:gd name="T34" fmla="*/ 166 w 296"/>
                <a:gd name="T35" fmla="*/ 38 h 445"/>
                <a:gd name="T36" fmla="*/ 170 w 296"/>
                <a:gd name="T37" fmla="*/ 30 h 445"/>
                <a:gd name="T38" fmla="*/ 178 w 296"/>
                <a:gd name="T39" fmla="*/ 27 h 445"/>
                <a:gd name="T40" fmla="*/ 178 w 296"/>
                <a:gd name="T41" fmla="*/ 27 h 445"/>
                <a:gd name="T42" fmla="*/ 189 w 296"/>
                <a:gd name="T43" fmla="*/ 38 h 445"/>
                <a:gd name="T44" fmla="*/ 189 w 296"/>
                <a:gd name="T45" fmla="*/ 50 h 445"/>
                <a:gd name="T46" fmla="*/ 166 w 296"/>
                <a:gd name="T47" fmla="*/ 50 h 445"/>
                <a:gd name="T48" fmla="*/ 166 w 296"/>
                <a:gd name="T49" fmla="*/ 38 h 445"/>
                <a:gd name="T50" fmla="*/ 268 w 296"/>
                <a:gd name="T51" fmla="*/ 407 h 445"/>
                <a:gd name="T52" fmla="*/ 258 w 296"/>
                <a:gd name="T53" fmla="*/ 417 h 445"/>
                <a:gd name="T54" fmla="*/ 154 w 296"/>
                <a:gd name="T55" fmla="*/ 417 h 445"/>
                <a:gd name="T56" fmla="*/ 142 w 296"/>
                <a:gd name="T57" fmla="*/ 417 h 445"/>
                <a:gd name="T58" fmla="*/ 39 w 296"/>
                <a:gd name="T59" fmla="*/ 417 h 445"/>
                <a:gd name="T60" fmla="*/ 28 w 296"/>
                <a:gd name="T61" fmla="*/ 407 h 445"/>
                <a:gd name="T62" fmla="*/ 28 w 296"/>
                <a:gd name="T63" fmla="*/ 88 h 445"/>
                <a:gd name="T64" fmla="*/ 39 w 296"/>
                <a:gd name="T65" fmla="*/ 78 h 445"/>
                <a:gd name="T66" fmla="*/ 139 w 296"/>
                <a:gd name="T67" fmla="*/ 78 h 445"/>
                <a:gd name="T68" fmla="*/ 139 w 296"/>
                <a:gd name="T69" fmla="*/ 164 h 445"/>
                <a:gd name="T70" fmla="*/ 185 w 296"/>
                <a:gd name="T71" fmla="*/ 212 h 445"/>
                <a:gd name="T72" fmla="*/ 218 w 296"/>
                <a:gd name="T73" fmla="*/ 198 h 445"/>
                <a:gd name="T74" fmla="*/ 232 w 296"/>
                <a:gd name="T75" fmla="*/ 165 h 445"/>
                <a:gd name="T76" fmla="*/ 232 w 296"/>
                <a:gd name="T77" fmla="*/ 132 h 445"/>
                <a:gd name="T78" fmla="*/ 232 w 296"/>
                <a:gd name="T79" fmla="*/ 114 h 445"/>
                <a:gd name="T80" fmla="*/ 229 w 296"/>
                <a:gd name="T81" fmla="*/ 107 h 445"/>
                <a:gd name="T82" fmla="*/ 222 w 296"/>
                <a:gd name="T83" fmla="*/ 104 h 445"/>
                <a:gd name="T84" fmla="*/ 215 w 296"/>
                <a:gd name="T85" fmla="*/ 104 h 445"/>
                <a:gd name="T86" fmla="*/ 208 w 296"/>
                <a:gd name="T87" fmla="*/ 107 h 445"/>
                <a:gd name="T88" fmla="*/ 205 w 296"/>
                <a:gd name="T89" fmla="*/ 114 h 445"/>
                <a:gd name="T90" fmla="*/ 205 w 296"/>
                <a:gd name="T91" fmla="*/ 133 h 445"/>
                <a:gd name="T92" fmla="*/ 205 w 296"/>
                <a:gd name="T93" fmla="*/ 164 h 445"/>
                <a:gd name="T94" fmla="*/ 198 w 296"/>
                <a:gd name="T95" fmla="*/ 179 h 445"/>
                <a:gd name="T96" fmla="*/ 185 w 296"/>
                <a:gd name="T97" fmla="*/ 185 h 445"/>
                <a:gd name="T98" fmla="*/ 166 w 296"/>
                <a:gd name="T99" fmla="*/ 164 h 445"/>
                <a:gd name="T100" fmla="*/ 166 w 296"/>
                <a:gd name="T101" fmla="*/ 78 h 445"/>
                <a:gd name="T102" fmla="*/ 258 w 296"/>
                <a:gd name="T103" fmla="*/ 78 h 445"/>
                <a:gd name="T104" fmla="*/ 268 w 296"/>
                <a:gd name="T105" fmla="*/ 88 h 445"/>
                <a:gd name="T106" fmla="*/ 268 w 296"/>
                <a:gd name="T107" fmla="*/ 407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6" h="445">
                  <a:moveTo>
                    <a:pt x="258" y="50"/>
                  </a:moveTo>
                  <a:cubicBezTo>
                    <a:pt x="216" y="50"/>
                    <a:pt x="216" y="50"/>
                    <a:pt x="216" y="50"/>
                  </a:cubicBezTo>
                  <a:cubicBezTo>
                    <a:pt x="216" y="38"/>
                    <a:pt x="216" y="38"/>
                    <a:pt x="216" y="38"/>
                  </a:cubicBezTo>
                  <a:cubicBezTo>
                    <a:pt x="216" y="17"/>
                    <a:pt x="199" y="0"/>
                    <a:pt x="178" y="0"/>
                  </a:cubicBezTo>
                  <a:cubicBezTo>
                    <a:pt x="167" y="0"/>
                    <a:pt x="158" y="4"/>
                    <a:pt x="151" y="11"/>
                  </a:cubicBezTo>
                  <a:cubicBezTo>
                    <a:pt x="143" y="18"/>
                    <a:pt x="139" y="28"/>
                    <a:pt x="139" y="38"/>
                  </a:cubicBezTo>
                  <a:cubicBezTo>
                    <a:pt x="139" y="50"/>
                    <a:pt x="139" y="50"/>
                    <a:pt x="139" y="50"/>
                  </a:cubicBezTo>
                  <a:cubicBezTo>
                    <a:pt x="39" y="50"/>
                    <a:pt x="39" y="50"/>
                    <a:pt x="39" y="50"/>
                  </a:cubicBezTo>
                  <a:cubicBezTo>
                    <a:pt x="17" y="50"/>
                    <a:pt x="0" y="67"/>
                    <a:pt x="0" y="88"/>
                  </a:cubicBezTo>
                  <a:cubicBezTo>
                    <a:pt x="0" y="407"/>
                    <a:pt x="0" y="407"/>
                    <a:pt x="0" y="407"/>
                  </a:cubicBezTo>
                  <a:cubicBezTo>
                    <a:pt x="0" y="428"/>
                    <a:pt x="17" y="445"/>
                    <a:pt x="39" y="445"/>
                  </a:cubicBezTo>
                  <a:cubicBezTo>
                    <a:pt x="142" y="445"/>
                    <a:pt x="142" y="445"/>
                    <a:pt x="142" y="445"/>
                  </a:cubicBezTo>
                  <a:cubicBezTo>
                    <a:pt x="154" y="445"/>
                    <a:pt x="154" y="445"/>
                    <a:pt x="154" y="445"/>
                  </a:cubicBezTo>
                  <a:cubicBezTo>
                    <a:pt x="258" y="445"/>
                    <a:pt x="258" y="445"/>
                    <a:pt x="258" y="445"/>
                  </a:cubicBezTo>
                  <a:cubicBezTo>
                    <a:pt x="279" y="445"/>
                    <a:pt x="296" y="428"/>
                    <a:pt x="296" y="407"/>
                  </a:cubicBezTo>
                  <a:cubicBezTo>
                    <a:pt x="296" y="88"/>
                    <a:pt x="296" y="88"/>
                    <a:pt x="296" y="88"/>
                  </a:cubicBezTo>
                  <a:cubicBezTo>
                    <a:pt x="296" y="67"/>
                    <a:pt x="279" y="50"/>
                    <a:pt x="258" y="50"/>
                  </a:cubicBezTo>
                  <a:close/>
                  <a:moveTo>
                    <a:pt x="166" y="38"/>
                  </a:moveTo>
                  <a:cubicBezTo>
                    <a:pt x="166" y="35"/>
                    <a:pt x="168" y="32"/>
                    <a:pt x="170" y="30"/>
                  </a:cubicBezTo>
                  <a:cubicBezTo>
                    <a:pt x="172" y="28"/>
                    <a:pt x="175" y="27"/>
                    <a:pt x="178" y="27"/>
                  </a:cubicBezTo>
                  <a:cubicBezTo>
                    <a:pt x="178" y="27"/>
                    <a:pt x="178" y="27"/>
                    <a:pt x="178" y="27"/>
                  </a:cubicBezTo>
                  <a:cubicBezTo>
                    <a:pt x="184" y="27"/>
                    <a:pt x="189" y="32"/>
                    <a:pt x="189" y="38"/>
                  </a:cubicBezTo>
                  <a:cubicBezTo>
                    <a:pt x="189" y="50"/>
                    <a:pt x="189" y="50"/>
                    <a:pt x="189" y="50"/>
                  </a:cubicBezTo>
                  <a:cubicBezTo>
                    <a:pt x="166" y="50"/>
                    <a:pt x="166" y="50"/>
                    <a:pt x="166" y="50"/>
                  </a:cubicBezTo>
                  <a:lnTo>
                    <a:pt x="166" y="38"/>
                  </a:lnTo>
                  <a:close/>
                  <a:moveTo>
                    <a:pt x="268" y="407"/>
                  </a:moveTo>
                  <a:cubicBezTo>
                    <a:pt x="268" y="413"/>
                    <a:pt x="263" y="417"/>
                    <a:pt x="258" y="417"/>
                  </a:cubicBezTo>
                  <a:cubicBezTo>
                    <a:pt x="154" y="417"/>
                    <a:pt x="154" y="417"/>
                    <a:pt x="154" y="417"/>
                  </a:cubicBezTo>
                  <a:cubicBezTo>
                    <a:pt x="142" y="417"/>
                    <a:pt x="142" y="417"/>
                    <a:pt x="142" y="417"/>
                  </a:cubicBezTo>
                  <a:cubicBezTo>
                    <a:pt x="39" y="417"/>
                    <a:pt x="39" y="417"/>
                    <a:pt x="39" y="417"/>
                  </a:cubicBezTo>
                  <a:cubicBezTo>
                    <a:pt x="33" y="417"/>
                    <a:pt x="28" y="413"/>
                    <a:pt x="28" y="407"/>
                  </a:cubicBezTo>
                  <a:cubicBezTo>
                    <a:pt x="28" y="88"/>
                    <a:pt x="28" y="88"/>
                    <a:pt x="28" y="88"/>
                  </a:cubicBezTo>
                  <a:cubicBezTo>
                    <a:pt x="28" y="82"/>
                    <a:pt x="33" y="78"/>
                    <a:pt x="39" y="78"/>
                  </a:cubicBezTo>
                  <a:cubicBezTo>
                    <a:pt x="139" y="78"/>
                    <a:pt x="139" y="78"/>
                    <a:pt x="139" y="78"/>
                  </a:cubicBezTo>
                  <a:cubicBezTo>
                    <a:pt x="139" y="164"/>
                    <a:pt x="139" y="164"/>
                    <a:pt x="139" y="164"/>
                  </a:cubicBezTo>
                  <a:cubicBezTo>
                    <a:pt x="139" y="191"/>
                    <a:pt x="159" y="212"/>
                    <a:pt x="185" y="212"/>
                  </a:cubicBezTo>
                  <a:cubicBezTo>
                    <a:pt x="198" y="212"/>
                    <a:pt x="209" y="207"/>
                    <a:pt x="218" y="198"/>
                  </a:cubicBezTo>
                  <a:cubicBezTo>
                    <a:pt x="227" y="189"/>
                    <a:pt x="232" y="177"/>
                    <a:pt x="232" y="165"/>
                  </a:cubicBezTo>
                  <a:cubicBezTo>
                    <a:pt x="232" y="151"/>
                    <a:pt x="232" y="142"/>
                    <a:pt x="232" y="132"/>
                  </a:cubicBezTo>
                  <a:cubicBezTo>
                    <a:pt x="232" y="124"/>
                    <a:pt x="232" y="126"/>
                    <a:pt x="232" y="114"/>
                  </a:cubicBezTo>
                  <a:cubicBezTo>
                    <a:pt x="232" y="111"/>
                    <a:pt x="231" y="109"/>
                    <a:pt x="229" y="107"/>
                  </a:cubicBezTo>
                  <a:cubicBezTo>
                    <a:pt x="227" y="105"/>
                    <a:pt x="224" y="104"/>
                    <a:pt x="222" y="104"/>
                  </a:cubicBezTo>
                  <a:cubicBezTo>
                    <a:pt x="215" y="104"/>
                    <a:pt x="215" y="104"/>
                    <a:pt x="215" y="104"/>
                  </a:cubicBezTo>
                  <a:cubicBezTo>
                    <a:pt x="212" y="104"/>
                    <a:pt x="210" y="105"/>
                    <a:pt x="208" y="107"/>
                  </a:cubicBezTo>
                  <a:cubicBezTo>
                    <a:pt x="206" y="109"/>
                    <a:pt x="205" y="111"/>
                    <a:pt x="205" y="114"/>
                  </a:cubicBezTo>
                  <a:cubicBezTo>
                    <a:pt x="205" y="126"/>
                    <a:pt x="205" y="124"/>
                    <a:pt x="205" y="133"/>
                  </a:cubicBezTo>
                  <a:cubicBezTo>
                    <a:pt x="205" y="142"/>
                    <a:pt x="205" y="151"/>
                    <a:pt x="205" y="164"/>
                  </a:cubicBezTo>
                  <a:cubicBezTo>
                    <a:pt x="205" y="170"/>
                    <a:pt x="202" y="175"/>
                    <a:pt x="198" y="179"/>
                  </a:cubicBezTo>
                  <a:cubicBezTo>
                    <a:pt x="195" y="183"/>
                    <a:pt x="191" y="185"/>
                    <a:pt x="185" y="185"/>
                  </a:cubicBezTo>
                  <a:cubicBezTo>
                    <a:pt x="174" y="185"/>
                    <a:pt x="166" y="176"/>
                    <a:pt x="166" y="164"/>
                  </a:cubicBezTo>
                  <a:cubicBezTo>
                    <a:pt x="166" y="78"/>
                    <a:pt x="166" y="78"/>
                    <a:pt x="166" y="78"/>
                  </a:cubicBezTo>
                  <a:cubicBezTo>
                    <a:pt x="258" y="78"/>
                    <a:pt x="258" y="78"/>
                    <a:pt x="258" y="78"/>
                  </a:cubicBezTo>
                  <a:cubicBezTo>
                    <a:pt x="263" y="78"/>
                    <a:pt x="268" y="82"/>
                    <a:pt x="268" y="88"/>
                  </a:cubicBezTo>
                  <a:lnTo>
                    <a:pt x="268" y="4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485">
              <a:extLst>
                <a:ext uri="{FF2B5EF4-FFF2-40B4-BE49-F238E27FC236}">
                  <a16:creationId xmlns:a16="http://schemas.microsoft.com/office/drawing/2014/main" id="{6FAFC143-970E-E9CB-8323-78F69CBF9D5B}"/>
                </a:ext>
              </a:extLst>
            </p:cNvPr>
            <p:cNvSpPr>
              <a:spLocks/>
            </p:cNvSpPr>
            <p:nvPr/>
          </p:nvSpPr>
          <p:spPr bwMode="auto">
            <a:xfrm>
              <a:off x="1766027" y="1223910"/>
              <a:ext cx="77787" cy="14288"/>
            </a:xfrm>
            <a:custGeom>
              <a:avLst/>
              <a:gdLst>
                <a:gd name="T0" fmla="*/ 141 w 150"/>
                <a:gd name="T1" fmla="*/ 0 h 28"/>
                <a:gd name="T2" fmla="*/ 9 w 150"/>
                <a:gd name="T3" fmla="*/ 0 h 28"/>
                <a:gd name="T4" fmla="*/ 0 w 150"/>
                <a:gd name="T5" fmla="*/ 10 h 28"/>
                <a:gd name="T6" fmla="*/ 0 w 150"/>
                <a:gd name="T7" fmla="*/ 18 h 28"/>
                <a:gd name="T8" fmla="*/ 9 w 150"/>
                <a:gd name="T9" fmla="*/ 28 h 28"/>
                <a:gd name="T10" fmla="*/ 141 w 150"/>
                <a:gd name="T11" fmla="*/ 28 h 28"/>
                <a:gd name="T12" fmla="*/ 150 w 150"/>
                <a:gd name="T13" fmla="*/ 18 h 28"/>
                <a:gd name="T14" fmla="*/ 150 w 150"/>
                <a:gd name="T15" fmla="*/ 10 h 28"/>
                <a:gd name="T16" fmla="*/ 141 w 150"/>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8">
                  <a:moveTo>
                    <a:pt x="141" y="0"/>
                  </a:moveTo>
                  <a:cubicBezTo>
                    <a:pt x="9" y="0"/>
                    <a:pt x="9" y="0"/>
                    <a:pt x="9" y="0"/>
                  </a:cubicBezTo>
                  <a:cubicBezTo>
                    <a:pt x="4" y="0"/>
                    <a:pt x="0" y="4"/>
                    <a:pt x="0" y="10"/>
                  </a:cubicBezTo>
                  <a:cubicBezTo>
                    <a:pt x="0" y="18"/>
                    <a:pt x="0" y="18"/>
                    <a:pt x="0" y="18"/>
                  </a:cubicBezTo>
                  <a:cubicBezTo>
                    <a:pt x="0" y="24"/>
                    <a:pt x="4" y="28"/>
                    <a:pt x="9" y="28"/>
                  </a:cubicBezTo>
                  <a:cubicBezTo>
                    <a:pt x="141" y="28"/>
                    <a:pt x="141" y="28"/>
                    <a:pt x="141" y="28"/>
                  </a:cubicBezTo>
                  <a:cubicBezTo>
                    <a:pt x="147" y="28"/>
                    <a:pt x="150" y="24"/>
                    <a:pt x="150" y="18"/>
                  </a:cubicBezTo>
                  <a:cubicBezTo>
                    <a:pt x="150" y="10"/>
                    <a:pt x="150" y="10"/>
                    <a:pt x="150" y="10"/>
                  </a:cubicBezTo>
                  <a:cubicBezTo>
                    <a:pt x="150" y="4"/>
                    <a:pt x="147" y="0"/>
                    <a:pt x="1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486">
              <a:extLst>
                <a:ext uri="{FF2B5EF4-FFF2-40B4-BE49-F238E27FC236}">
                  <a16:creationId xmlns:a16="http://schemas.microsoft.com/office/drawing/2014/main" id="{2E622943-1B5C-AA0B-AE47-95EE3B3EAA5C}"/>
                </a:ext>
              </a:extLst>
            </p:cNvPr>
            <p:cNvSpPr>
              <a:spLocks/>
            </p:cNvSpPr>
            <p:nvPr/>
          </p:nvSpPr>
          <p:spPr bwMode="auto">
            <a:xfrm>
              <a:off x="1766027" y="1250898"/>
              <a:ext cx="77787" cy="15875"/>
            </a:xfrm>
            <a:custGeom>
              <a:avLst/>
              <a:gdLst>
                <a:gd name="T0" fmla="*/ 141 w 150"/>
                <a:gd name="T1" fmla="*/ 0 h 28"/>
                <a:gd name="T2" fmla="*/ 9 w 150"/>
                <a:gd name="T3" fmla="*/ 0 h 28"/>
                <a:gd name="T4" fmla="*/ 0 w 150"/>
                <a:gd name="T5" fmla="*/ 9 h 28"/>
                <a:gd name="T6" fmla="*/ 0 w 150"/>
                <a:gd name="T7" fmla="*/ 18 h 28"/>
                <a:gd name="T8" fmla="*/ 9 w 150"/>
                <a:gd name="T9" fmla="*/ 28 h 28"/>
                <a:gd name="T10" fmla="*/ 141 w 150"/>
                <a:gd name="T11" fmla="*/ 28 h 28"/>
                <a:gd name="T12" fmla="*/ 150 w 150"/>
                <a:gd name="T13" fmla="*/ 18 h 28"/>
                <a:gd name="T14" fmla="*/ 150 w 150"/>
                <a:gd name="T15" fmla="*/ 9 h 28"/>
                <a:gd name="T16" fmla="*/ 141 w 150"/>
                <a:gd name="T17"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8">
                  <a:moveTo>
                    <a:pt x="141" y="0"/>
                  </a:moveTo>
                  <a:cubicBezTo>
                    <a:pt x="9" y="0"/>
                    <a:pt x="9" y="0"/>
                    <a:pt x="9" y="0"/>
                  </a:cubicBezTo>
                  <a:cubicBezTo>
                    <a:pt x="4" y="0"/>
                    <a:pt x="0" y="4"/>
                    <a:pt x="0" y="9"/>
                  </a:cubicBezTo>
                  <a:cubicBezTo>
                    <a:pt x="0" y="18"/>
                    <a:pt x="0" y="18"/>
                    <a:pt x="0" y="18"/>
                  </a:cubicBezTo>
                  <a:cubicBezTo>
                    <a:pt x="0" y="24"/>
                    <a:pt x="4" y="28"/>
                    <a:pt x="9" y="28"/>
                  </a:cubicBezTo>
                  <a:cubicBezTo>
                    <a:pt x="141" y="28"/>
                    <a:pt x="141" y="28"/>
                    <a:pt x="141" y="28"/>
                  </a:cubicBezTo>
                  <a:cubicBezTo>
                    <a:pt x="147" y="28"/>
                    <a:pt x="150" y="24"/>
                    <a:pt x="150" y="18"/>
                  </a:cubicBezTo>
                  <a:cubicBezTo>
                    <a:pt x="150" y="9"/>
                    <a:pt x="150" y="9"/>
                    <a:pt x="150" y="9"/>
                  </a:cubicBezTo>
                  <a:cubicBezTo>
                    <a:pt x="150" y="4"/>
                    <a:pt x="147" y="0"/>
                    <a:pt x="1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2" name="Group 61">
            <a:extLst>
              <a:ext uri="{FF2B5EF4-FFF2-40B4-BE49-F238E27FC236}">
                <a16:creationId xmlns:a16="http://schemas.microsoft.com/office/drawing/2014/main" id="{095D6348-1707-44E9-05E7-9F82853CAD60}"/>
              </a:ext>
            </a:extLst>
          </p:cNvPr>
          <p:cNvGrpSpPr>
            <a:grpSpLocks noChangeAspect="1"/>
          </p:cNvGrpSpPr>
          <p:nvPr/>
        </p:nvGrpSpPr>
        <p:grpSpPr>
          <a:xfrm>
            <a:off x="2413970" y="3675239"/>
            <a:ext cx="1160344" cy="753855"/>
            <a:chOff x="3525806" y="3712744"/>
            <a:chExt cx="249236" cy="161924"/>
          </a:xfrm>
          <a:solidFill>
            <a:schemeClr val="tx1"/>
          </a:solidFill>
        </p:grpSpPr>
        <p:sp>
          <p:nvSpPr>
            <p:cNvPr id="63" name="Freeform 259">
              <a:extLst>
                <a:ext uri="{FF2B5EF4-FFF2-40B4-BE49-F238E27FC236}">
                  <a16:creationId xmlns:a16="http://schemas.microsoft.com/office/drawing/2014/main" id="{940FFC87-2B53-6A54-4098-C7A0FE48984C}"/>
                </a:ext>
              </a:extLst>
            </p:cNvPr>
            <p:cNvSpPr>
              <a:spLocks noEditPoints="1"/>
            </p:cNvSpPr>
            <p:nvPr/>
          </p:nvSpPr>
          <p:spPr bwMode="auto">
            <a:xfrm>
              <a:off x="3573430" y="3761956"/>
              <a:ext cx="61913" cy="61912"/>
            </a:xfrm>
            <a:custGeom>
              <a:avLst/>
              <a:gdLst>
                <a:gd name="T0" fmla="*/ 60 w 120"/>
                <a:gd name="T1" fmla="*/ 0 h 120"/>
                <a:gd name="T2" fmla="*/ 0 w 120"/>
                <a:gd name="T3" fmla="*/ 60 h 120"/>
                <a:gd name="T4" fmla="*/ 60 w 120"/>
                <a:gd name="T5" fmla="*/ 120 h 120"/>
                <a:gd name="T6" fmla="*/ 120 w 120"/>
                <a:gd name="T7" fmla="*/ 60 h 120"/>
                <a:gd name="T8" fmla="*/ 60 w 120"/>
                <a:gd name="T9" fmla="*/ 0 h 120"/>
                <a:gd name="T10" fmla="*/ 60 w 120"/>
                <a:gd name="T11" fmla="*/ 92 h 120"/>
                <a:gd name="T12" fmla="*/ 28 w 120"/>
                <a:gd name="T13" fmla="*/ 60 h 120"/>
                <a:gd name="T14" fmla="*/ 60 w 120"/>
                <a:gd name="T15" fmla="*/ 28 h 120"/>
                <a:gd name="T16" fmla="*/ 92 w 120"/>
                <a:gd name="T17" fmla="*/ 60 h 120"/>
                <a:gd name="T18" fmla="*/ 60 w 120"/>
                <a:gd name="T1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0" h="120">
                  <a:moveTo>
                    <a:pt x="60" y="0"/>
                  </a:moveTo>
                  <a:cubicBezTo>
                    <a:pt x="27" y="0"/>
                    <a:pt x="0" y="27"/>
                    <a:pt x="0" y="60"/>
                  </a:cubicBezTo>
                  <a:cubicBezTo>
                    <a:pt x="0" y="93"/>
                    <a:pt x="27" y="120"/>
                    <a:pt x="60" y="120"/>
                  </a:cubicBezTo>
                  <a:cubicBezTo>
                    <a:pt x="93" y="120"/>
                    <a:pt x="120" y="93"/>
                    <a:pt x="120" y="60"/>
                  </a:cubicBezTo>
                  <a:cubicBezTo>
                    <a:pt x="120" y="27"/>
                    <a:pt x="93" y="0"/>
                    <a:pt x="60" y="0"/>
                  </a:cubicBezTo>
                  <a:close/>
                  <a:moveTo>
                    <a:pt x="60" y="92"/>
                  </a:moveTo>
                  <a:cubicBezTo>
                    <a:pt x="42" y="92"/>
                    <a:pt x="28" y="78"/>
                    <a:pt x="28" y="60"/>
                  </a:cubicBezTo>
                  <a:cubicBezTo>
                    <a:pt x="28" y="43"/>
                    <a:pt x="42" y="28"/>
                    <a:pt x="60" y="28"/>
                  </a:cubicBezTo>
                  <a:cubicBezTo>
                    <a:pt x="78" y="28"/>
                    <a:pt x="92" y="43"/>
                    <a:pt x="92" y="60"/>
                  </a:cubicBezTo>
                  <a:cubicBezTo>
                    <a:pt x="92" y="78"/>
                    <a:pt x="78" y="92"/>
                    <a:pt x="60" y="9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Freeform 260">
              <a:extLst>
                <a:ext uri="{FF2B5EF4-FFF2-40B4-BE49-F238E27FC236}">
                  <a16:creationId xmlns:a16="http://schemas.microsoft.com/office/drawing/2014/main" id="{4F36242E-D477-D1B7-DB7A-B078A5637267}"/>
                </a:ext>
              </a:extLst>
            </p:cNvPr>
            <p:cNvSpPr>
              <a:spLocks noEditPoints="1"/>
            </p:cNvSpPr>
            <p:nvPr/>
          </p:nvSpPr>
          <p:spPr bwMode="auto">
            <a:xfrm>
              <a:off x="3525806" y="3712744"/>
              <a:ext cx="158750" cy="161924"/>
            </a:xfrm>
            <a:custGeom>
              <a:avLst/>
              <a:gdLst>
                <a:gd name="T0" fmla="*/ 278 w 306"/>
                <a:gd name="T1" fmla="*/ 170 h 313"/>
                <a:gd name="T2" fmla="*/ 293 w 306"/>
                <a:gd name="T3" fmla="*/ 134 h 313"/>
                <a:gd name="T4" fmla="*/ 265 w 306"/>
                <a:gd name="T5" fmla="*/ 50 h 313"/>
                <a:gd name="T6" fmla="*/ 224 w 306"/>
                <a:gd name="T7" fmla="*/ 57 h 313"/>
                <a:gd name="T8" fmla="*/ 202 w 306"/>
                <a:gd name="T9" fmla="*/ 24 h 313"/>
                <a:gd name="T10" fmla="*/ 116 w 306"/>
                <a:gd name="T11" fmla="*/ 5 h 313"/>
                <a:gd name="T12" fmla="*/ 101 w 306"/>
                <a:gd name="T13" fmla="*/ 44 h 313"/>
                <a:gd name="T14" fmla="*/ 62 w 306"/>
                <a:gd name="T15" fmla="*/ 47 h 313"/>
                <a:gd name="T16" fmla="*/ 2 w 306"/>
                <a:gd name="T17" fmla="*/ 112 h 313"/>
                <a:gd name="T18" fmla="*/ 28 w 306"/>
                <a:gd name="T19" fmla="*/ 144 h 313"/>
                <a:gd name="T20" fmla="*/ 11 w 306"/>
                <a:gd name="T21" fmla="*/ 180 h 313"/>
                <a:gd name="T22" fmla="*/ 38 w 306"/>
                <a:gd name="T23" fmla="*/ 264 h 313"/>
                <a:gd name="T24" fmla="*/ 79 w 306"/>
                <a:gd name="T25" fmla="*/ 258 h 313"/>
                <a:gd name="T26" fmla="*/ 101 w 306"/>
                <a:gd name="T27" fmla="*/ 290 h 313"/>
                <a:gd name="T28" fmla="*/ 151 w 306"/>
                <a:gd name="T29" fmla="*/ 313 h 313"/>
                <a:gd name="T30" fmla="*/ 202 w 306"/>
                <a:gd name="T31" fmla="*/ 290 h 313"/>
                <a:gd name="T32" fmla="*/ 224 w 306"/>
                <a:gd name="T33" fmla="*/ 258 h 313"/>
                <a:gd name="T34" fmla="*/ 265 w 306"/>
                <a:gd name="T35" fmla="*/ 264 h 313"/>
                <a:gd name="T36" fmla="*/ 295 w 306"/>
                <a:gd name="T37" fmla="*/ 181 h 313"/>
                <a:gd name="T38" fmla="*/ 174 w 306"/>
                <a:gd name="T39" fmla="*/ 283 h 313"/>
                <a:gd name="T40" fmla="*/ 129 w 306"/>
                <a:gd name="T41" fmla="*/ 251 h 313"/>
                <a:gd name="T42" fmla="*/ 89 w 306"/>
                <a:gd name="T43" fmla="*/ 230 h 313"/>
                <a:gd name="T44" fmla="*/ 53 w 306"/>
                <a:gd name="T45" fmla="*/ 240 h 313"/>
                <a:gd name="T46" fmla="*/ 59 w 306"/>
                <a:gd name="T47" fmla="*/ 184 h 313"/>
                <a:gd name="T48" fmla="*/ 57 w 306"/>
                <a:gd name="T49" fmla="*/ 140 h 313"/>
                <a:gd name="T50" fmla="*/ 31 w 306"/>
                <a:gd name="T51" fmla="*/ 114 h 313"/>
                <a:gd name="T52" fmla="*/ 81 w 306"/>
                <a:gd name="T53" fmla="*/ 90 h 313"/>
                <a:gd name="T54" fmla="*/ 119 w 306"/>
                <a:gd name="T55" fmla="*/ 66 h 313"/>
                <a:gd name="T56" fmla="*/ 129 w 306"/>
                <a:gd name="T57" fmla="*/ 31 h 313"/>
                <a:gd name="T58" fmla="*/ 174 w 306"/>
                <a:gd name="T59" fmla="*/ 63 h 313"/>
                <a:gd name="T60" fmla="*/ 214 w 306"/>
                <a:gd name="T61" fmla="*/ 84 h 313"/>
                <a:gd name="T62" fmla="*/ 250 w 306"/>
                <a:gd name="T63" fmla="*/ 74 h 313"/>
                <a:gd name="T64" fmla="*/ 247 w 306"/>
                <a:gd name="T65" fmla="*/ 130 h 313"/>
                <a:gd name="T66" fmla="*/ 249 w 306"/>
                <a:gd name="T67" fmla="*/ 175 h 313"/>
                <a:gd name="T68" fmla="*/ 275 w 306"/>
                <a:gd name="T69" fmla="*/ 201 h 313"/>
                <a:gd name="T70" fmla="*/ 221 w 306"/>
                <a:gd name="T71" fmla="*/ 224 h 313"/>
                <a:gd name="T72" fmla="*/ 184 w 306"/>
                <a:gd name="T73" fmla="*/ 248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06" h="313">
                  <a:moveTo>
                    <a:pt x="295" y="181"/>
                  </a:moveTo>
                  <a:cubicBezTo>
                    <a:pt x="278" y="170"/>
                    <a:pt x="278" y="170"/>
                    <a:pt x="278" y="170"/>
                  </a:cubicBezTo>
                  <a:cubicBezTo>
                    <a:pt x="279" y="161"/>
                    <a:pt x="279" y="153"/>
                    <a:pt x="278" y="144"/>
                  </a:cubicBezTo>
                  <a:cubicBezTo>
                    <a:pt x="293" y="134"/>
                    <a:pt x="293" y="134"/>
                    <a:pt x="293" y="134"/>
                  </a:cubicBezTo>
                  <a:cubicBezTo>
                    <a:pt x="301" y="130"/>
                    <a:pt x="304" y="121"/>
                    <a:pt x="302" y="112"/>
                  </a:cubicBezTo>
                  <a:cubicBezTo>
                    <a:pt x="294" y="88"/>
                    <a:pt x="283" y="70"/>
                    <a:pt x="265" y="50"/>
                  </a:cubicBezTo>
                  <a:cubicBezTo>
                    <a:pt x="259" y="44"/>
                    <a:pt x="249" y="42"/>
                    <a:pt x="241" y="47"/>
                  </a:cubicBezTo>
                  <a:cubicBezTo>
                    <a:pt x="224" y="57"/>
                    <a:pt x="224" y="57"/>
                    <a:pt x="224" y="57"/>
                  </a:cubicBezTo>
                  <a:cubicBezTo>
                    <a:pt x="217" y="52"/>
                    <a:pt x="210" y="47"/>
                    <a:pt x="202" y="44"/>
                  </a:cubicBezTo>
                  <a:cubicBezTo>
                    <a:pt x="202" y="24"/>
                    <a:pt x="202" y="24"/>
                    <a:pt x="202" y="24"/>
                  </a:cubicBezTo>
                  <a:cubicBezTo>
                    <a:pt x="202" y="15"/>
                    <a:pt x="196" y="7"/>
                    <a:pt x="187" y="5"/>
                  </a:cubicBezTo>
                  <a:cubicBezTo>
                    <a:pt x="161" y="0"/>
                    <a:pt x="141" y="0"/>
                    <a:pt x="116" y="5"/>
                  </a:cubicBezTo>
                  <a:cubicBezTo>
                    <a:pt x="107" y="7"/>
                    <a:pt x="101" y="15"/>
                    <a:pt x="101" y="24"/>
                  </a:cubicBezTo>
                  <a:cubicBezTo>
                    <a:pt x="101" y="44"/>
                    <a:pt x="101" y="44"/>
                    <a:pt x="101" y="44"/>
                  </a:cubicBezTo>
                  <a:cubicBezTo>
                    <a:pt x="93" y="47"/>
                    <a:pt x="85" y="52"/>
                    <a:pt x="79" y="57"/>
                  </a:cubicBezTo>
                  <a:cubicBezTo>
                    <a:pt x="62" y="47"/>
                    <a:pt x="62" y="47"/>
                    <a:pt x="62" y="47"/>
                  </a:cubicBezTo>
                  <a:cubicBezTo>
                    <a:pt x="54" y="42"/>
                    <a:pt x="44" y="44"/>
                    <a:pt x="38" y="50"/>
                  </a:cubicBezTo>
                  <a:cubicBezTo>
                    <a:pt x="20" y="70"/>
                    <a:pt x="10" y="86"/>
                    <a:pt x="2" y="112"/>
                  </a:cubicBezTo>
                  <a:cubicBezTo>
                    <a:pt x="0" y="120"/>
                    <a:pt x="3" y="130"/>
                    <a:pt x="11" y="134"/>
                  </a:cubicBezTo>
                  <a:cubicBezTo>
                    <a:pt x="28" y="144"/>
                    <a:pt x="28" y="144"/>
                    <a:pt x="28" y="144"/>
                  </a:cubicBezTo>
                  <a:cubicBezTo>
                    <a:pt x="27" y="153"/>
                    <a:pt x="27" y="161"/>
                    <a:pt x="28" y="170"/>
                  </a:cubicBezTo>
                  <a:cubicBezTo>
                    <a:pt x="11" y="180"/>
                    <a:pt x="11" y="180"/>
                    <a:pt x="11" y="180"/>
                  </a:cubicBezTo>
                  <a:cubicBezTo>
                    <a:pt x="3" y="184"/>
                    <a:pt x="0" y="194"/>
                    <a:pt x="2" y="202"/>
                  </a:cubicBezTo>
                  <a:cubicBezTo>
                    <a:pt x="10" y="228"/>
                    <a:pt x="20" y="245"/>
                    <a:pt x="38" y="264"/>
                  </a:cubicBezTo>
                  <a:cubicBezTo>
                    <a:pt x="44" y="271"/>
                    <a:pt x="54" y="272"/>
                    <a:pt x="62" y="268"/>
                  </a:cubicBezTo>
                  <a:cubicBezTo>
                    <a:pt x="79" y="258"/>
                    <a:pt x="79" y="258"/>
                    <a:pt x="79" y="258"/>
                  </a:cubicBezTo>
                  <a:cubicBezTo>
                    <a:pt x="86" y="263"/>
                    <a:pt x="93" y="267"/>
                    <a:pt x="101" y="270"/>
                  </a:cubicBezTo>
                  <a:cubicBezTo>
                    <a:pt x="101" y="290"/>
                    <a:pt x="101" y="290"/>
                    <a:pt x="101" y="290"/>
                  </a:cubicBezTo>
                  <a:cubicBezTo>
                    <a:pt x="101" y="299"/>
                    <a:pt x="107" y="307"/>
                    <a:pt x="116" y="309"/>
                  </a:cubicBezTo>
                  <a:cubicBezTo>
                    <a:pt x="129" y="312"/>
                    <a:pt x="140" y="313"/>
                    <a:pt x="151" y="313"/>
                  </a:cubicBezTo>
                  <a:cubicBezTo>
                    <a:pt x="163" y="313"/>
                    <a:pt x="174" y="312"/>
                    <a:pt x="187" y="309"/>
                  </a:cubicBezTo>
                  <a:cubicBezTo>
                    <a:pt x="196" y="307"/>
                    <a:pt x="202" y="299"/>
                    <a:pt x="202" y="290"/>
                  </a:cubicBezTo>
                  <a:cubicBezTo>
                    <a:pt x="202" y="271"/>
                    <a:pt x="202" y="271"/>
                    <a:pt x="202" y="271"/>
                  </a:cubicBezTo>
                  <a:cubicBezTo>
                    <a:pt x="210" y="267"/>
                    <a:pt x="217" y="263"/>
                    <a:pt x="224" y="258"/>
                  </a:cubicBezTo>
                  <a:cubicBezTo>
                    <a:pt x="241" y="268"/>
                    <a:pt x="241" y="268"/>
                    <a:pt x="241" y="268"/>
                  </a:cubicBezTo>
                  <a:cubicBezTo>
                    <a:pt x="249" y="272"/>
                    <a:pt x="259" y="271"/>
                    <a:pt x="265" y="264"/>
                  </a:cubicBezTo>
                  <a:cubicBezTo>
                    <a:pt x="287" y="240"/>
                    <a:pt x="300" y="219"/>
                    <a:pt x="304" y="202"/>
                  </a:cubicBezTo>
                  <a:cubicBezTo>
                    <a:pt x="306" y="194"/>
                    <a:pt x="302" y="185"/>
                    <a:pt x="295" y="181"/>
                  </a:cubicBezTo>
                  <a:close/>
                  <a:moveTo>
                    <a:pt x="174" y="251"/>
                  </a:moveTo>
                  <a:cubicBezTo>
                    <a:pt x="174" y="283"/>
                    <a:pt x="174" y="283"/>
                    <a:pt x="174" y="283"/>
                  </a:cubicBezTo>
                  <a:cubicBezTo>
                    <a:pt x="159" y="286"/>
                    <a:pt x="144" y="286"/>
                    <a:pt x="129" y="283"/>
                  </a:cubicBezTo>
                  <a:cubicBezTo>
                    <a:pt x="129" y="251"/>
                    <a:pt x="129" y="251"/>
                    <a:pt x="129" y="251"/>
                  </a:cubicBezTo>
                  <a:cubicBezTo>
                    <a:pt x="119" y="248"/>
                    <a:pt x="119" y="248"/>
                    <a:pt x="119" y="248"/>
                  </a:cubicBezTo>
                  <a:cubicBezTo>
                    <a:pt x="108" y="244"/>
                    <a:pt x="98" y="238"/>
                    <a:pt x="89" y="230"/>
                  </a:cubicBezTo>
                  <a:cubicBezTo>
                    <a:pt x="81" y="224"/>
                    <a:pt x="81" y="224"/>
                    <a:pt x="81" y="224"/>
                  </a:cubicBezTo>
                  <a:cubicBezTo>
                    <a:pt x="53" y="240"/>
                    <a:pt x="53" y="240"/>
                    <a:pt x="53" y="240"/>
                  </a:cubicBezTo>
                  <a:cubicBezTo>
                    <a:pt x="44" y="229"/>
                    <a:pt x="36" y="215"/>
                    <a:pt x="31" y="201"/>
                  </a:cubicBezTo>
                  <a:cubicBezTo>
                    <a:pt x="59" y="184"/>
                    <a:pt x="59" y="184"/>
                    <a:pt x="59" y="184"/>
                  </a:cubicBezTo>
                  <a:cubicBezTo>
                    <a:pt x="57" y="175"/>
                    <a:pt x="57" y="175"/>
                    <a:pt x="57" y="175"/>
                  </a:cubicBezTo>
                  <a:cubicBezTo>
                    <a:pt x="55" y="163"/>
                    <a:pt x="55" y="151"/>
                    <a:pt x="57" y="140"/>
                  </a:cubicBezTo>
                  <a:cubicBezTo>
                    <a:pt x="59" y="130"/>
                    <a:pt x="59" y="130"/>
                    <a:pt x="59" y="130"/>
                  </a:cubicBezTo>
                  <a:cubicBezTo>
                    <a:pt x="31" y="114"/>
                    <a:pt x="31" y="114"/>
                    <a:pt x="31" y="114"/>
                  </a:cubicBezTo>
                  <a:cubicBezTo>
                    <a:pt x="36" y="99"/>
                    <a:pt x="43" y="86"/>
                    <a:pt x="53" y="74"/>
                  </a:cubicBezTo>
                  <a:cubicBezTo>
                    <a:pt x="81" y="90"/>
                    <a:pt x="81" y="90"/>
                    <a:pt x="81" y="90"/>
                  </a:cubicBezTo>
                  <a:cubicBezTo>
                    <a:pt x="89" y="84"/>
                    <a:pt x="89" y="84"/>
                    <a:pt x="89" y="84"/>
                  </a:cubicBezTo>
                  <a:cubicBezTo>
                    <a:pt x="98" y="76"/>
                    <a:pt x="108" y="70"/>
                    <a:pt x="119" y="66"/>
                  </a:cubicBezTo>
                  <a:cubicBezTo>
                    <a:pt x="129" y="63"/>
                    <a:pt x="129" y="63"/>
                    <a:pt x="129" y="63"/>
                  </a:cubicBezTo>
                  <a:cubicBezTo>
                    <a:pt x="129" y="31"/>
                    <a:pt x="129" y="31"/>
                    <a:pt x="129" y="31"/>
                  </a:cubicBezTo>
                  <a:cubicBezTo>
                    <a:pt x="144" y="28"/>
                    <a:pt x="159" y="28"/>
                    <a:pt x="174" y="31"/>
                  </a:cubicBezTo>
                  <a:cubicBezTo>
                    <a:pt x="174" y="63"/>
                    <a:pt x="174" y="63"/>
                    <a:pt x="174" y="63"/>
                  </a:cubicBezTo>
                  <a:cubicBezTo>
                    <a:pt x="184" y="66"/>
                    <a:pt x="184" y="66"/>
                    <a:pt x="184" y="66"/>
                  </a:cubicBezTo>
                  <a:cubicBezTo>
                    <a:pt x="195" y="70"/>
                    <a:pt x="205" y="76"/>
                    <a:pt x="214" y="84"/>
                  </a:cubicBezTo>
                  <a:cubicBezTo>
                    <a:pt x="221" y="90"/>
                    <a:pt x="221" y="90"/>
                    <a:pt x="221" y="90"/>
                  </a:cubicBezTo>
                  <a:cubicBezTo>
                    <a:pt x="250" y="74"/>
                    <a:pt x="250" y="74"/>
                    <a:pt x="250" y="74"/>
                  </a:cubicBezTo>
                  <a:cubicBezTo>
                    <a:pt x="259" y="85"/>
                    <a:pt x="270" y="99"/>
                    <a:pt x="275" y="114"/>
                  </a:cubicBezTo>
                  <a:cubicBezTo>
                    <a:pt x="247" y="130"/>
                    <a:pt x="247" y="130"/>
                    <a:pt x="247" y="130"/>
                  </a:cubicBezTo>
                  <a:cubicBezTo>
                    <a:pt x="249" y="139"/>
                    <a:pt x="249" y="139"/>
                    <a:pt x="249" y="139"/>
                  </a:cubicBezTo>
                  <a:cubicBezTo>
                    <a:pt x="251" y="151"/>
                    <a:pt x="251" y="163"/>
                    <a:pt x="249" y="175"/>
                  </a:cubicBezTo>
                  <a:cubicBezTo>
                    <a:pt x="247" y="184"/>
                    <a:pt x="247" y="184"/>
                    <a:pt x="247" y="184"/>
                  </a:cubicBezTo>
                  <a:cubicBezTo>
                    <a:pt x="275" y="201"/>
                    <a:pt x="275" y="201"/>
                    <a:pt x="275" y="201"/>
                  </a:cubicBezTo>
                  <a:cubicBezTo>
                    <a:pt x="270" y="215"/>
                    <a:pt x="259" y="229"/>
                    <a:pt x="250" y="240"/>
                  </a:cubicBezTo>
                  <a:cubicBezTo>
                    <a:pt x="221" y="224"/>
                    <a:pt x="221" y="224"/>
                    <a:pt x="221" y="224"/>
                  </a:cubicBezTo>
                  <a:cubicBezTo>
                    <a:pt x="214" y="230"/>
                    <a:pt x="214" y="230"/>
                    <a:pt x="214" y="230"/>
                  </a:cubicBezTo>
                  <a:cubicBezTo>
                    <a:pt x="205" y="238"/>
                    <a:pt x="195" y="244"/>
                    <a:pt x="184" y="248"/>
                  </a:cubicBezTo>
                  <a:lnTo>
                    <a:pt x="174" y="25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5" name="Freeform 261">
              <a:extLst>
                <a:ext uri="{FF2B5EF4-FFF2-40B4-BE49-F238E27FC236}">
                  <a16:creationId xmlns:a16="http://schemas.microsoft.com/office/drawing/2014/main" id="{63312F9A-1403-CD61-B400-85B4A31E3D4B}"/>
                </a:ext>
              </a:extLst>
            </p:cNvPr>
            <p:cNvSpPr>
              <a:spLocks noEditPoints="1"/>
            </p:cNvSpPr>
            <p:nvPr/>
          </p:nvSpPr>
          <p:spPr bwMode="auto">
            <a:xfrm>
              <a:off x="3706781" y="3733381"/>
              <a:ext cx="22225" cy="20637"/>
            </a:xfrm>
            <a:custGeom>
              <a:avLst/>
              <a:gdLst>
                <a:gd name="T0" fmla="*/ 21 w 42"/>
                <a:gd name="T1" fmla="*/ 0 h 42"/>
                <a:gd name="T2" fmla="*/ 0 w 42"/>
                <a:gd name="T3" fmla="*/ 21 h 42"/>
                <a:gd name="T4" fmla="*/ 21 w 42"/>
                <a:gd name="T5" fmla="*/ 42 h 42"/>
                <a:gd name="T6" fmla="*/ 42 w 42"/>
                <a:gd name="T7" fmla="*/ 21 h 42"/>
                <a:gd name="T8" fmla="*/ 21 w 42"/>
                <a:gd name="T9" fmla="*/ 0 h 42"/>
                <a:gd name="T10" fmla="*/ 21 w 42"/>
                <a:gd name="T11" fmla="*/ 25 h 42"/>
                <a:gd name="T12" fmla="*/ 16 w 42"/>
                <a:gd name="T13" fmla="*/ 21 h 42"/>
                <a:gd name="T14" fmla="*/ 21 w 42"/>
                <a:gd name="T15" fmla="*/ 16 h 42"/>
                <a:gd name="T16" fmla="*/ 25 w 42"/>
                <a:gd name="T17" fmla="*/ 21 h 42"/>
                <a:gd name="T18" fmla="*/ 21 w 42"/>
                <a:gd name="T19" fmla="*/ 2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2" h="42">
                  <a:moveTo>
                    <a:pt x="21" y="0"/>
                  </a:moveTo>
                  <a:cubicBezTo>
                    <a:pt x="9" y="0"/>
                    <a:pt x="0" y="9"/>
                    <a:pt x="0" y="21"/>
                  </a:cubicBezTo>
                  <a:cubicBezTo>
                    <a:pt x="0" y="32"/>
                    <a:pt x="9" y="42"/>
                    <a:pt x="21" y="42"/>
                  </a:cubicBezTo>
                  <a:cubicBezTo>
                    <a:pt x="32" y="42"/>
                    <a:pt x="42" y="32"/>
                    <a:pt x="42" y="21"/>
                  </a:cubicBezTo>
                  <a:cubicBezTo>
                    <a:pt x="42" y="9"/>
                    <a:pt x="32" y="0"/>
                    <a:pt x="21" y="0"/>
                  </a:cubicBezTo>
                  <a:close/>
                  <a:moveTo>
                    <a:pt x="21" y="25"/>
                  </a:moveTo>
                  <a:cubicBezTo>
                    <a:pt x="18" y="25"/>
                    <a:pt x="16" y="23"/>
                    <a:pt x="16" y="21"/>
                  </a:cubicBezTo>
                  <a:cubicBezTo>
                    <a:pt x="16" y="18"/>
                    <a:pt x="18" y="16"/>
                    <a:pt x="21" y="16"/>
                  </a:cubicBezTo>
                  <a:cubicBezTo>
                    <a:pt x="23" y="16"/>
                    <a:pt x="25" y="18"/>
                    <a:pt x="25" y="21"/>
                  </a:cubicBezTo>
                  <a:cubicBezTo>
                    <a:pt x="25" y="23"/>
                    <a:pt x="23" y="25"/>
                    <a:pt x="21" y="2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 name="Freeform 262">
              <a:extLst>
                <a:ext uri="{FF2B5EF4-FFF2-40B4-BE49-F238E27FC236}">
                  <a16:creationId xmlns:a16="http://schemas.microsoft.com/office/drawing/2014/main" id="{ACCC19B7-70DB-BA4E-A2A3-4CB9BB3AD62C}"/>
                </a:ext>
              </a:extLst>
            </p:cNvPr>
            <p:cNvSpPr>
              <a:spLocks noEditPoints="1"/>
            </p:cNvSpPr>
            <p:nvPr/>
          </p:nvSpPr>
          <p:spPr bwMode="auto">
            <a:xfrm>
              <a:off x="3682962" y="3712750"/>
              <a:ext cx="68263" cy="61912"/>
            </a:xfrm>
            <a:custGeom>
              <a:avLst/>
              <a:gdLst>
                <a:gd name="T0" fmla="*/ 113 w 129"/>
                <a:gd name="T1" fmla="*/ 38 h 121"/>
                <a:gd name="T2" fmla="*/ 108 w 129"/>
                <a:gd name="T3" fmla="*/ 33 h 121"/>
                <a:gd name="T4" fmla="*/ 106 w 129"/>
                <a:gd name="T5" fmla="*/ 13 h 121"/>
                <a:gd name="T6" fmla="*/ 70 w 129"/>
                <a:gd name="T7" fmla="*/ 8 h 121"/>
                <a:gd name="T8" fmla="*/ 63 w 129"/>
                <a:gd name="T9" fmla="*/ 10 h 121"/>
                <a:gd name="T10" fmla="*/ 44 w 129"/>
                <a:gd name="T11" fmla="*/ 2 h 121"/>
                <a:gd name="T12" fmla="*/ 22 w 129"/>
                <a:gd name="T13" fmla="*/ 31 h 121"/>
                <a:gd name="T14" fmla="*/ 20 w 129"/>
                <a:gd name="T15" fmla="*/ 38 h 121"/>
                <a:gd name="T16" fmla="*/ 2 w 129"/>
                <a:gd name="T17" fmla="*/ 50 h 121"/>
                <a:gd name="T18" fmla="*/ 16 w 129"/>
                <a:gd name="T19" fmla="*/ 84 h 121"/>
                <a:gd name="T20" fmla="*/ 23 w 129"/>
                <a:gd name="T21" fmla="*/ 89 h 121"/>
                <a:gd name="T22" fmla="*/ 25 w 129"/>
                <a:gd name="T23" fmla="*/ 109 h 121"/>
                <a:gd name="T24" fmla="*/ 49 w 129"/>
                <a:gd name="T25" fmla="*/ 120 h 121"/>
                <a:gd name="T26" fmla="*/ 63 w 129"/>
                <a:gd name="T27" fmla="*/ 112 h 121"/>
                <a:gd name="T28" fmla="*/ 70 w 129"/>
                <a:gd name="T29" fmla="*/ 113 h 121"/>
                <a:gd name="T30" fmla="*/ 106 w 129"/>
                <a:gd name="T31" fmla="*/ 109 h 121"/>
                <a:gd name="T32" fmla="*/ 108 w 129"/>
                <a:gd name="T33" fmla="*/ 89 h 121"/>
                <a:gd name="T34" fmla="*/ 113 w 129"/>
                <a:gd name="T35" fmla="*/ 84 h 121"/>
                <a:gd name="T36" fmla="*/ 127 w 129"/>
                <a:gd name="T37" fmla="*/ 50 h 121"/>
                <a:gd name="T38" fmla="*/ 99 w 129"/>
                <a:gd name="T39" fmla="*/ 66 h 121"/>
                <a:gd name="T40" fmla="*/ 91 w 129"/>
                <a:gd name="T41" fmla="*/ 83 h 121"/>
                <a:gd name="T42" fmla="*/ 93 w 129"/>
                <a:gd name="T43" fmla="*/ 97 h 121"/>
                <a:gd name="T44" fmla="*/ 78 w 129"/>
                <a:gd name="T45" fmla="*/ 93 h 121"/>
                <a:gd name="T46" fmla="*/ 59 w 129"/>
                <a:gd name="T47" fmla="*/ 94 h 121"/>
                <a:gd name="T48" fmla="*/ 48 w 129"/>
                <a:gd name="T49" fmla="*/ 103 h 121"/>
                <a:gd name="T50" fmla="*/ 44 w 129"/>
                <a:gd name="T51" fmla="*/ 87 h 121"/>
                <a:gd name="T52" fmla="*/ 34 w 129"/>
                <a:gd name="T53" fmla="*/ 72 h 121"/>
                <a:gd name="T54" fmla="*/ 20 w 129"/>
                <a:gd name="T55" fmla="*/ 66 h 121"/>
                <a:gd name="T56" fmla="*/ 32 w 129"/>
                <a:gd name="T57" fmla="*/ 56 h 121"/>
                <a:gd name="T58" fmla="*/ 40 w 129"/>
                <a:gd name="T59" fmla="*/ 39 h 121"/>
                <a:gd name="T60" fmla="*/ 38 w 129"/>
                <a:gd name="T61" fmla="*/ 25 h 121"/>
                <a:gd name="T62" fmla="*/ 53 w 129"/>
                <a:gd name="T63" fmla="*/ 29 h 121"/>
                <a:gd name="T64" fmla="*/ 72 w 129"/>
                <a:gd name="T65" fmla="*/ 28 h 121"/>
                <a:gd name="T66" fmla="*/ 84 w 129"/>
                <a:gd name="T67" fmla="*/ 19 h 121"/>
                <a:gd name="T68" fmla="*/ 87 w 129"/>
                <a:gd name="T69" fmla="*/ 35 h 121"/>
                <a:gd name="T70" fmla="*/ 97 w 129"/>
                <a:gd name="T71" fmla="*/ 50 h 121"/>
                <a:gd name="T72" fmla="*/ 111 w 129"/>
                <a:gd name="T73" fmla="*/ 5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21">
                  <a:moveTo>
                    <a:pt x="127" y="50"/>
                  </a:moveTo>
                  <a:cubicBezTo>
                    <a:pt x="126" y="43"/>
                    <a:pt x="120" y="38"/>
                    <a:pt x="113" y="38"/>
                  </a:cubicBezTo>
                  <a:cubicBezTo>
                    <a:pt x="111" y="38"/>
                    <a:pt x="111" y="38"/>
                    <a:pt x="111" y="38"/>
                  </a:cubicBezTo>
                  <a:cubicBezTo>
                    <a:pt x="110" y="36"/>
                    <a:pt x="109" y="35"/>
                    <a:pt x="108" y="33"/>
                  </a:cubicBezTo>
                  <a:cubicBezTo>
                    <a:pt x="109" y="31"/>
                    <a:pt x="109" y="31"/>
                    <a:pt x="109" y="31"/>
                  </a:cubicBezTo>
                  <a:cubicBezTo>
                    <a:pt x="113" y="25"/>
                    <a:pt x="111" y="17"/>
                    <a:pt x="106" y="13"/>
                  </a:cubicBezTo>
                  <a:cubicBezTo>
                    <a:pt x="100" y="8"/>
                    <a:pt x="94" y="5"/>
                    <a:pt x="87" y="2"/>
                  </a:cubicBezTo>
                  <a:cubicBezTo>
                    <a:pt x="80" y="0"/>
                    <a:pt x="73" y="2"/>
                    <a:pt x="70" y="8"/>
                  </a:cubicBezTo>
                  <a:cubicBezTo>
                    <a:pt x="69" y="10"/>
                    <a:pt x="69" y="10"/>
                    <a:pt x="69" y="10"/>
                  </a:cubicBezTo>
                  <a:cubicBezTo>
                    <a:pt x="67" y="10"/>
                    <a:pt x="65" y="10"/>
                    <a:pt x="63" y="10"/>
                  </a:cubicBezTo>
                  <a:cubicBezTo>
                    <a:pt x="61" y="8"/>
                    <a:pt x="61" y="8"/>
                    <a:pt x="61" y="8"/>
                  </a:cubicBezTo>
                  <a:cubicBezTo>
                    <a:pt x="58" y="2"/>
                    <a:pt x="51" y="0"/>
                    <a:pt x="44" y="2"/>
                  </a:cubicBezTo>
                  <a:cubicBezTo>
                    <a:pt x="36" y="5"/>
                    <a:pt x="31" y="8"/>
                    <a:pt x="25" y="13"/>
                  </a:cubicBezTo>
                  <a:cubicBezTo>
                    <a:pt x="20" y="17"/>
                    <a:pt x="19" y="25"/>
                    <a:pt x="22" y="31"/>
                  </a:cubicBezTo>
                  <a:cubicBezTo>
                    <a:pt x="23" y="33"/>
                    <a:pt x="23" y="33"/>
                    <a:pt x="23" y="33"/>
                  </a:cubicBezTo>
                  <a:cubicBezTo>
                    <a:pt x="22" y="35"/>
                    <a:pt x="21" y="36"/>
                    <a:pt x="20" y="38"/>
                  </a:cubicBezTo>
                  <a:cubicBezTo>
                    <a:pt x="16" y="38"/>
                    <a:pt x="16" y="38"/>
                    <a:pt x="16" y="38"/>
                  </a:cubicBezTo>
                  <a:cubicBezTo>
                    <a:pt x="9" y="38"/>
                    <a:pt x="3" y="43"/>
                    <a:pt x="2" y="50"/>
                  </a:cubicBezTo>
                  <a:cubicBezTo>
                    <a:pt x="0" y="58"/>
                    <a:pt x="0" y="64"/>
                    <a:pt x="1" y="72"/>
                  </a:cubicBezTo>
                  <a:cubicBezTo>
                    <a:pt x="3" y="79"/>
                    <a:pt x="9" y="84"/>
                    <a:pt x="16" y="84"/>
                  </a:cubicBezTo>
                  <a:cubicBezTo>
                    <a:pt x="20" y="84"/>
                    <a:pt x="20" y="84"/>
                    <a:pt x="20" y="84"/>
                  </a:cubicBezTo>
                  <a:cubicBezTo>
                    <a:pt x="21" y="86"/>
                    <a:pt x="22" y="87"/>
                    <a:pt x="23" y="89"/>
                  </a:cubicBezTo>
                  <a:cubicBezTo>
                    <a:pt x="22" y="91"/>
                    <a:pt x="22" y="91"/>
                    <a:pt x="22" y="91"/>
                  </a:cubicBezTo>
                  <a:cubicBezTo>
                    <a:pt x="19" y="97"/>
                    <a:pt x="20" y="105"/>
                    <a:pt x="25" y="109"/>
                  </a:cubicBezTo>
                  <a:cubicBezTo>
                    <a:pt x="31" y="114"/>
                    <a:pt x="37" y="117"/>
                    <a:pt x="45" y="119"/>
                  </a:cubicBezTo>
                  <a:cubicBezTo>
                    <a:pt x="46" y="120"/>
                    <a:pt x="48" y="120"/>
                    <a:pt x="49" y="120"/>
                  </a:cubicBezTo>
                  <a:cubicBezTo>
                    <a:pt x="54" y="120"/>
                    <a:pt x="59" y="118"/>
                    <a:pt x="61" y="113"/>
                  </a:cubicBezTo>
                  <a:cubicBezTo>
                    <a:pt x="63" y="112"/>
                    <a:pt x="63" y="112"/>
                    <a:pt x="63" y="112"/>
                  </a:cubicBezTo>
                  <a:cubicBezTo>
                    <a:pt x="65" y="112"/>
                    <a:pt x="67" y="112"/>
                    <a:pt x="69" y="112"/>
                  </a:cubicBezTo>
                  <a:cubicBezTo>
                    <a:pt x="70" y="113"/>
                    <a:pt x="70" y="113"/>
                    <a:pt x="70" y="113"/>
                  </a:cubicBezTo>
                  <a:cubicBezTo>
                    <a:pt x="73" y="119"/>
                    <a:pt x="80" y="121"/>
                    <a:pt x="86" y="119"/>
                  </a:cubicBezTo>
                  <a:cubicBezTo>
                    <a:pt x="95" y="117"/>
                    <a:pt x="100" y="114"/>
                    <a:pt x="106" y="109"/>
                  </a:cubicBezTo>
                  <a:cubicBezTo>
                    <a:pt x="111" y="105"/>
                    <a:pt x="113" y="97"/>
                    <a:pt x="109" y="91"/>
                  </a:cubicBezTo>
                  <a:cubicBezTo>
                    <a:pt x="108" y="89"/>
                    <a:pt x="108" y="89"/>
                    <a:pt x="108" y="89"/>
                  </a:cubicBezTo>
                  <a:cubicBezTo>
                    <a:pt x="109" y="87"/>
                    <a:pt x="110" y="86"/>
                    <a:pt x="111" y="84"/>
                  </a:cubicBezTo>
                  <a:cubicBezTo>
                    <a:pt x="113" y="84"/>
                    <a:pt x="113" y="84"/>
                    <a:pt x="113" y="84"/>
                  </a:cubicBezTo>
                  <a:cubicBezTo>
                    <a:pt x="120" y="84"/>
                    <a:pt x="126" y="79"/>
                    <a:pt x="127" y="72"/>
                  </a:cubicBezTo>
                  <a:cubicBezTo>
                    <a:pt x="129" y="64"/>
                    <a:pt x="129" y="58"/>
                    <a:pt x="127" y="50"/>
                  </a:cubicBezTo>
                  <a:close/>
                  <a:moveTo>
                    <a:pt x="111" y="66"/>
                  </a:moveTo>
                  <a:cubicBezTo>
                    <a:pt x="99" y="66"/>
                    <a:pt x="99" y="66"/>
                    <a:pt x="99" y="66"/>
                  </a:cubicBezTo>
                  <a:cubicBezTo>
                    <a:pt x="97" y="72"/>
                    <a:pt x="97" y="72"/>
                    <a:pt x="97" y="72"/>
                  </a:cubicBezTo>
                  <a:cubicBezTo>
                    <a:pt x="96" y="76"/>
                    <a:pt x="94" y="79"/>
                    <a:pt x="91" y="83"/>
                  </a:cubicBezTo>
                  <a:cubicBezTo>
                    <a:pt x="87" y="87"/>
                    <a:pt x="87" y="87"/>
                    <a:pt x="87" y="87"/>
                  </a:cubicBezTo>
                  <a:cubicBezTo>
                    <a:pt x="93" y="97"/>
                    <a:pt x="93" y="97"/>
                    <a:pt x="93" y="97"/>
                  </a:cubicBezTo>
                  <a:cubicBezTo>
                    <a:pt x="90" y="100"/>
                    <a:pt x="87" y="101"/>
                    <a:pt x="84" y="103"/>
                  </a:cubicBezTo>
                  <a:cubicBezTo>
                    <a:pt x="78" y="93"/>
                    <a:pt x="78" y="93"/>
                    <a:pt x="78" y="93"/>
                  </a:cubicBezTo>
                  <a:cubicBezTo>
                    <a:pt x="72" y="94"/>
                    <a:pt x="72" y="94"/>
                    <a:pt x="72" y="94"/>
                  </a:cubicBezTo>
                  <a:cubicBezTo>
                    <a:pt x="68" y="94"/>
                    <a:pt x="64" y="94"/>
                    <a:pt x="59" y="94"/>
                  </a:cubicBezTo>
                  <a:cubicBezTo>
                    <a:pt x="53" y="93"/>
                    <a:pt x="53" y="93"/>
                    <a:pt x="53" y="93"/>
                  </a:cubicBezTo>
                  <a:cubicBezTo>
                    <a:pt x="48" y="103"/>
                    <a:pt x="48" y="103"/>
                    <a:pt x="48" y="103"/>
                  </a:cubicBezTo>
                  <a:cubicBezTo>
                    <a:pt x="44" y="101"/>
                    <a:pt x="41" y="100"/>
                    <a:pt x="38" y="97"/>
                  </a:cubicBezTo>
                  <a:cubicBezTo>
                    <a:pt x="44" y="87"/>
                    <a:pt x="44" y="87"/>
                    <a:pt x="44" y="87"/>
                  </a:cubicBezTo>
                  <a:cubicBezTo>
                    <a:pt x="40" y="83"/>
                    <a:pt x="40" y="83"/>
                    <a:pt x="40" y="83"/>
                  </a:cubicBezTo>
                  <a:cubicBezTo>
                    <a:pt x="38" y="79"/>
                    <a:pt x="36" y="76"/>
                    <a:pt x="34" y="72"/>
                  </a:cubicBezTo>
                  <a:cubicBezTo>
                    <a:pt x="32" y="66"/>
                    <a:pt x="32" y="66"/>
                    <a:pt x="32" y="66"/>
                  </a:cubicBezTo>
                  <a:cubicBezTo>
                    <a:pt x="20" y="66"/>
                    <a:pt x="20" y="66"/>
                    <a:pt x="20" y="66"/>
                  </a:cubicBezTo>
                  <a:cubicBezTo>
                    <a:pt x="20" y="63"/>
                    <a:pt x="20" y="59"/>
                    <a:pt x="20" y="56"/>
                  </a:cubicBezTo>
                  <a:cubicBezTo>
                    <a:pt x="32" y="56"/>
                    <a:pt x="32" y="56"/>
                    <a:pt x="32" y="56"/>
                  </a:cubicBezTo>
                  <a:cubicBezTo>
                    <a:pt x="34" y="50"/>
                    <a:pt x="34" y="50"/>
                    <a:pt x="34" y="50"/>
                  </a:cubicBezTo>
                  <a:cubicBezTo>
                    <a:pt x="36" y="46"/>
                    <a:pt x="38" y="43"/>
                    <a:pt x="40" y="39"/>
                  </a:cubicBezTo>
                  <a:cubicBezTo>
                    <a:pt x="44" y="35"/>
                    <a:pt x="44" y="35"/>
                    <a:pt x="44" y="35"/>
                  </a:cubicBezTo>
                  <a:cubicBezTo>
                    <a:pt x="38" y="25"/>
                    <a:pt x="38" y="25"/>
                    <a:pt x="38" y="25"/>
                  </a:cubicBezTo>
                  <a:cubicBezTo>
                    <a:pt x="41" y="22"/>
                    <a:pt x="44" y="21"/>
                    <a:pt x="47" y="19"/>
                  </a:cubicBezTo>
                  <a:cubicBezTo>
                    <a:pt x="53" y="29"/>
                    <a:pt x="53" y="29"/>
                    <a:pt x="53" y="29"/>
                  </a:cubicBezTo>
                  <a:cubicBezTo>
                    <a:pt x="59" y="28"/>
                    <a:pt x="59" y="28"/>
                    <a:pt x="59" y="28"/>
                  </a:cubicBezTo>
                  <a:cubicBezTo>
                    <a:pt x="63" y="28"/>
                    <a:pt x="68" y="28"/>
                    <a:pt x="72" y="28"/>
                  </a:cubicBezTo>
                  <a:cubicBezTo>
                    <a:pt x="78" y="29"/>
                    <a:pt x="78" y="29"/>
                    <a:pt x="78" y="29"/>
                  </a:cubicBezTo>
                  <a:cubicBezTo>
                    <a:pt x="84" y="19"/>
                    <a:pt x="84" y="19"/>
                    <a:pt x="84" y="19"/>
                  </a:cubicBezTo>
                  <a:cubicBezTo>
                    <a:pt x="87" y="21"/>
                    <a:pt x="90" y="22"/>
                    <a:pt x="93" y="25"/>
                  </a:cubicBezTo>
                  <a:cubicBezTo>
                    <a:pt x="87" y="35"/>
                    <a:pt x="87" y="35"/>
                    <a:pt x="87" y="35"/>
                  </a:cubicBezTo>
                  <a:cubicBezTo>
                    <a:pt x="91" y="39"/>
                    <a:pt x="91" y="39"/>
                    <a:pt x="91" y="39"/>
                  </a:cubicBezTo>
                  <a:cubicBezTo>
                    <a:pt x="93" y="43"/>
                    <a:pt x="96" y="46"/>
                    <a:pt x="97" y="50"/>
                  </a:cubicBezTo>
                  <a:cubicBezTo>
                    <a:pt x="99" y="56"/>
                    <a:pt x="99" y="56"/>
                    <a:pt x="99" y="56"/>
                  </a:cubicBezTo>
                  <a:cubicBezTo>
                    <a:pt x="111" y="56"/>
                    <a:pt x="111" y="56"/>
                    <a:pt x="111" y="56"/>
                  </a:cubicBezTo>
                  <a:cubicBezTo>
                    <a:pt x="111" y="59"/>
                    <a:pt x="111" y="63"/>
                    <a:pt x="111" y="6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 name="Freeform 263">
              <a:extLst>
                <a:ext uri="{FF2B5EF4-FFF2-40B4-BE49-F238E27FC236}">
                  <a16:creationId xmlns:a16="http://schemas.microsoft.com/office/drawing/2014/main" id="{022BCEBD-B393-1389-D029-D6F82C220F31}"/>
                </a:ext>
              </a:extLst>
            </p:cNvPr>
            <p:cNvSpPr>
              <a:spLocks noEditPoints="1"/>
            </p:cNvSpPr>
            <p:nvPr/>
          </p:nvSpPr>
          <p:spPr bwMode="auto">
            <a:xfrm>
              <a:off x="3722649" y="3808000"/>
              <a:ext cx="26988" cy="26987"/>
            </a:xfrm>
            <a:custGeom>
              <a:avLst/>
              <a:gdLst>
                <a:gd name="T0" fmla="*/ 26 w 51"/>
                <a:gd name="T1" fmla="*/ 0 h 50"/>
                <a:gd name="T2" fmla="*/ 0 w 51"/>
                <a:gd name="T3" fmla="*/ 25 h 50"/>
                <a:gd name="T4" fmla="*/ 26 w 51"/>
                <a:gd name="T5" fmla="*/ 50 h 50"/>
                <a:gd name="T6" fmla="*/ 51 w 51"/>
                <a:gd name="T7" fmla="*/ 25 h 50"/>
                <a:gd name="T8" fmla="*/ 26 w 51"/>
                <a:gd name="T9" fmla="*/ 0 h 50"/>
                <a:gd name="T10" fmla="*/ 26 w 51"/>
                <a:gd name="T11" fmla="*/ 31 h 50"/>
                <a:gd name="T12" fmla="*/ 20 w 51"/>
                <a:gd name="T13" fmla="*/ 25 h 50"/>
                <a:gd name="T14" fmla="*/ 26 w 51"/>
                <a:gd name="T15" fmla="*/ 19 h 50"/>
                <a:gd name="T16" fmla="*/ 31 w 51"/>
                <a:gd name="T17" fmla="*/ 25 h 50"/>
                <a:gd name="T18" fmla="*/ 26 w 51"/>
                <a:gd name="T19" fmla="*/ 3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 h="50">
                  <a:moveTo>
                    <a:pt x="26" y="0"/>
                  </a:moveTo>
                  <a:cubicBezTo>
                    <a:pt x="12" y="0"/>
                    <a:pt x="0" y="11"/>
                    <a:pt x="0" y="25"/>
                  </a:cubicBezTo>
                  <a:cubicBezTo>
                    <a:pt x="0" y="39"/>
                    <a:pt x="12" y="50"/>
                    <a:pt x="26" y="50"/>
                  </a:cubicBezTo>
                  <a:cubicBezTo>
                    <a:pt x="40" y="50"/>
                    <a:pt x="51" y="39"/>
                    <a:pt x="51" y="25"/>
                  </a:cubicBezTo>
                  <a:cubicBezTo>
                    <a:pt x="51" y="11"/>
                    <a:pt x="40" y="0"/>
                    <a:pt x="26" y="0"/>
                  </a:cubicBezTo>
                  <a:close/>
                  <a:moveTo>
                    <a:pt x="26" y="31"/>
                  </a:moveTo>
                  <a:cubicBezTo>
                    <a:pt x="22" y="31"/>
                    <a:pt x="20" y="28"/>
                    <a:pt x="20" y="25"/>
                  </a:cubicBezTo>
                  <a:cubicBezTo>
                    <a:pt x="20" y="22"/>
                    <a:pt x="22" y="19"/>
                    <a:pt x="26" y="19"/>
                  </a:cubicBezTo>
                  <a:cubicBezTo>
                    <a:pt x="29" y="19"/>
                    <a:pt x="31" y="22"/>
                    <a:pt x="31" y="25"/>
                  </a:cubicBezTo>
                  <a:cubicBezTo>
                    <a:pt x="31" y="28"/>
                    <a:pt x="29" y="31"/>
                    <a:pt x="26" y="3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8" name="Freeform 264">
              <a:extLst>
                <a:ext uri="{FF2B5EF4-FFF2-40B4-BE49-F238E27FC236}">
                  <a16:creationId xmlns:a16="http://schemas.microsoft.com/office/drawing/2014/main" id="{07FB49B6-D002-3851-386C-D56DDCCC768B}"/>
                </a:ext>
              </a:extLst>
            </p:cNvPr>
            <p:cNvSpPr>
              <a:spLocks noEditPoints="1"/>
            </p:cNvSpPr>
            <p:nvPr/>
          </p:nvSpPr>
          <p:spPr bwMode="auto">
            <a:xfrm>
              <a:off x="3694079" y="3782606"/>
              <a:ext cx="80963" cy="77787"/>
            </a:xfrm>
            <a:custGeom>
              <a:avLst/>
              <a:gdLst>
                <a:gd name="T0" fmla="*/ 137 w 156"/>
                <a:gd name="T1" fmla="*/ 47 h 148"/>
                <a:gd name="T2" fmla="*/ 131 w 156"/>
                <a:gd name="T3" fmla="*/ 41 h 148"/>
                <a:gd name="T4" fmla="*/ 129 w 156"/>
                <a:gd name="T5" fmla="*/ 16 h 148"/>
                <a:gd name="T6" fmla="*/ 85 w 156"/>
                <a:gd name="T7" fmla="*/ 11 h 148"/>
                <a:gd name="T8" fmla="*/ 76 w 156"/>
                <a:gd name="T9" fmla="*/ 13 h 148"/>
                <a:gd name="T10" fmla="*/ 54 w 156"/>
                <a:gd name="T11" fmla="*/ 3 h 148"/>
                <a:gd name="T12" fmla="*/ 27 w 156"/>
                <a:gd name="T13" fmla="*/ 38 h 148"/>
                <a:gd name="T14" fmla="*/ 25 w 156"/>
                <a:gd name="T15" fmla="*/ 47 h 148"/>
                <a:gd name="T16" fmla="*/ 2 w 156"/>
                <a:gd name="T17" fmla="*/ 61 h 148"/>
                <a:gd name="T18" fmla="*/ 19 w 156"/>
                <a:gd name="T19" fmla="*/ 102 h 148"/>
                <a:gd name="T20" fmla="*/ 28 w 156"/>
                <a:gd name="T21" fmla="*/ 108 h 148"/>
                <a:gd name="T22" fmla="*/ 31 w 156"/>
                <a:gd name="T23" fmla="*/ 133 h 148"/>
                <a:gd name="T24" fmla="*/ 60 w 156"/>
                <a:gd name="T25" fmla="*/ 146 h 148"/>
                <a:gd name="T26" fmla="*/ 76 w 156"/>
                <a:gd name="T27" fmla="*/ 136 h 148"/>
                <a:gd name="T28" fmla="*/ 85 w 156"/>
                <a:gd name="T29" fmla="*/ 138 h 148"/>
                <a:gd name="T30" fmla="*/ 128 w 156"/>
                <a:gd name="T31" fmla="*/ 133 h 148"/>
                <a:gd name="T32" fmla="*/ 131 w 156"/>
                <a:gd name="T33" fmla="*/ 108 h 148"/>
                <a:gd name="T34" fmla="*/ 137 w 156"/>
                <a:gd name="T35" fmla="*/ 102 h 148"/>
                <a:gd name="T36" fmla="*/ 154 w 156"/>
                <a:gd name="T37" fmla="*/ 61 h 148"/>
                <a:gd name="T38" fmla="*/ 120 w 156"/>
                <a:gd name="T39" fmla="*/ 81 h 148"/>
                <a:gd name="T40" fmla="*/ 110 w 156"/>
                <a:gd name="T41" fmla="*/ 101 h 148"/>
                <a:gd name="T42" fmla="*/ 113 w 156"/>
                <a:gd name="T43" fmla="*/ 119 h 148"/>
                <a:gd name="T44" fmla="*/ 94 w 156"/>
                <a:gd name="T45" fmla="*/ 113 h 148"/>
                <a:gd name="T46" fmla="*/ 72 w 156"/>
                <a:gd name="T47" fmla="*/ 114 h 148"/>
                <a:gd name="T48" fmla="*/ 58 w 156"/>
                <a:gd name="T49" fmla="*/ 125 h 148"/>
                <a:gd name="T50" fmla="*/ 54 w 156"/>
                <a:gd name="T51" fmla="*/ 106 h 148"/>
                <a:gd name="T52" fmla="*/ 42 w 156"/>
                <a:gd name="T53" fmla="*/ 88 h 148"/>
                <a:gd name="T54" fmla="*/ 25 w 156"/>
                <a:gd name="T55" fmla="*/ 81 h 148"/>
                <a:gd name="T56" fmla="*/ 39 w 156"/>
                <a:gd name="T57" fmla="*/ 68 h 148"/>
                <a:gd name="T58" fmla="*/ 49 w 156"/>
                <a:gd name="T59" fmla="*/ 48 h 148"/>
                <a:gd name="T60" fmla="*/ 47 w 156"/>
                <a:gd name="T61" fmla="*/ 30 h 148"/>
                <a:gd name="T62" fmla="*/ 65 w 156"/>
                <a:gd name="T63" fmla="*/ 36 h 148"/>
                <a:gd name="T64" fmla="*/ 87 w 156"/>
                <a:gd name="T65" fmla="*/ 35 h 148"/>
                <a:gd name="T66" fmla="*/ 101 w 156"/>
                <a:gd name="T67" fmla="*/ 24 h 148"/>
                <a:gd name="T68" fmla="*/ 105 w 156"/>
                <a:gd name="T69" fmla="*/ 43 h 148"/>
                <a:gd name="T70" fmla="*/ 118 w 156"/>
                <a:gd name="T71" fmla="*/ 61 h 148"/>
                <a:gd name="T72" fmla="*/ 134 w 156"/>
                <a:gd name="T73" fmla="*/ 68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6" h="148">
                  <a:moveTo>
                    <a:pt x="154" y="61"/>
                  </a:moveTo>
                  <a:cubicBezTo>
                    <a:pt x="153" y="53"/>
                    <a:pt x="146" y="47"/>
                    <a:pt x="137" y="47"/>
                  </a:cubicBezTo>
                  <a:cubicBezTo>
                    <a:pt x="134" y="47"/>
                    <a:pt x="134" y="47"/>
                    <a:pt x="134" y="47"/>
                  </a:cubicBezTo>
                  <a:cubicBezTo>
                    <a:pt x="133" y="45"/>
                    <a:pt x="132" y="43"/>
                    <a:pt x="131" y="41"/>
                  </a:cubicBezTo>
                  <a:cubicBezTo>
                    <a:pt x="132" y="38"/>
                    <a:pt x="132" y="38"/>
                    <a:pt x="132" y="38"/>
                  </a:cubicBezTo>
                  <a:cubicBezTo>
                    <a:pt x="137" y="31"/>
                    <a:pt x="135" y="22"/>
                    <a:pt x="129" y="16"/>
                  </a:cubicBezTo>
                  <a:cubicBezTo>
                    <a:pt x="121" y="10"/>
                    <a:pt x="115" y="6"/>
                    <a:pt x="105" y="3"/>
                  </a:cubicBezTo>
                  <a:cubicBezTo>
                    <a:pt x="98" y="0"/>
                    <a:pt x="89" y="3"/>
                    <a:pt x="85" y="11"/>
                  </a:cubicBezTo>
                  <a:cubicBezTo>
                    <a:pt x="83" y="13"/>
                    <a:pt x="83" y="13"/>
                    <a:pt x="83" y="13"/>
                  </a:cubicBezTo>
                  <a:cubicBezTo>
                    <a:pt x="81" y="13"/>
                    <a:pt x="78" y="13"/>
                    <a:pt x="76" y="13"/>
                  </a:cubicBezTo>
                  <a:cubicBezTo>
                    <a:pt x="74" y="11"/>
                    <a:pt x="74" y="11"/>
                    <a:pt x="74" y="11"/>
                  </a:cubicBezTo>
                  <a:cubicBezTo>
                    <a:pt x="70" y="3"/>
                    <a:pt x="62" y="0"/>
                    <a:pt x="54" y="3"/>
                  </a:cubicBezTo>
                  <a:cubicBezTo>
                    <a:pt x="44" y="6"/>
                    <a:pt x="38" y="10"/>
                    <a:pt x="31" y="16"/>
                  </a:cubicBezTo>
                  <a:cubicBezTo>
                    <a:pt x="24" y="22"/>
                    <a:pt x="23" y="31"/>
                    <a:pt x="27" y="38"/>
                  </a:cubicBezTo>
                  <a:cubicBezTo>
                    <a:pt x="28" y="41"/>
                    <a:pt x="28" y="41"/>
                    <a:pt x="28" y="41"/>
                  </a:cubicBezTo>
                  <a:cubicBezTo>
                    <a:pt x="27" y="43"/>
                    <a:pt x="26" y="45"/>
                    <a:pt x="25" y="47"/>
                  </a:cubicBezTo>
                  <a:cubicBezTo>
                    <a:pt x="19" y="47"/>
                    <a:pt x="19" y="47"/>
                    <a:pt x="19" y="47"/>
                  </a:cubicBezTo>
                  <a:cubicBezTo>
                    <a:pt x="11" y="47"/>
                    <a:pt x="3" y="53"/>
                    <a:pt x="2" y="61"/>
                  </a:cubicBezTo>
                  <a:cubicBezTo>
                    <a:pt x="0" y="71"/>
                    <a:pt x="0" y="78"/>
                    <a:pt x="2" y="88"/>
                  </a:cubicBezTo>
                  <a:cubicBezTo>
                    <a:pt x="3" y="96"/>
                    <a:pt x="11" y="102"/>
                    <a:pt x="19" y="102"/>
                  </a:cubicBezTo>
                  <a:cubicBezTo>
                    <a:pt x="25" y="102"/>
                    <a:pt x="25" y="102"/>
                    <a:pt x="25" y="102"/>
                  </a:cubicBezTo>
                  <a:cubicBezTo>
                    <a:pt x="26" y="104"/>
                    <a:pt x="27" y="106"/>
                    <a:pt x="28" y="108"/>
                  </a:cubicBezTo>
                  <a:cubicBezTo>
                    <a:pt x="27" y="111"/>
                    <a:pt x="27" y="111"/>
                    <a:pt x="27" y="111"/>
                  </a:cubicBezTo>
                  <a:cubicBezTo>
                    <a:pt x="23" y="118"/>
                    <a:pt x="24" y="127"/>
                    <a:pt x="31" y="133"/>
                  </a:cubicBezTo>
                  <a:cubicBezTo>
                    <a:pt x="38" y="139"/>
                    <a:pt x="44" y="142"/>
                    <a:pt x="55" y="145"/>
                  </a:cubicBezTo>
                  <a:cubicBezTo>
                    <a:pt x="56" y="146"/>
                    <a:pt x="58" y="146"/>
                    <a:pt x="60" y="146"/>
                  </a:cubicBezTo>
                  <a:cubicBezTo>
                    <a:pt x="66" y="146"/>
                    <a:pt x="71" y="143"/>
                    <a:pt x="74" y="138"/>
                  </a:cubicBezTo>
                  <a:cubicBezTo>
                    <a:pt x="76" y="136"/>
                    <a:pt x="76" y="136"/>
                    <a:pt x="76" y="136"/>
                  </a:cubicBezTo>
                  <a:cubicBezTo>
                    <a:pt x="78" y="136"/>
                    <a:pt x="81" y="136"/>
                    <a:pt x="83" y="136"/>
                  </a:cubicBezTo>
                  <a:cubicBezTo>
                    <a:pt x="85" y="138"/>
                    <a:pt x="85" y="138"/>
                    <a:pt x="85" y="138"/>
                  </a:cubicBezTo>
                  <a:cubicBezTo>
                    <a:pt x="89" y="145"/>
                    <a:pt x="97" y="148"/>
                    <a:pt x="105" y="145"/>
                  </a:cubicBezTo>
                  <a:cubicBezTo>
                    <a:pt x="115" y="142"/>
                    <a:pt x="121" y="139"/>
                    <a:pt x="128" y="133"/>
                  </a:cubicBezTo>
                  <a:cubicBezTo>
                    <a:pt x="135" y="127"/>
                    <a:pt x="137" y="118"/>
                    <a:pt x="132" y="111"/>
                  </a:cubicBezTo>
                  <a:cubicBezTo>
                    <a:pt x="131" y="108"/>
                    <a:pt x="131" y="108"/>
                    <a:pt x="131" y="108"/>
                  </a:cubicBezTo>
                  <a:cubicBezTo>
                    <a:pt x="132" y="106"/>
                    <a:pt x="133" y="104"/>
                    <a:pt x="134" y="102"/>
                  </a:cubicBezTo>
                  <a:cubicBezTo>
                    <a:pt x="137" y="102"/>
                    <a:pt x="137" y="102"/>
                    <a:pt x="137" y="102"/>
                  </a:cubicBezTo>
                  <a:cubicBezTo>
                    <a:pt x="146" y="102"/>
                    <a:pt x="153" y="96"/>
                    <a:pt x="154" y="88"/>
                  </a:cubicBezTo>
                  <a:cubicBezTo>
                    <a:pt x="156" y="78"/>
                    <a:pt x="156" y="71"/>
                    <a:pt x="154" y="61"/>
                  </a:cubicBezTo>
                  <a:close/>
                  <a:moveTo>
                    <a:pt x="134" y="81"/>
                  </a:moveTo>
                  <a:cubicBezTo>
                    <a:pt x="120" y="81"/>
                    <a:pt x="120" y="81"/>
                    <a:pt x="120" y="81"/>
                  </a:cubicBezTo>
                  <a:cubicBezTo>
                    <a:pt x="118" y="88"/>
                    <a:pt x="118" y="88"/>
                    <a:pt x="118" y="88"/>
                  </a:cubicBezTo>
                  <a:cubicBezTo>
                    <a:pt x="116" y="92"/>
                    <a:pt x="114" y="97"/>
                    <a:pt x="110" y="101"/>
                  </a:cubicBezTo>
                  <a:cubicBezTo>
                    <a:pt x="105" y="106"/>
                    <a:pt x="105" y="106"/>
                    <a:pt x="105" y="106"/>
                  </a:cubicBezTo>
                  <a:cubicBezTo>
                    <a:pt x="113" y="119"/>
                    <a:pt x="113" y="119"/>
                    <a:pt x="113" y="119"/>
                  </a:cubicBezTo>
                  <a:cubicBezTo>
                    <a:pt x="109" y="121"/>
                    <a:pt x="105" y="123"/>
                    <a:pt x="101" y="125"/>
                  </a:cubicBezTo>
                  <a:cubicBezTo>
                    <a:pt x="94" y="113"/>
                    <a:pt x="94" y="113"/>
                    <a:pt x="94" y="113"/>
                  </a:cubicBezTo>
                  <a:cubicBezTo>
                    <a:pt x="87" y="114"/>
                    <a:pt x="87" y="114"/>
                    <a:pt x="87" y="114"/>
                  </a:cubicBezTo>
                  <a:cubicBezTo>
                    <a:pt x="82" y="115"/>
                    <a:pt x="77" y="115"/>
                    <a:pt x="72" y="114"/>
                  </a:cubicBezTo>
                  <a:cubicBezTo>
                    <a:pt x="65" y="113"/>
                    <a:pt x="65" y="113"/>
                    <a:pt x="65" y="113"/>
                  </a:cubicBezTo>
                  <a:cubicBezTo>
                    <a:pt x="58" y="125"/>
                    <a:pt x="58" y="125"/>
                    <a:pt x="58" y="125"/>
                  </a:cubicBezTo>
                  <a:cubicBezTo>
                    <a:pt x="54" y="123"/>
                    <a:pt x="50" y="121"/>
                    <a:pt x="47" y="119"/>
                  </a:cubicBezTo>
                  <a:cubicBezTo>
                    <a:pt x="54" y="106"/>
                    <a:pt x="54" y="106"/>
                    <a:pt x="54" y="106"/>
                  </a:cubicBezTo>
                  <a:cubicBezTo>
                    <a:pt x="49" y="101"/>
                    <a:pt x="49" y="101"/>
                    <a:pt x="49" y="101"/>
                  </a:cubicBezTo>
                  <a:cubicBezTo>
                    <a:pt x="46" y="97"/>
                    <a:pt x="43" y="92"/>
                    <a:pt x="42" y="88"/>
                  </a:cubicBezTo>
                  <a:cubicBezTo>
                    <a:pt x="39" y="81"/>
                    <a:pt x="39" y="81"/>
                    <a:pt x="39" y="81"/>
                  </a:cubicBezTo>
                  <a:cubicBezTo>
                    <a:pt x="25" y="81"/>
                    <a:pt x="25" y="81"/>
                    <a:pt x="25" y="81"/>
                  </a:cubicBezTo>
                  <a:cubicBezTo>
                    <a:pt x="24" y="77"/>
                    <a:pt x="24" y="72"/>
                    <a:pt x="25" y="68"/>
                  </a:cubicBezTo>
                  <a:cubicBezTo>
                    <a:pt x="39" y="68"/>
                    <a:pt x="39" y="68"/>
                    <a:pt x="39" y="68"/>
                  </a:cubicBezTo>
                  <a:cubicBezTo>
                    <a:pt x="42" y="61"/>
                    <a:pt x="42" y="61"/>
                    <a:pt x="42" y="61"/>
                  </a:cubicBezTo>
                  <a:cubicBezTo>
                    <a:pt x="43" y="56"/>
                    <a:pt x="46" y="52"/>
                    <a:pt x="49" y="48"/>
                  </a:cubicBezTo>
                  <a:cubicBezTo>
                    <a:pt x="54" y="43"/>
                    <a:pt x="54" y="43"/>
                    <a:pt x="54" y="43"/>
                  </a:cubicBezTo>
                  <a:cubicBezTo>
                    <a:pt x="47" y="30"/>
                    <a:pt x="47" y="30"/>
                    <a:pt x="47" y="30"/>
                  </a:cubicBezTo>
                  <a:cubicBezTo>
                    <a:pt x="50" y="28"/>
                    <a:pt x="54" y="25"/>
                    <a:pt x="58" y="24"/>
                  </a:cubicBezTo>
                  <a:cubicBezTo>
                    <a:pt x="65" y="36"/>
                    <a:pt x="65" y="36"/>
                    <a:pt x="65" y="36"/>
                  </a:cubicBezTo>
                  <a:cubicBezTo>
                    <a:pt x="72" y="35"/>
                    <a:pt x="72" y="35"/>
                    <a:pt x="72" y="35"/>
                  </a:cubicBezTo>
                  <a:cubicBezTo>
                    <a:pt x="77" y="34"/>
                    <a:pt x="82" y="34"/>
                    <a:pt x="87" y="35"/>
                  </a:cubicBezTo>
                  <a:cubicBezTo>
                    <a:pt x="94" y="36"/>
                    <a:pt x="94" y="36"/>
                    <a:pt x="94" y="36"/>
                  </a:cubicBezTo>
                  <a:cubicBezTo>
                    <a:pt x="101" y="24"/>
                    <a:pt x="101" y="24"/>
                    <a:pt x="101" y="24"/>
                  </a:cubicBezTo>
                  <a:cubicBezTo>
                    <a:pt x="105" y="26"/>
                    <a:pt x="109" y="28"/>
                    <a:pt x="112" y="30"/>
                  </a:cubicBezTo>
                  <a:cubicBezTo>
                    <a:pt x="105" y="43"/>
                    <a:pt x="105" y="43"/>
                    <a:pt x="105" y="43"/>
                  </a:cubicBezTo>
                  <a:cubicBezTo>
                    <a:pt x="110" y="48"/>
                    <a:pt x="110" y="48"/>
                    <a:pt x="110" y="48"/>
                  </a:cubicBezTo>
                  <a:cubicBezTo>
                    <a:pt x="113" y="52"/>
                    <a:pt x="116" y="56"/>
                    <a:pt x="118" y="61"/>
                  </a:cubicBezTo>
                  <a:cubicBezTo>
                    <a:pt x="120" y="68"/>
                    <a:pt x="120" y="68"/>
                    <a:pt x="120" y="68"/>
                  </a:cubicBezTo>
                  <a:cubicBezTo>
                    <a:pt x="134" y="68"/>
                    <a:pt x="134" y="68"/>
                    <a:pt x="134" y="68"/>
                  </a:cubicBezTo>
                  <a:cubicBezTo>
                    <a:pt x="135" y="72"/>
                    <a:pt x="135" y="77"/>
                    <a:pt x="134" y="8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71" name="Group 70">
            <a:extLst>
              <a:ext uri="{FF2B5EF4-FFF2-40B4-BE49-F238E27FC236}">
                <a16:creationId xmlns:a16="http://schemas.microsoft.com/office/drawing/2014/main" id="{446F994A-A0D9-B6A3-E715-881EFCA74B69}"/>
              </a:ext>
            </a:extLst>
          </p:cNvPr>
          <p:cNvGrpSpPr/>
          <p:nvPr/>
        </p:nvGrpSpPr>
        <p:grpSpPr>
          <a:xfrm>
            <a:off x="6156959" y="1584736"/>
            <a:ext cx="6183239" cy="4710415"/>
            <a:chOff x="6156959" y="1584736"/>
            <a:chExt cx="6183239" cy="4710415"/>
          </a:xfrm>
        </p:grpSpPr>
        <p:sp>
          <p:nvSpPr>
            <p:cNvPr id="7" name="Title 8">
              <a:extLst>
                <a:ext uri="{FF2B5EF4-FFF2-40B4-BE49-F238E27FC236}">
                  <a16:creationId xmlns:a16="http://schemas.microsoft.com/office/drawing/2014/main" id="{E0AC7E77-F31E-F9B9-AF5A-E51CE52E9D56}"/>
                </a:ext>
              </a:extLst>
            </p:cNvPr>
            <p:cNvSpPr txBox="1">
              <a:spLocks/>
            </p:cNvSpPr>
            <p:nvPr/>
          </p:nvSpPr>
          <p:spPr>
            <a:xfrm>
              <a:off x="7299338" y="1584736"/>
              <a:ext cx="5040860" cy="952758"/>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a:solidFill>
                    <a:srgbClr val="69CA00"/>
                  </a:solidFill>
                </a:rPr>
                <a:t>Change Leadership</a:t>
              </a:r>
            </a:p>
          </p:txBody>
        </p:sp>
        <p:sp>
          <p:nvSpPr>
            <p:cNvPr id="23" name="Text Placeholder 11">
              <a:extLst>
                <a:ext uri="{FF2B5EF4-FFF2-40B4-BE49-F238E27FC236}">
                  <a16:creationId xmlns:a16="http://schemas.microsoft.com/office/drawing/2014/main" id="{86AD2A2E-DCB1-402E-32F0-DA268A8D5832}"/>
                </a:ext>
              </a:extLst>
            </p:cNvPr>
            <p:cNvSpPr txBox="1">
              <a:spLocks/>
            </p:cNvSpPr>
            <p:nvPr/>
          </p:nvSpPr>
          <p:spPr>
            <a:xfrm>
              <a:off x="6600094" y="4578752"/>
              <a:ext cx="1469580" cy="233615"/>
            </a:xfrm>
            <a:prstGeom prst="rect">
              <a:avLst/>
            </a:prstGeom>
          </p:spPr>
          <p:txBody>
            <a:bodyPr vert="horz" lIns="0" tIns="0" rIns="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lang="en-US" sz="15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Shape Direction</a:t>
              </a:r>
            </a:p>
            <a:p>
              <a:endParaRPr lang="en-US"/>
            </a:p>
          </p:txBody>
        </p:sp>
        <p:sp>
          <p:nvSpPr>
            <p:cNvPr id="24" name="Text Placeholder 11">
              <a:extLst>
                <a:ext uri="{FF2B5EF4-FFF2-40B4-BE49-F238E27FC236}">
                  <a16:creationId xmlns:a16="http://schemas.microsoft.com/office/drawing/2014/main" id="{6A1E0308-C036-BE0E-475B-C3DCF0C41679}"/>
                </a:ext>
              </a:extLst>
            </p:cNvPr>
            <p:cNvSpPr txBox="1">
              <a:spLocks/>
            </p:cNvSpPr>
            <p:nvPr/>
          </p:nvSpPr>
          <p:spPr>
            <a:xfrm>
              <a:off x="8447084" y="4578752"/>
              <a:ext cx="1469580" cy="233615"/>
            </a:xfrm>
            <a:prstGeom prst="rect">
              <a:avLst/>
            </a:prstGeom>
          </p:spPr>
          <p:txBody>
            <a:bodyPr vert="horz" lIns="0" tIns="0" rIns="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lang="en-US" sz="15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Align Mindsets</a:t>
              </a:r>
            </a:p>
          </p:txBody>
        </p:sp>
        <p:sp>
          <p:nvSpPr>
            <p:cNvPr id="25" name="Text Placeholder 11">
              <a:extLst>
                <a:ext uri="{FF2B5EF4-FFF2-40B4-BE49-F238E27FC236}">
                  <a16:creationId xmlns:a16="http://schemas.microsoft.com/office/drawing/2014/main" id="{96440CA7-24C8-7BDC-B1B0-5FAF7630FD9F}"/>
                </a:ext>
              </a:extLst>
            </p:cNvPr>
            <p:cNvSpPr txBox="1">
              <a:spLocks/>
            </p:cNvSpPr>
            <p:nvPr/>
          </p:nvSpPr>
          <p:spPr>
            <a:xfrm>
              <a:off x="10204422" y="4584848"/>
              <a:ext cx="1469580" cy="236036"/>
            </a:xfrm>
            <a:prstGeom prst="rect">
              <a:avLst/>
            </a:prstGeom>
          </p:spPr>
          <p:txBody>
            <a:bodyPr vert="horz" lIns="0" tIns="0" rIns="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lang="en-US" sz="15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Enable Velocity</a:t>
              </a:r>
            </a:p>
          </p:txBody>
        </p:sp>
        <p:grpSp>
          <p:nvGrpSpPr>
            <p:cNvPr id="26" name="Graphic 593">
              <a:extLst>
                <a:ext uri="{FF2B5EF4-FFF2-40B4-BE49-F238E27FC236}">
                  <a16:creationId xmlns:a16="http://schemas.microsoft.com/office/drawing/2014/main" id="{66EAD690-B3E4-9E7F-369A-C62C886AF3B0}"/>
                </a:ext>
              </a:extLst>
            </p:cNvPr>
            <p:cNvGrpSpPr/>
            <p:nvPr/>
          </p:nvGrpSpPr>
          <p:grpSpPr>
            <a:xfrm>
              <a:off x="6926952" y="3632084"/>
              <a:ext cx="765677" cy="803230"/>
              <a:chOff x="5127307" y="2024062"/>
              <a:chExt cx="1906904" cy="2246947"/>
            </a:xfrm>
            <a:solidFill>
              <a:schemeClr val="tx1"/>
            </a:solidFill>
          </p:grpSpPr>
          <p:sp>
            <p:nvSpPr>
              <p:cNvPr id="27" name="Freeform 624">
                <a:extLst>
                  <a:ext uri="{FF2B5EF4-FFF2-40B4-BE49-F238E27FC236}">
                    <a16:creationId xmlns:a16="http://schemas.microsoft.com/office/drawing/2014/main" id="{01A19FD9-5F90-AF94-BBD7-9C518055B1B5}"/>
                  </a:ext>
                </a:extLst>
              </p:cNvPr>
              <p:cNvSpPr/>
              <p:nvPr/>
            </p:nvSpPr>
            <p:spPr>
              <a:xfrm>
                <a:off x="5868352" y="2024062"/>
                <a:ext cx="420052" cy="919162"/>
              </a:xfrm>
              <a:custGeom>
                <a:avLst/>
                <a:gdLst>
                  <a:gd name="connsiteX0" fmla="*/ 163830 w 420052"/>
                  <a:gd name="connsiteY0" fmla="*/ 188595 h 919162"/>
                  <a:gd name="connsiteX1" fmla="*/ 163830 w 420052"/>
                  <a:gd name="connsiteY1" fmla="*/ 919163 h 919162"/>
                  <a:gd name="connsiteX2" fmla="*/ 261938 w 420052"/>
                  <a:gd name="connsiteY2" fmla="*/ 919163 h 919162"/>
                  <a:gd name="connsiteX3" fmla="*/ 261938 w 420052"/>
                  <a:gd name="connsiteY3" fmla="*/ 188595 h 919162"/>
                  <a:gd name="connsiteX4" fmla="*/ 350520 w 420052"/>
                  <a:gd name="connsiteY4" fmla="*/ 277178 h 919162"/>
                  <a:gd name="connsiteX5" fmla="*/ 420053 w 420052"/>
                  <a:gd name="connsiteY5" fmla="*/ 206692 h 919162"/>
                  <a:gd name="connsiteX6" fmla="*/ 212407 w 420052"/>
                  <a:gd name="connsiteY6" fmla="*/ 0 h 919162"/>
                  <a:gd name="connsiteX7" fmla="*/ 0 w 420052"/>
                  <a:gd name="connsiteY7" fmla="*/ 212408 h 919162"/>
                  <a:gd name="connsiteX8" fmla="*/ 70485 w 420052"/>
                  <a:gd name="connsiteY8" fmla="*/ 281940 h 919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0052" h="919162">
                    <a:moveTo>
                      <a:pt x="163830" y="188595"/>
                    </a:moveTo>
                    <a:lnTo>
                      <a:pt x="163830" y="919163"/>
                    </a:lnTo>
                    <a:lnTo>
                      <a:pt x="261938" y="919163"/>
                    </a:lnTo>
                    <a:lnTo>
                      <a:pt x="261938" y="188595"/>
                    </a:lnTo>
                    <a:lnTo>
                      <a:pt x="350520" y="277178"/>
                    </a:lnTo>
                    <a:lnTo>
                      <a:pt x="420053" y="206692"/>
                    </a:lnTo>
                    <a:lnTo>
                      <a:pt x="212407" y="0"/>
                    </a:lnTo>
                    <a:lnTo>
                      <a:pt x="0" y="212408"/>
                    </a:lnTo>
                    <a:lnTo>
                      <a:pt x="70485" y="281940"/>
                    </a:lnTo>
                    <a:close/>
                  </a:path>
                </a:pathLst>
              </a:custGeom>
              <a:grpFill/>
              <a:ln w="9525" cap="flat">
                <a:noFill/>
                <a:prstDash val="solid"/>
                <a:miter/>
              </a:ln>
            </p:spPr>
            <p:txBody>
              <a:bodyPr rtlCol="0" anchor="ctr"/>
              <a:lstStyle/>
              <a:p>
                <a:endParaRPr lang="en-US"/>
              </a:p>
            </p:txBody>
          </p:sp>
          <p:sp>
            <p:nvSpPr>
              <p:cNvPr id="28" name="Freeform 625">
                <a:extLst>
                  <a:ext uri="{FF2B5EF4-FFF2-40B4-BE49-F238E27FC236}">
                    <a16:creationId xmlns:a16="http://schemas.microsoft.com/office/drawing/2014/main" id="{D58AD1F9-F25A-DED0-CBE5-13966CB9E61D}"/>
                  </a:ext>
                </a:extLst>
              </p:cNvPr>
              <p:cNvSpPr/>
              <p:nvPr/>
            </p:nvSpPr>
            <p:spPr>
              <a:xfrm>
                <a:off x="6265544" y="2336482"/>
                <a:ext cx="527685" cy="632459"/>
              </a:xfrm>
              <a:custGeom>
                <a:avLst/>
                <a:gdLst>
                  <a:gd name="connsiteX0" fmla="*/ 196215 w 527685"/>
                  <a:gd name="connsiteY0" fmla="*/ 444817 h 632459"/>
                  <a:gd name="connsiteX1" fmla="*/ 428625 w 527685"/>
                  <a:gd name="connsiteY1" fmla="*/ 530543 h 632459"/>
                  <a:gd name="connsiteX2" fmla="*/ 428625 w 527685"/>
                  <a:gd name="connsiteY2" fmla="*/ 632460 h 632459"/>
                  <a:gd name="connsiteX3" fmla="*/ 527685 w 527685"/>
                  <a:gd name="connsiteY3" fmla="*/ 632460 h 632459"/>
                  <a:gd name="connsiteX4" fmla="*/ 527685 w 527685"/>
                  <a:gd name="connsiteY4" fmla="*/ 496252 h 632459"/>
                  <a:gd name="connsiteX5" fmla="*/ 495300 w 527685"/>
                  <a:gd name="connsiteY5" fmla="*/ 449580 h 632459"/>
                  <a:gd name="connsiteX6" fmla="*/ 262890 w 527685"/>
                  <a:gd name="connsiteY6" fmla="*/ 363855 h 632459"/>
                  <a:gd name="connsiteX7" fmla="*/ 262890 w 527685"/>
                  <a:gd name="connsiteY7" fmla="*/ 189547 h 632459"/>
                  <a:gd name="connsiteX8" fmla="*/ 350520 w 527685"/>
                  <a:gd name="connsiteY8" fmla="*/ 277177 h 632459"/>
                  <a:gd name="connsiteX9" fmla="*/ 420053 w 527685"/>
                  <a:gd name="connsiteY9" fmla="*/ 207645 h 632459"/>
                  <a:gd name="connsiteX10" fmla="*/ 212408 w 527685"/>
                  <a:gd name="connsiteY10" fmla="*/ 0 h 632459"/>
                  <a:gd name="connsiteX11" fmla="*/ 0 w 527685"/>
                  <a:gd name="connsiteY11" fmla="*/ 212408 h 632459"/>
                  <a:gd name="connsiteX12" fmla="*/ 69533 w 527685"/>
                  <a:gd name="connsiteY12" fmla="*/ 281940 h 632459"/>
                  <a:gd name="connsiteX13" fmla="*/ 162878 w 527685"/>
                  <a:gd name="connsiteY13" fmla="*/ 188595 h 632459"/>
                  <a:gd name="connsiteX14" fmla="*/ 162878 w 527685"/>
                  <a:gd name="connsiteY14" fmla="*/ 397192 h 632459"/>
                  <a:gd name="connsiteX15" fmla="*/ 196215 w 527685"/>
                  <a:gd name="connsiteY15" fmla="*/ 444817 h 632459"/>
                  <a:gd name="connsiteX16" fmla="*/ 196215 w 527685"/>
                  <a:gd name="connsiteY16" fmla="*/ 444817 h 632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27685" h="632459">
                    <a:moveTo>
                      <a:pt x="196215" y="444817"/>
                    </a:moveTo>
                    <a:lnTo>
                      <a:pt x="428625" y="530543"/>
                    </a:lnTo>
                    <a:lnTo>
                      <a:pt x="428625" y="632460"/>
                    </a:lnTo>
                    <a:lnTo>
                      <a:pt x="527685" y="632460"/>
                    </a:lnTo>
                    <a:lnTo>
                      <a:pt x="527685" y="496252"/>
                    </a:lnTo>
                    <a:cubicBezTo>
                      <a:pt x="527685" y="475297"/>
                      <a:pt x="514350" y="457200"/>
                      <a:pt x="495300" y="449580"/>
                    </a:cubicBezTo>
                    <a:lnTo>
                      <a:pt x="262890" y="363855"/>
                    </a:lnTo>
                    <a:lnTo>
                      <a:pt x="262890" y="189547"/>
                    </a:lnTo>
                    <a:lnTo>
                      <a:pt x="350520" y="277177"/>
                    </a:lnTo>
                    <a:lnTo>
                      <a:pt x="420053" y="207645"/>
                    </a:lnTo>
                    <a:lnTo>
                      <a:pt x="212408" y="0"/>
                    </a:lnTo>
                    <a:lnTo>
                      <a:pt x="0" y="212408"/>
                    </a:lnTo>
                    <a:lnTo>
                      <a:pt x="69533" y="281940"/>
                    </a:lnTo>
                    <a:lnTo>
                      <a:pt x="162878" y="188595"/>
                    </a:lnTo>
                    <a:lnTo>
                      <a:pt x="162878" y="397192"/>
                    </a:lnTo>
                    <a:cubicBezTo>
                      <a:pt x="163830" y="419100"/>
                      <a:pt x="177165" y="437197"/>
                      <a:pt x="196215" y="444817"/>
                    </a:cubicBezTo>
                    <a:lnTo>
                      <a:pt x="196215" y="444817"/>
                    </a:lnTo>
                    <a:close/>
                  </a:path>
                </a:pathLst>
              </a:custGeom>
              <a:grpFill/>
              <a:ln w="9525" cap="flat">
                <a:noFill/>
                <a:prstDash val="solid"/>
                <a:miter/>
              </a:ln>
            </p:spPr>
            <p:txBody>
              <a:bodyPr rtlCol="0" anchor="ctr"/>
              <a:lstStyle/>
              <a:p>
                <a:endParaRPr lang="en-US"/>
              </a:p>
            </p:txBody>
          </p:sp>
          <p:sp>
            <p:nvSpPr>
              <p:cNvPr id="29" name="Freeform 626">
                <a:extLst>
                  <a:ext uri="{FF2B5EF4-FFF2-40B4-BE49-F238E27FC236}">
                    <a16:creationId xmlns:a16="http://schemas.microsoft.com/office/drawing/2014/main" id="{74654AC3-5155-B398-7127-476CE8079D22}"/>
                  </a:ext>
                </a:extLst>
              </p:cNvPr>
              <p:cNvSpPr/>
              <p:nvPr/>
            </p:nvSpPr>
            <p:spPr>
              <a:xfrm>
                <a:off x="5372100" y="2337434"/>
                <a:ext cx="527684" cy="632460"/>
              </a:xfrm>
              <a:custGeom>
                <a:avLst/>
                <a:gdLst>
                  <a:gd name="connsiteX0" fmla="*/ 458153 w 527684"/>
                  <a:gd name="connsiteY0" fmla="*/ 281940 h 632460"/>
                  <a:gd name="connsiteX1" fmla="*/ 527685 w 527684"/>
                  <a:gd name="connsiteY1" fmla="*/ 212408 h 632460"/>
                  <a:gd name="connsiteX2" fmla="*/ 315278 w 527684"/>
                  <a:gd name="connsiteY2" fmla="*/ 0 h 632460"/>
                  <a:gd name="connsiteX3" fmla="*/ 107633 w 527684"/>
                  <a:gd name="connsiteY3" fmla="*/ 207645 h 632460"/>
                  <a:gd name="connsiteX4" fmla="*/ 177165 w 527684"/>
                  <a:gd name="connsiteY4" fmla="*/ 277178 h 632460"/>
                  <a:gd name="connsiteX5" fmla="*/ 264795 w 527684"/>
                  <a:gd name="connsiteY5" fmla="*/ 189548 h 632460"/>
                  <a:gd name="connsiteX6" fmla="*/ 264795 w 527684"/>
                  <a:gd name="connsiteY6" fmla="*/ 363855 h 632460"/>
                  <a:gd name="connsiteX7" fmla="*/ 32385 w 527684"/>
                  <a:gd name="connsiteY7" fmla="*/ 449580 h 632460"/>
                  <a:gd name="connsiteX8" fmla="*/ 0 w 527684"/>
                  <a:gd name="connsiteY8" fmla="*/ 496253 h 632460"/>
                  <a:gd name="connsiteX9" fmla="*/ 0 w 527684"/>
                  <a:gd name="connsiteY9" fmla="*/ 632460 h 632460"/>
                  <a:gd name="connsiteX10" fmla="*/ 99060 w 527684"/>
                  <a:gd name="connsiteY10" fmla="*/ 632460 h 632460"/>
                  <a:gd name="connsiteX11" fmla="*/ 99060 w 527684"/>
                  <a:gd name="connsiteY11" fmla="*/ 529590 h 632460"/>
                  <a:gd name="connsiteX12" fmla="*/ 331470 w 527684"/>
                  <a:gd name="connsiteY12" fmla="*/ 443865 h 632460"/>
                  <a:gd name="connsiteX13" fmla="*/ 363855 w 527684"/>
                  <a:gd name="connsiteY13" fmla="*/ 397193 h 632460"/>
                  <a:gd name="connsiteX14" fmla="*/ 363855 w 527684"/>
                  <a:gd name="connsiteY14" fmla="*/ 188595 h 632460"/>
                  <a:gd name="connsiteX15" fmla="*/ 458153 w 527684"/>
                  <a:gd name="connsiteY15" fmla="*/ 281940 h 632460"/>
                  <a:gd name="connsiteX16" fmla="*/ 458153 w 527684"/>
                  <a:gd name="connsiteY16" fmla="*/ 281940 h 6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27684" h="632460">
                    <a:moveTo>
                      <a:pt x="458153" y="281940"/>
                    </a:moveTo>
                    <a:lnTo>
                      <a:pt x="527685" y="212408"/>
                    </a:lnTo>
                    <a:lnTo>
                      <a:pt x="315278" y="0"/>
                    </a:lnTo>
                    <a:lnTo>
                      <a:pt x="107633" y="207645"/>
                    </a:lnTo>
                    <a:lnTo>
                      <a:pt x="177165" y="277178"/>
                    </a:lnTo>
                    <a:lnTo>
                      <a:pt x="264795" y="189548"/>
                    </a:lnTo>
                    <a:lnTo>
                      <a:pt x="264795" y="363855"/>
                    </a:lnTo>
                    <a:lnTo>
                      <a:pt x="32385" y="449580"/>
                    </a:lnTo>
                    <a:cubicBezTo>
                      <a:pt x="13335" y="457200"/>
                      <a:pt x="0" y="475298"/>
                      <a:pt x="0" y="496253"/>
                    </a:cubicBezTo>
                    <a:lnTo>
                      <a:pt x="0" y="632460"/>
                    </a:lnTo>
                    <a:lnTo>
                      <a:pt x="99060" y="632460"/>
                    </a:lnTo>
                    <a:lnTo>
                      <a:pt x="99060" y="529590"/>
                    </a:lnTo>
                    <a:lnTo>
                      <a:pt x="331470" y="443865"/>
                    </a:lnTo>
                    <a:cubicBezTo>
                      <a:pt x="350520" y="436245"/>
                      <a:pt x="363855" y="418148"/>
                      <a:pt x="363855" y="397193"/>
                    </a:cubicBezTo>
                    <a:lnTo>
                      <a:pt x="363855" y="188595"/>
                    </a:lnTo>
                    <a:lnTo>
                      <a:pt x="458153" y="281940"/>
                    </a:lnTo>
                    <a:lnTo>
                      <a:pt x="458153" y="281940"/>
                    </a:lnTo>
                    <a:close/>
                  </a:path>
                </a:pathLst>
              </a:custGeom>
              <a:grpFill/>
              <a:ln w="9525" cap="flat">
                <a:noFill/>
                <a:prstDash val="solid"/>
                <a:miter/>
              </a:ln>
            </p:spPr>
            <p:txBody>
              <a:bodyPr rtlCol="0" anchor="ctr"/>
              <a:lstStyle/>
              <a:p>
                <a:endParaRPr lang="en-US"/>
              </a:p>
            </p:txBody>
          </p:sp>
          <p:sp>
            <p:nvSpPr>
              <p:cNvPr id="30" name="Freeform 627">
                <a:extLst>
                  <a:ext uri="{FF2B5EF4-FFF2-40B4-BE49-F238E27FC236}">
                    <a16:creationId xmlns:a16="http://schemas.microsoft.com/office/drawing/2014/main" id="{43FC1DE6-B21F-0D22-0777-6E0A5F5A49C8}"/>
                  </a:ext>
                </a:extLst>
              </p:cNvPr>
              <p:cNvSpPr/>
              <p:nvPr/>
            </p:nvSpPr>
            <p:spPr>
              <a:xfrm>
                <a:off x="5127307" y="3010852"/>
                <a:ext cx="592454" cy="1260157"/>
              </a:xfrm>
              <a:custGeom>
                <a:avLst/>
                <a:gdLst>
                  <a:gd name="connsiteX0" fmla="*/ 440055 w 592454"/>
                  <a:gd name="connsiteY0" fmla="*/ 435292 h 1260157"/>
                  <a:gd name="connsiteX1" fmla="*/ 383858 w 592454"/>
                  <a:gd name="connsiteY1" fmla="*/ 435292 h 1260157"/>
                  <a:gd name="connsiteX2" fmla="*/ 522922 w 592454"/>
                  <a:gd name="connsiteY2" fmla="*/ 226695 h 1260157"/>
                  <a:gd name="connsiteX3" fmla="*/ 296227 w 592454"/>
                  <a:gd name="connsiteY3" fmla="*/ 0 h 1260157"/>
                  <a:gd name="connsiteX4" fmla="*/ 69533 w 592454"/>
                  <a:gd name="connsiteY4" fmla="*/ 226695 h 1260157"/>
                  <a:gd name="connsiteX5" fmla="*/ 208597 w 592454"/>
                  <a:gd name="connsiteY5" fmla="*/ 435292 h 1260157"/>
                  <a:gd name="connsiteX6" fmla="*/ 152400 w 592454"/>
                  <a:gd name="connsiteY6" fmla="*/ 435292 h 1260157"/>
                  <a:gd name="connsiteX7" fmla="*/ 0 w 592454"/>
                  <a:gd name="connsiteY7" fmla="*/ 587692 h 1260157"/>
                  <a:gd name="connsiteX8" fmla="*/ 0 w 592454"/>
                  <a:gd name="connsiteY8" fmla="*/ 901065 h 1260157"/>
                  <a:gd name="connsiteX9" fmla="*/ 100965 w 592454"/>
                  <a:gd name="connsiteY9" fmla="*/ 1043940 h 1260157"/>
                  <a:gd name="connsiteX10" fmla="*/ 100965 w 592454"/>
                  <a:gd name="connsiteY10" fmla="*/ 1260157 h 1260157"/>
                  <a:gd name="connsiteX11" fmla="*/ 200025 w 592454"/>
                  <a:gd name="connsiteY11" fmla="*/ 1260157 h 1260157"/>
                  <a:gd name="connsiteX12" fmla="*/ 200025 w 592454"/>
                  <a:gd name="connsiteY12" fmla="*/ 684847 h 1260157"/>
                  <a:gd name="connsiteX13" fmla="*/ 101917 w 592454"/>
                  <a:gd name="connsiteY13" fmla="*/ 684847 h 1260157"/>
                  <a:gd name="connsiteX14" fmla="*/ 101917 w 592454"/>
                  <a:gd name="connsiteY14" fmla="*/ 915353 h 1260157"/>
                  <a:gd name="connsiteX15" fmla="*/ 100013 w 592454"/>
                  <a:gd name="connsiteY15" fmla="*/ 901065 h 1260157"/>
                  <a:gd name="connsiteX16" fmla="*/ 100013 w 592454"/>
                  <a:gd name="connsiteY16" fmla="*/ 587692 h 1260157"/>
                  <a:gd name="connsiteX17" fmla="*/ 153352 w 592454"/>
                  <a:gd name="connsiteY17" fmla="*/ 534353 h 1260157"/>
                  <a:gd name="connsiteX18" fmla="*/ 440055 w 592454"/>
                  <a:gd name="connsiteY18" fmla="*/ 534353 h 1260157"/>
                  <a:gd name="connsiteX19" fmla="*/ 493395 w 592454"/>
                  <a:gd name="connsiteY19" fmla="*/ 587692 h 1260157"/>
                  <a:gd name="connsiteX20" fmla="*/ 493395 w 592454"/>
                  <a:gd name="connsiteY20" fmla="*/ 901065 h 1260157"/>
                  <a:gd name="connsiteX21" fmla="*/ 491490 w 592454"/>
                  <a:gd name="connsiteY21" fmla="*/ 914400 h 1260157"/>
                  <a:gd name="connsiteX22" fmla="*/ 491490 w 592454"/>
                  <a:gd name="connsiteY22" fmla="*/ 685800 h 1260157"/>
                  <a:gd name="connsiteX23" fmla="*/ 392430 w 592454"/>
                  <a:gd name="connsiteY23" fmla="*/ 685800 h 1260157"/>
                  <a:gd name="connsiteX24" fmla="*/ 392430 w 592454"/>
                  <a:gd name="connsiteY24" fmla="*/ 1260157 h 1260157"/>
                  <a:gd name="connsiteX25" fmla="*/ 491490 w 592454"/>
                  <a:gd name="connsiteY25" fmla="*/ 1260157 h 1260157"/>
                  <a:gd name="connsiteX26" fmla="*/ 491490 w 592454"/>
                  <a:gd name="connsiteY26" fmla="*/ 1043940 h 1260157"/>
                  <a:gd name="connsiteX27" fmla="*/ 592455 w 592454"/>
                  <a:gd name="connsiteY27" fmla="*/ 901065 h 1260157"/>
                  <a:gd name="connsiteX28" fmla="*/ 592455 w 592454"/>
                  <a:gd name="connsiteY28" fmla="*/ 587692 h 1260157"/>
                  <a:gd name="connsiteX29" fmla="*/ 440055 w 592454"/>
                  <a:gd name="connsiteY29" fmla="*/ 435292 h 1260157"/>
                  <a:gd name="connsiteX30" fmla="*/ 440055 w 592454"/>
                  <a:gd name="connsiteY30" fmla="*/ 435292 h 1260157"/>
                  <a:gd name="connsiteX31" fmla="*/ 423863 w 592454"/>
                  <a:gd name="connsiteY31" fmla="*/ 226695 h 1260157"/>
                  <a:gd name="connsiteX32" fmla="*/ 296227 w 592454"/>
                  <a:gd name="connsiteY32" fmla="*/ 354330 h 1260157"/>
                  <a:gd name="connsiteX33" fmla="*/ 168592 w 592454"/>
                  <a:gd name="connsiteY33" fmla="*/ 226695 h 1260157"/>
                  <a:gd name="connsiteX34" fmla="*/ 296227 w 592454"/>
                  <a:gd name="connsiteY34" fmla="*/ 99060 h 1260157"/>
                  <a:gd name="connsiteX35" fmla="*/ 423863 w 592454"/>
                  <a:gd name="connsiteY35" fmla="*/ 226695 h 126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2454" h="1260157">
                    <a:moveTo>
                      <a:pt x="440055" y="435292"/>
                    </a:moveTo>
                    <a:lnTo>
                      <a:pt x="383858" y="435292"/>
                    </a:lnTo>
                    <a:cubicBezTo>
                      <a:pt x="465772" y="401002"/>
                      <a:pt x="522922" y="320040"/>
                      <a:pt x="522922" y="226695"/>
                    </a:cubicBezTo>
                    <a:cubicBezTo>
                      <a:pt x="522922" y="101917"/>
                      <a:pt x="421005" y="0"/>
                      <a:pt x="296227" y="0"/>
                    </a:cubicBezTo>
                    <a:cubicBezTo>
                      <a:pt x="171450" y="0"/>
                      <a:pt x="69533" y="101917"/>
                      <a:pt x="69533" y="226695"/>
                    </a:cubicBezTo>
                    <a:cubicBezTo>
                      <a:pt x="69533" y="320040"/>
                      <a:pt x="126683" y="401002"/>
                      <a:pt x="208597" y="435292"/>
                    </a:cubicBezTo>
                    <a:lnTo>
                      <a:pt x="152400" y="435292"/>
                    </a:lnTo>
                    <a:cubicBezTo>
                      <a:pt x="68580" y="435292"/>
                      <a:pt x="0" y="503872"/>
                      <a:pt x="0" y="587692"/>
                    </a:cubicBezTo>
                    <a:lnTo>
                      <a:pt x="0" y="901065"/>
                    </a:lnTo>
                    <a:cubicBezTo>
                      <a:pt x="0" y="966788"/>
                      <a:pt x="41910" y="1022985"/>
                      <a:pt x="100965" y="1043940"/>
                    </a:cubicBezTo>
                    <a:lnTo>
                      <a:pt x="100965" y="1260157"/>
                    </a:lnTo>
                    <a:lnTo>
                      <a:pt x="200025" y="1260157"/>
                    </a:lnTo>
                    <a:lnTo>
                      <a:pt x="200025" y="684847"/>
                    </a:lnTo>
                    <a:lnTo>
                      <a:pt x="101917" y="684847"/>
                    </a:lnTo>
                    <a:lnTo>
                      <a:pt x="101917" y="915353"/>
                    </a:lnTo>
                    <a:cubicBezTo>
                      <a:pt x="100965" y="910590"/>
                      <a:pt x="100013" y="905828"/>
                      <a:pt x="100013" y="901065"/>
                    </a:cubicBezTo>
                    <a:lnTo>
                      <a:pt x="100013" y="587692"/>
                    </a:lnTo>
                    <a:cubicBezTo>
                      <a:pt x="100013" y="558165"/>
                      <a:pt x="123825" y="534353"/>
                      <a:pt x="153352" y="534353"/>
                    </a:cubicBezTo>
                    <a:lnTo>
                      <a:pt x="440055" y="534353"/>
                    </a:lnTo>
                    <a:cubicBezTo>
                      <a:pt x="469583" y="534353"/>
                      <a:pt x="493395" y="558165"/>
                      <a:pt x="493395" y="587692"/>
                    </a:cubicBezTo>
                    <a:lnTo>
                      <a:pt x="493395" y="901065"/>
                    </a:lnTo>
                    <a:cubicBezTo>
                      <a:pt x="493395" y="905828"/>
                      <a:pt x="492442" y="909638"/>
                      <a:pt x="491490" y="914400"/>
                    </a:cubicBezTo>
                    <a:lnTo>
                      <a:pt x="491490" y="685800"/>
                    </a:lnTo>
                    <a:lnTo>
                      <a:pt x="392430" y="685800"/>
                    </a:lnTo>
                    <a:lnTo>
                      <a:pt x="392430" y="1260157"/>
                    </a:lnTo>
                    <a:lnTo>
                      <a:pt x="491490" y="1260157"/>
                    </a:lnTo>
                    <a:lnTo>
                      <a:pt x="491490" y="1043940"/>
                    </a:lnTo>
                    <a:cubicBezTo>
                      <a:pt x="549593" y="1022985"/>
                      <a:pt x="592455" y="966788"/>
                      <a:pt x="592455" y="901065"/>
                    </a:cubicBezTo>
                    <a:lnTo>
                      <a:pt x="592455" y="587692"/>
                    </a:lnTo>
                    <a:cubicBezTo>
                      <a:pt x="592455" y="503872"/>
                      <a:pt x="523875" y="435292"/>
                      <a:pt x="440055" y="435292"/>
                    </a:cubicBezTo>
                    <a:lnTo>
                      <a:pt x="440055" y="435292"/>
                    </a:lnTo>
                    <a:close/>
                    <a:moveTo>
                      <a:pt x="423863" y="226695"/>
                    </a:moveTo>
                    <a:cubicBezTo>
                      <a:pt x="423863" y="297180"/>
                      <a:pt x="366713" y="354330"/>
                      <a:pt x="296227" y="354330"/>
                    </a:cubicBezTo>
                    <a:cubicBezTo>
                      <a:pt x="225742" y="354330"/>
                      <a:pt x="168592" y="297180"/>
                      <a:pt x="168592" y="226695"/>
                    </a:cubicBezTo>
                    <a:cubicBezTo>
                      <a:pt x="168592" y="156210"/>
                      <a:pt x="225742" y="99060"/>
                      <a:pt x="296227" y="99060"/>
                    </a:cubicBezTo>
                    <a:cubicBezTo>
                      <a:pt x="366713" y="99060"/>
                      <a:pt x="423863" y="156210"/>
                      <a:pt x="423863" y="226695"/>
                    </a:cubicBezTo>
                    <a:close/>
                  </a:path>
                </a:pathLst>
              </a:custGeom>
              <a:grpFill/>
              <a:ln w="9525" cap="flat">
                <a:noFill/>
                <a:prstDash val="solid"/>
                <a:miter/>
              </a:ln>
            </p:spPr>
            <p:txBody>
              <a:bodyPr rtlCol="0" anchor="ctr"/>
              <a:lstStyle/>
              <a:p>
                <a:endParaRPr lang="en-US"/>
              </a:p>
            </p:txBody>
          </p:sp>
          <p:sp>
            <p:nvSpPr>
              <p:cNvPr id="31" name="Freeform 628">
                <a:extLst>
                  <a:ext uri="{FF2B5EF4-FFF2-40B4-BE49-F238E27FC236}">
                    <a16:creationId xmlns:a16="http://schemas.microsoft.com/office/drawing/2014/main" id="{C8CF2F2D-7C00-ABAF-ECFB-D7D49CBEC331}"/>
                  </a:ext>
                </a:extLst>
              </p:cNvPr>
              <p:cNvSpPr/>
              <p:nvPr/>
            </p:nvSpPr>
            <p:spPr>
              <a:xfrm>
                <a:off x="5374005" y="4000500"/>
                <a:ext cx="99060" cy="270509"/>
              </a:xfrm>
              <a:custGeom>
                <a:avLst/>
                <a:gdLst>
                  <a:gd name="connsiteX0" fmla="*/ 0 w 99060"/>
                  <a:gd name="connsiteY0" fmla="*/ 0 h 270509"/>
                  <a:gd name="connsiteX1" fmla="*/ 99060 w 99060"/>
                  <a:gd name="connsiteY1" fmla="*/ 0 h 270509"/>
                  <a:gd name="connsiteX2" fmla="*/ 99060 w 99060"/>
                  <a:gd name="connsiteY2" fmla="*/ 270510 h 270509"/>
                  <a:gd name="connsiteX3" fmla="*/ 0 w 99060"/>
                  <a:gd name="connsiteY3" fmla="*/ 270510 h 270509"/>
                </a:gdLst>
                <a:ahLst/>
                <a:cxnLst>
                  <a:cxn ang="0">
                    <a:pos x="connsiteX0" y="connsiteY0"/>
                  </a:cxn>
                  <a:cxn ang="0">
                    <a:pos x="connsiteX1" y="connsiteY1"/>
                  </a:cxn>
                  <a:cxn ang="0">
                    <a:pos x="connsiteX2" y="connsiteY2"/>
                  </a:cxn>
                  <a:cxn ang="0">
                    <a:pos x="connsiteX3" y="connsiteY3"/>
                  </a:cxn>
                </a:cxnLst>
                <a:rect l="l" t="t" r="r" b="b"/>
                <a:pathLst>
                  <a:path w="99060" h="270509">
                    <a:moveTo>
                      <a:pt x="0" y="0"/>
                    </a:moveTo>
                    <a:lnTo>
                      <a:pt x="99060" y="0"/>
                    </a:lnTo>
                    <a:lnTo>
                      <a:pt x="99060" y="270510"/>
                    </a:lnTo>
                    <a:lnTo>
                      <a:pt x="0" y="270510"/>
                    </a:lnTo>
                    <a:close/>
                  </a:path>
                </a:pathLst>
              </a:custGeom>
              <a:grpFill/>
              <a:ln w="9525" cap="flat">
                <a:noFill/>
                <a:prstDash val="solid"/>
                <a:miter/>
              </a:ln>
            </p:spPr>
            <p:txBody>
              <a:bodyPr rtlCol="0" anchor="ctr"/>
              <a:lstStyle/>
              <a:p>
                <a:endParaRPr lang="en-US"/>
              </a:p>
            </p:txBody>
          </p:sp>
          <p:sp>
            <p:nvSpPr>
              <p:cNvPr id="32" name="Freeform 629">
                <a:extLst>
                  <a:ext uri="{FF2B5EF4-FFF2-40B4-BE49-F238E27FC236}">
                    <a16:creationId xmlns:a16="http://schemas.microsoft.com/office/drawing/2014/main" id="{248650AC-2C91-A9CF-52CA-9ACD8368E03C}"/>
                  </a:ext>
                </a:extLst>
              </p:cNvPr>
              <p:cNvSpPr/>
              <p:nvPr/>
            </p:nvSpPr>
            <p:spPr>
              <a:xfrm>
                <a:off x="5784532" y="3010852"/>
                <a:ext cx="592454" cy="1260157"/>
              </a:xfrm>
              <a:custGeom>
                <a:avLst/>
                <a:gdLst>
                  <a:gd name="connsiteX0" fmla="*/ 440055 w 592454"/>
                  <a:gd name="connsiteY0" fmla="*/ 435292 h 1260157"/>
                  <a:gd name="connsiteX1" fmla="*/ 383858 w 592454"/>
                  <a:gd name="connsiteY1" fmla="*/ 435292 h 1260157"/>
                  <a:gd name="connsiteX2" fmla="*/ 522923 w 592454"/>
                  <a:gd name="connsiteY2" fmla="*/ 226695 h 1260157"/>
                  <a:gd name="connsiteX3" fmla="*/ 296227 w 592454"/>
                  <a:gd name="connsiteY3" fmla="*/ 0 h 1260157"/>
                  <a:gd name="connsiteX4" fmla="*/ 69533 w 592454"/>
                  <a:gd name="connsiteY4" fmla="*/ 226695 h 1260157"/>
                  <a:gd name="connsiteX5" fmla="*/ 208597 w 592454"/>
                  <a:gd name="connsiteY5" fmla="*/ 435292 h 1260157"/>
                  <a:gd name="connsiteX6" fmla="*/ 152400 w 592454"/>
                  <a:gd name="connsiteY6" fmla="*/ 435292 h 1260157"/>
                  <a:gd name="connsiteX7" fmla="*/ 0 w 592454"/>
                  <a:gd name="connsiteY7" fmla="*/ 587692 h 1260157"/>
                  <a:gd name="connsiteX8" fmla="*/ 0 w 592454"/>
                  <a:gd name="connsiteY8" fmla="*/ 901065 h 1260157"/>
                  <a:gd name="connsiteX9" fmla="*/ 100965 w 592454"/>
                  <a:gd name="connsiteY9" fmla="*/ 1043940 h 1260157"/>
                  <a:gd name="connsiteX10" fmla="*/ 100965 w 592454"/>
                  <a:gd name="connsiteY10" fmla="*/ 1260157 h 1260157"/>
                  <a:gd name="connsiteX11" fmla="*/ 200025 w 592454"/>
                  <a:gd name="connsiteY11" fmla="*/ 1260157 h 1260157"/>
                  <a:gd name="connsiteX12" fmla="*/ 200025 w 592454"/>
                  <a:gd name="connsiteY12" fmla="*/ 684847 h 1260157"/>
                  <a:gd name="connsiteX13" fmla="*/ 101917 w 592454"/>
                  <a:gd name="connsiteY13" fmla="*/ 684847 h 1260157"/>
                  <a:gd name="connsiteX14" fmla="*/ 101917 w 592454"/>
                  <a:gd name="connsiteY14" fmla="*/ 915353 h 1260157"/>
                  <a:gd name="connsiteX15" fmla="*/ 100013 w 592454"/>
                  <a:gd name="connsiteY15" fmla="*/ 901065 h 1260157"/>
                  <a:gd name="connsiteX16" fmla="*/ 100013 w 592454"/>
                  <a:gd name="connsiteY16" fmla="*/ 587692 h 1260157"/>
                  <a:gd name="connsiteX17" fmla="*/ 153352 w 592454"/>
                  <a:gd name="connsiteY17" fmla="*/ 534353 h 1260157"/>
                  <a:gd name="connsiteX18" fmla="*/ 440055 w 592454"/>
                  <a:gd name="connsiteY18" fmla="*/ 534353 h 1260157"/>
                  <a:gd name="connsiteX19" fmla="*/ 493395 w 592454"/>
                  <a:gd name="connsiteY19" fmla="*/ 587692 h 1260157"/>
                  <a:gd name="connsiteX20" fmla="*/ 493395 w 592454"/>
                  <a:gd name="connsiteY20" fmla="*/ 901065 h 1260157"/>
                  <a:gd name="connsiteX21" fmla="*/ 491490 w 592454"/>
                  <a:gd name="connsiteY21" fmla="*/ 914400 h 1260157"/>
                  <a:gd name="connsiteX22" fmla="*/ 491490 w 592454"/>
                  <a:gd name="connsiteY22" fmla="*/ 685800 h 1260157"/>
                  <a:gd name="connsiteX23" fmla="*/ 392430 w 592454"/>
                  <a:gd name="connsiteY23" fmla="*/ 685800 h 1260157"/>
                  <a:gd name="connsiteX24" fmla="*/ 392430 w 592454"/>
                  <a:gd name="connsiteY24" fmla="*/ 1260157 h 1260157"/>
                  <a:gd name="connsiteX25" fmla="*/ 491490 w 592454"/>
                  <a:gd name="connsiteY25" fmla="*/ 1260157 h 1260157"/>
                  <a:gd name="connsiteX26" fmla="*/ 491490 w 592454"/>
                  <a:gd name="connsiteY26" fmla="*/ 1043940 h 1260157"/>
                  <a:gd name="connsiteX27" fmla="*/ 592455 w 592454"/>
                  <a:gd name="connsiteY27" fmla="*/ 901065 h 1260157"/>
                  <a:gd name="connsiteX28" fmla="*/ 592455 w 592454"/>
                  <a:gd name="connsiteY28" fmla="*/ 587692 h 1260157"/>
                  <a:gd name="connsiteX29" fmla="*/ 440055 w 592454"/>
                  <a:gd name="connsiteY29" fmla="*/ 435292 h 1260157"/>
                  <a:gd name="connsiteX30" fmla="*/ 440055 w 592454"/>
                  <a:gd name="connsiteY30" fmla="*/ 435292 h 1260157"/>
                  <a:gd name="connsiteX31" fmla="*/ 423862 w 592454"/>
                  <a:gd name="connsiteY31" fmla="*/ 226695 h 1260157"/>
                  <a:gd name="connsiteX32" fmla="*/ 296227 w 592454"/>
                  <a:gd name="connsiteY32" fmla="*/ 354330 h 1260157"/>
                  <a:gd name="connsiteX33" fmla="*/ 168592 w 592454"/>
                  <a:gd name="connsiteY33" fmla="*/ 226695 h 1260157"/>
                  <a:gd name="connsiteX34" fmla="*/ 296227 w 592454"/>
                  <a:gd name="connsiteY34" fmla="*/ 99060 h 1260157"/>
                  <a:gd name="connsiteX35" fmla="*/ 423862 w 592454"/>
                  <a:gd name="connsiteY35" fmla="*/ 226695 h 126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2454" h="1260157">
                    <a:moveTo>
                      <a:pt x="440055" y="435292"/>
                    </a:moveTo>
                    <a:lnTo>
                      <a:pt x="383858" y="435292"/>
                    </a:lnTo>
                    <a:cubicBezTo>
                      <a:pt x="465773" y="401002"/>
                      <a:pt x="522923" y="320040"/>
                      <a:pt x="522923" y="226695"/>
                    </a:cubicBezTo>
                    <a:cubicBezTo>
                      <a:pt x="522923" y="101917"/>
                      <a:pt x="421005" y="0"/>
                      <a:pt x="296227" y="0"/>
                    </a:cubicBezTo>
                    <a:cubicBezTo>
                      <a:pt x="171450" y="0"/>
                      <a:pt x="69533" y="101917"/>
                      <a:pt x="69533" y="226695"/>
                    </a:cubicBezTo>
                    <a:cubicBezTo>
                      <a:pt x="69533" y="320040"/>
                      <a:pt x="126683" y="401002"/>
                      <a:pt x="208597" y="435292"/>
                    </a:cubicBezTo>
                    <a:lnTo>
                      <a:pt x="152400" y="435292"/>
                    </a:lnTo>
                    <a:cubicBezTo>
                      <a:pt x="68580" y="435292"/>
                      <a:pt x="0" y="503872"/>
                      <a:pt x="0" y="587692"/>
                    </a:cubicBezTo>
                    <a:lnTo>
                      <a:pt x="0" y="901065"/>
                    </a:lnTo>
                    <a:cubicBezTo>
                      <a:pt x="0" y="966788"/>
                      <a:pt x="41910" y="1022985"/>
                      <a:pt x="100965" y="1043940"/>
                    </a:cubicBezTo>
                    <a:lnTo>
                      <a:pt x="100965" y="1260157"/>
                    </a:lnTo>
                    <a:lnTo>
                      <a:pt x="200025" y="1260157"/>
                    </a:lnTo>
                    <a:lnTo>
                      <a:pt x="200025" y="684847"/>
                    </a:lnTo>
                    <a:lnTo>
                      <a:pt x="101917" y="684847"/>
                    </a:lnTo>
                    <a:lnTo>
                      <a:pt x="101917" y="915353"/>
                    </a:lnTo>
                    <a:cubicBezTo>
                      <a:pt x="100965" y="910590"/>
                      <a:pt x="100013" y="905828"/>
                      <a:pt x="100013" y="901065"/>
                    </a:cubicBezTo>
                    <a:lnTo>
                      <a:pt x="100013" y="587692"/>
                    </a:lnTo>
                    <a:cubicBezTo>
                      <a:pt x="100013" y="558165"/>
                      <a:pt x="123825" y="534353"/>
                      <a:pt x="153352" y="534353"/>
                    </a:cubicBezTo>
                    <a:lnTo>
                      <a:pt x="440055" y="534353"/>
                    </a:lnTo>
                    <a:cubicBezTo>
                      <a:pt x="469583" y="534353"/>
                      <a:pt x="493395" y="558165"/>
                      <a:pt x="493395" y="587692"/>
                    </a:cubicBezTo>
                    <a:lnTo>
                      <a:pt x="493395" y="901065"/>
                    </a:lnTo>
                    <a:cubicBezTo>
                      <a:pt x="493395" y="905828"/>
                      <a:pt x="492442" y="909638"/>
                      <a:pt x="491490" y="914400"/>
                    </a:cubicBezTo>
                    <a:lnTo>
                      <a:pt x="491490" y="685800"/>
                    </a:lnTo>
                    <a:lnTo>
                      <a:pt x="392430" y="685800"/>
                    </a:lnTo>
                    <a:lnTo>
                      <a:pt x="392430" y="1260157"/>
                    </a:lnTo>
                    <a:lnTo>
                      <a:pt x="491490" y="1260157"/>
                    </a:lnTo>
                    <a:lnTo>
                      <a:pt x="491490" y="1043940"/>
                    </a:lnTo>
                    <a:cubicBezTo>
                      <a:pt x="549593" y="1022985"/>
                      <a:pt x="592455" y="966788"/>
                      <a:pt x="592455" y="901065"/>
                    </a:cubicBezTo>
                    <a:lnTo>
                      <a:pt x="592455" y="587692"/>
                    </a:lnTo>
                    <a:cubicBezTo>
                      <a:pt x="592455" y="503872"/>
                      <a:pt x="523875" y="435292"/>
                      <a:pt x="440055" y="435292"/>
                    </a:cubicBezTo>
                    <a:lnTo>
                      <a:pt x="440055" y="435292"/>
                    </a:lnTo>
                    <a:close/>
                    <a:moveTo>
                      <a:pt x="423862" y="226695"/>
                    </a:moveTo>
                    <a:cubicBezTo>
                      <a:pt x="423862" y="297180"/>
                      <a:pt x="366712" y="354330"/>
                      <a:pt x="296227" y="354330"/>
                    </a:cubicBezTo>
                    <a:cubicBezTo>
                      <a:pt x="225742" y="354330"/>
                      <a:pt x="168592" y="297180"/>
                      <a:pt x="168592" y="226695"/>
                    </a:cubicBezTo>
                    <a:cubicBezTo>
                      <a:pt x="168592" y="156210"/>
                      <a:pt x="225742" y="99060"/>
                      <a:pt x="296227" y="99060"/>
                    </a:cubicBezTo>
                    <a:cubicBezTo>
                      <a:pt x="366712" y="99060"/>
                      <a:pt x="423862" y="156210"/>
                      <a:pt x="423862" y="226695"/>
                    </a:cubicBezTo>
                    <a:close/>
                  </a:path>
                </a:pathLst>
              </a:custGeom>
              <a:grpFill/>
              <a:ln w="9525" cap="flat">
                <a:noFill/>
                <a:prstDash val="solid"/>
                <a:miter/>
              </a:ln>
            </p:spPr>
            <p:txBody>
              <a:bodyPr rtlCol="0" anchor="ctr"/>
              <a:lstStyle/>
              <a:p>
                <a:endParaRPr lang="en-US"/>
              </a:p>
            </p:txBody>
          </p:sp>
          <p:sp>
            <p:nvSpPr>
              <p:cNvPr id="33" name="Freeform 630">
                <a:extLst>
                  <a:ext uri="{FF2B5EF4-FFF2-40B4-BE49-F238E27FC236}">
                    <a16:creationId xmlns:a16="http://schemas.microsoft.com/office/drawing/2014/main" id="{9A11887D-8B89-F4BA-16E5-E063935A239E}"/>
                  </a:ext>
                </a:extLst>
              </p:cNvPr>
              <p:cNvSpPr/>
              <p:nvPr/>
            </p:nvSpPr>
            <p:spPr>
              <a:xfrm>
                <a:off x="6032182" y="4000500"/>
                <a:ext cx="99060" cy="270509"/>
              </a:xfrm>
              <a:custGeom>
                <a:avLst/>
                <a:gdLst>
                  <a:gd name="connsiteX0" fmla="*/ 0 w 99060"/>
                  <a:gd name="connsiteY0" fmla="*/ 0 h 270509"/>
                  <a:gd name="connsiteX1" fmla="*/ 99060 w 99060"/>
                  <a:gd name="connsiteY1" fmla="*/ 0 h 270509"/>
                  <a:gd name="connsiteX2" fmla="*/ 99060 w 99060"/>
                  <a:gd name="connsiteY2" fmla="*/ 270510 h 270509"/>
                  <a:gd name="connsiteX3" fmla="*/ 0 w 99060"/>
                  <a:gd name="connsiteY3" fmla="*/ 270510 h 270509"/>
                </a:gdLst>
                <a:ahLst/>
                <a:cxnLst>
                  <a:cxn ang="0">
                    <a:pos x="connsiteX0" y="connsiteY0"/>
                  </a:cxn>
                  <a:cxn ang="0">
                    <a:pos x="connsiteX1" y="connsiteY1"/>
                  </a:cxn>
                  <a:cxn ang="0">
                    <a:pos x="connsiteX2" y="connsiteY2"/>
                  </a:cxn>
                  <a:cxn ang="0">
                    <a:pos x="connsiteX3" y="connsiteY3"/>
                  </a:cxn>
                </a:cxnLst>
                <a:rect l="l" t="t" r="r" b="b"/>
                <a:pathLst>
                  <a:path w="99060" h="270509">
                    <a:moveTo>
                      <a:pt x="0" y="0"/>
                    </a:moveTo>
                    <a:lnTo>
                      <a:pt x="99060" y="0"/>
                    </a:lnTo>
                    <a:lnTo>
                      <a:pt x="99060" y="270510"/>
                    </a:lnTo>
                    <a:lnTo>
                      <a:pt x="0" y="270510"/>
                    </a:lnTo>
                    <a:close/>
                  </a:path>
                </a:pathLst>
              </a:custGeom>
              <a:grpFill/>
              <a:ln w="9525" cap="flat">
                <a:noFill/>
                <a:prstDash val="solid"/>
                <a:miter/>
              </a:ln>
            </p:spPr>
            <p:txBody>
              <a:bodyPr rtlCol="0" anchor="ctr"/>
              <a:lstStyle/>
              <a:p>
                <a:endParaRPr lang="en-US"/>
              </a:p>
            </p:txBody>
          </p:sp>
          <p:sp>
            <p:nvSpPr>
              <p:cNvPr id="34" name="Freeform 631">
                <a:extLst>
                  <a:ext uri="{FF2B5EF4-FFF2-40B4-BE49-F238E27FC236}">
                    <a16:creationId xmlns:a16="http://schemas.microsoft.com/office/drawing/2014/main" id="{1E25AAB2-9F7D-1528-AC26-660F0201711B}"/>
                  </a:ext>
                </a:extLst>
              </p:cNvPr>
              <p:cNvSpPr/>
              <p:nvPr/>
            </p:nvSpPr>
            <p:spPr>
              <a:xfrm>
                <a:off x="6441757" y="3010852"/>
                <a:ext cx="592455" cy="1260157"/>
              </a:xfrm>
              <a:custGeom>
                <a:avLst/>
                <a:gdLst>
                  <a:gd name="connsiteX0" fmla="*/ 440055 w 592455"/>
                  <a:gd name="connsiteY0" fmla="*/ 435292 h 1260157"/>
                  <a:gd name="connsiteX1" fmla="*/ 383858 w 592455"/>
                  <a:gd name="connsiteY1" fmla="*/ 435292 h 1260157"/>
                  <a:gd name="connsiteX2" fmla="*/ 522923 w 592455"/>
                  <a:gd name="connsiteY2" fmla="*/ 226695 h 1260157"/>
                  <a:gd name="connsiteX3" fmla="*/ 296228 w 592455"/>
                  <a:gd name="connsiteY3" fmla="*/ 0 h 1260157"/>
                  <a:gd name="connsiteX4" fmla="*/ 69533 w 592455"/>
                  <a:gd name="connsiteY4" fmla="*/ 226695 h 1260157"/>
                  <a:gd name="connsiteX5" fmla="*/ 208598 w 592455"/>
                  <a:gd name="connsiteY5" fmla="*/ 435292 h 1260157"/>
                  <a:gd name="connsiteX6" fmla="*/ 152400 w 592455"/>
                  <a:gd name="connsiteY6" fmla="*/ 435292 h 1260157"/>
                  <a:gd name="connsiteX7" fmla="*/ 0 w 592455"/>
                  <a:gd name="connsiteY7" fmla="*/ 587692 h 1260157"/>
                  <a:gd name="connsiteX8" fmla="*/ 0 w 592455"/>
                  <a:gd name="connsiteY8" fmla="*/ 901065 h 1260157"/>
                  <a:gd name="connsiteX9" fmla="*/ 100965 w 592455"/>
                  <a:gd name="connsiteY9" fmla="*/ 1043940 h 1260157"/>
                  <a:gd name="connsiteX10" fmla="*/ 100965 w 592455"/>
                  <a:gd name="connsiteY10" fmla="*/ 1260157 h 1260157"/>
                  <a:gd name="connsiteX11" fmla="*/ 200025 w 592455"/>
                  <a:gd name="connsiteY11" fmla="*/ 1260157 h 1260157"/>
                  <a:gd name="connsiteX12" fmla="*/ 200025 w 592455"/>
                  <a:gd name="connsiteY12" fmla="*/ 684847 h 1260157"/>
                  <a:gd name="connsiteX13" fmla="*/ 101918 w 592455"/>
                  <a:gd name="connsiteY13" fmla="*/ 684847 h 1260157"/>
                  <a:gd name="connsiteX14" fmla="*/ 101918 w 592455"/>
                  <a:gd name="connsiteY14" fmla="*/ 915353 h 1260157"/>
                  <a:gd name="connsiteX15" fmla="*/ 100013 w 592455"/>
                  <a:gd name="connsiteY15" fmla="*/ 901065 h 1260157"/>
                  <a:gd name="connsiteX16" fmla="*/ 100013 w 592455"/>
                  <a:gd name="connsiteY16" fmla="*/ 587692 h 1260157"/>
                  <a:gd name="connsiteX17" fmla="*/ 153353 w 592455"/>
                  <a:gd name="connsiteY17" fmla="*/ 534353 h 1260157"/>
                  <a:gd name="connsiteX18" fmla="*/ 440055 w 592455"/>
                  <a:gd name="connsiteY18" fmla="*/ 534353 h 1260157"/>
                  <a:gd name="connsiteX19" fmla="*/ 493395 w 592455"/>
                  <a:gd name="connsiteY19" fmla="*/ 587692 h 1260157"/>
                  <a:gd name="connsiteX20" fmla="*/ 493395 w 592455"/>
                  <a:gd name="connsiteY20" fmla="*/ 901065 h 1260157"/>
                  <a:gd name="connsiteX21" fmla="*/ 491490 w 592455"/>
                  <a:gd name="connsiteY21" fmla="*/ 914400 h 1260157"/>
                  <a:gd name="connsiteX22" fmla="*/ 491490 w 592455"/>
                  <a:gd name="connsiteY22" fmla="*/ 685800 h 1260157"/>
                  <a:gd name="connsiteX23" fmla="*/ 392430 w 592455"/>
                  <a:gd name="connsiteY23" fmla="*/ 685800 h 1260157"/>
                  <a:gd name="connsiteX24" fmla="*/ 392430 w 592455"/>
                  <a:gd name="connsiteY24" fmla="*/ 1260157 h 1260157"/>
                  <a:gd name="connsiteX25" fmla="*/ 491490 w 592455"/>
                  <a:gd name="connsiteY25" fmla="*/ 1260157 h 1260157"/>
                  <a:gd name="connsiteX26" fmla="*/ 491490 w 592455"/>
                  <a:gd name="connsiteY26" fmla="*/ 1043940 h 1260157"/>
                  <a:gd name="connsiteX27" fmla="*/ 592455 w 592455"/>
                  <a:gd name="connsiteY27" fmla="*/ 901065 h 1260157"/>
                  <a:gd name="connsiteX28" fmla="*/ 592455 w 592455"/>
                  <a:gd name="connsiteY28" fmla="*/ 587692 h 1260157"/>
                  <a:gd name="connsiteX29" fmla="*/ 440055 w 592455"/>
                  <a:gd name="connsiteY29" fmla="*/ 435292 h 1260157"/>
                  <a:gd name="connsiteX30" fmla="*/ 440055 w 592455"/>
                  <a:gd name="connsiteY30" fmla="*/ 435292 h 1260157"/>
                  <a:gd name="connsiteX31" fmla="*/ 423863 w 592455"/>
                  <a:gd name="connsiteY31" fmla="*/ 226695 h 1260157"/>
                  <a:gd name="connsiteX32" fmla="*/ 296228 w 592455"/>
                  <a:gd name="connsiteY32" fmla="*/ 354330 h 1260157"/>
                  <a:gd name="connsiteX33" fmla="*/ 168593 w 592455"/>
                  <a:gd name="connsiteY33" fmla="*/ 226695 h 1260157"/>
                  <a:gd name="connsiteX34" fmla="*/ 296228 w 592455"/>
                  <a:gd name="connsiteY34" fmla="*/ 99060 h 1260157"/>
                  <a:gd name="connsiteX35" fmla="*/ 423863 w 592455"/>
                  <a:gd name="connsiteY35" fmla="*/ 226695 h 126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92455" h="1260157">
                    <a:moveTo>
                      <a:pt x="440055" y="435292"/>
                    </a:moveTo>
                    <a:lnTo>
                      <a:pt x="383858" y="435292"/>
                    </a:lnTo>
                    <a:cubicBezTo>
                      <a:pt x="465773" y="401002"/>
                      <a:pt x="522923" y="320040"/>
                      <a:pt x="522923" y="226695"/>
                    </a:cubicBezTo>
                    <a:cubicBezTo>
                      <a:pt x="522923" y="101917"/>
                      <a:pt x="421005" y="0"/>
                      <a:pt x="296228" y="0"/>
                    </a:cubicBezTo>
                    <a:cubicBezTo>
                      <a:pt x="171450" y="0"/>
                      <a:pt x="69533" y="101917"/>
                      <a:pt x="69533" y="226695"/>
                    </a:cubicBezTo>
                    <a:cubicBezTo>
                      <a:pt x="69533" y="320040"/>
                      <a:pt x="126683" y="401002"/>
                      <a:pt x="208598" y="435292"/>
                    </a:cubicBezTo>
                    <a:lnTo>
                      <a:pt x="152400" y="435292"/>
                    </a:lnTo>
                    <a:cubicBezTo>
                      <a:pt x="68580" y="435292"/>
                      <a:pt x="0" y="503872"/>
                      <a:pt x="0" y="587692"/>
                    </a:cubicBezTo>
                    <a:lnTo>
                      <a:pt x="0" y="901065"/>
                    </a:lnTo>
                    <a:cubicBezTo>
                      <a:pt x="0" y="966788"/>
                      <a:pt x="41910" y="1022985"/>
                      <a:pt x="100965" y="1043940"/>
                    </a:cubicBezTo>
                    <a:lnTo>
                      <a:pt x="100965" y="1260157"/>
                    </a:lnTo>
                    <a:lnTo>
                      <a:pt x="200025" y="1260157"/>
                    </a:lnTo>
                    <a:lnTo>
                      <a:pt x="200025" y="684847"/>
                    </a:lnTo>
                    <a:lnTo>
                      <a:pt x="101918" y="684847"/>
                    </a:lnTo>
                    <a:lnTo>
                      <a:pt x="101918" y="915353"/>
                    </a:lnTo>
                    <a:cubicBezTo>
                      <a:pt x="100965" y="910590"/>
                      <a:pt x="100013" y="905828"/>
                      <a:pt x="100013" y="901065"/>
                    </a:cubicBezTo>
                    <a:lnTo>
                      <a:pt x="100013" y="587692"/>
                    </a:lnTo>
                    <a:cubicBezTo>
                      <a:pt x="100013" y="558165"/>
                      <a:pt x="123825" y="534353"/>
                      <a:pt x="153353" y="534353"/>
                    </a:cubicBezTo>
                    <a:lnTo>
                      <a:pt x="440055" y="534353"/>
                    </a:lnTo>
                    <a:cubicBezTo>
                      <a:pt x="469583" y="534353"/>
                      <a:pt x="493395" y="558165"/>
                      <a:pt x="493395" y="587692"/>
                    </a:cubicBezTo>
                    <a:lnTo>
                      <a:pt x="493395" y="901065"/>
                    </a:lnTo>
                    <a:cubicBezTo>
                      <a:pt x="493395" y="905828"/>
                      <a:pt x="492443" y="909638"/>
                      <a:pt x="491490" y="914400"/>
                    </a:cubicBezTo>
                    <a:lnTo>
                      <a:pt x="491490" y="685800"/>
                    </a:lnTo>
                    <a:lnTo>
                      <a:pt x="392430" y="685800"/>
                    </a:lnTo>
                    <a:lnTo>
                      <a:pt x="392430" y="1260157"/>
                    </a:lnTo>
                    <a:lnTo>
                      <a:pt x="491490" y="1260157"/>
                    </a:lnTo>
                    <a:lnTo>
                      <a:pt x="491490" y="1043940"/>
                    </a:lnTo>
                    <a:cubicBezTo>
                      <a:pt x="549593" y="1022985"/>
                      <a:pt x="592455" y="966788"/>
                      <a:pt x="592455" y="901065"/>
                    </a:cubicBezTo>
                    <a:lnTo>
                      <a:pt x="592455" y="587692"/>
                    </a:lnTo>
                    <a:cubicBezTo>
                      <a:pt x="592455" y="503872"/>
                      <a:pt x="523875" y="435292"/>
                      <a:pt x="440055" y="435292"/>
                    </a:cubicBezTo>
                    <a:lnTo>
                      <a:pt x="440055" y="435292"/>
                    </a:lnTo>
                    <a:close/>
                    <a:moveTo>
                      <a:pt x="423863" y="226695"/>
                    </a:moveTo>
                    <a:cubicBezTo>
                      <a:pt x="423863" y="297180"/>
                      <a:pt x="366713" y="354330"/>
                      <a:pt x="296228" y="354330"/>
                    </a:cubicBezTo>
                    <a:cubicBezTo>
                      <a:pt x="225743" y="354330"/>
                      <a:pt x="168593" y="297180"/>
                      <a:pt x="168593" y="226695"/>
                    </a:cubicBezTo>
                    <a:cubicBezTo>
                      <a:pt x="168593" y="156210"/>
                      <a:pt x="225743" y="99060"/>
                      <a:pt x="296228" y="99060"/>
                    </a:cubicBezTo>
                    <a:cubicBezTo>
                      <a:pt x="366713" y="99060"/>
                      <a:pt x="423863" y="156210"/>
                      <a:pt x="423863" y="226695"/>
                    </a:cubicBezTo>
                    <a:close/>
                  </a:path>
                </a:pathLst>
              </a:custGeom>
              <a:grpFill/>
              <a:ln w="9525" cap="flat">
                <a:noFill/>
                <a:prstDash val="solid"/>
                <a:miter/>
              </a:ln>
            </p:spPr>
            <p:txBody>
              <a:bodyPr rtlCol="0" anchor="ctr"/>
              <a:lstStyle/>
              <a:p>
                <a:endParaRPr lang="en-US"/>
              </a:p>
            </p:txBody>
          </p:sp>
          <p:sp>
            <p:nvSpPr>
              <p:cNvPr id="35" name="Freeform 632">
                <a:extLst>
                  <a:ext uri="{FF2B5EF4-FFF2-40B4-BE49-F238E27FC236}">
                    <a16:creationId xmlns:a16="http://schemas.microsoft.com/office/drawing/2014/main" id="{04890783-6274-0628-0ABE-8A80A05F09EE}"/>
                  </a:ext>
                </a:extLst>
              </p:cNvPr>
              <p:cNvSpPr/>
              <p:nvPr/>
            </p:nvSpPr>
            <p:spPr>
              <a:xfrm>
                <a:off x="6689407" y="4000500"/>
                <a:ext cx="99059" cy="270509"/>
              </a:xfrm>
              <a:custGeom>
                <a:avLst/>
                <a:gdLst>
                  <a:gd name="connsiteX0" fmla="*/ 0 w 99059"/>
                  <a:gd name="connsiteY0" fmla="*/ 0 h 270509"/>
                  <a:gd name="connsiteX1" fmla="*/ 99060 w 99059"/>
                  <a:gd name="connsiteY1" fmla="*/ 0 h 270509"/>
                  <a:gd name="connsiteX2" fmla="*/ 99060 w 99059"/>
                  <a:gd name="connsiteY2" fmla="*/ 270510 h 270509"/>
                  <a:gd name="connsiteX3" fmla="*/ 0 w 99059"/>
                  <a:gd name="connsiteY3" fmla="*/ 270510 h 270509"/>
                </a:gdLst>
                <a:ahLst/>
                <a:cxnLst>
                  <a:cxn ang="0">
                    <a:pos x="connsiteX0" y="connsiteY0"/>
                  </a:cxn>
                  <a:cxn ang="0">
                    <a:pos x="connsiteX1" y="connsiteY1"/>
                  </a:cxn>
                  <a:cxn ang="0">
                    <a:pos x="connsiteX2" y="connsiteY2"/>
                  </a:cxn>
                  <a:cxn ang="0">
                    <a:pos x="connsiteX3" y="connsiteY3"/>
                  </a:cxn>
                </a:cxnLst>
                <a:rect l="l" t="t" r="r" b="b"/>
                <a:pathLst>
                  <a:path w="99059" h="270509">
                    <a:moveTo>
                      <a:pt x="0" y="0"/>
                    </a:moveTo>
                    <a:lnTo>
                      <a:pt x="99060" y="0"/>
                    </a:lnTo>
                    <a:lnTo>
                      <a:pt x="99060" y="270510"/>
                    </a:lnTo>
                    <a:lnTo>
                      <a:pt x="0" y="270510"/>
                    </a:lnTo>
                    <a:close/>
                  </a:path>
                </a:pathLst>
              </a:custGeom>
              <a:grpFill/>
              <a:ln w="9525" cap="flat">
                <a:noFill/>
                <a:prstDash val="solid"/>
                <a:miter/>
              </a:ln>
            </p:spPr>
            <p:txBody>
              <a:bodyPr rtlCol="0" anchor="ctr"/>
              <a:lstStyle/>
              <a:p>
                <a:endParaRPr lang="en-US"/>
              </a:p>
            </p:txBody>
          </p:sp>
        </p:grpSp>
        <p:grpSp>
          <p:nvGrpSpPr>
            <p:cNvPr id="36" name="Graphic 210">
              <a:extLst>
                <a:ext uri="{FF2B5EF4-FFF2-40B4-BE49-F238E27FC236}">
                  <a16:creationId xmlns:a16="http://schemas.microsoft.com/office/drawing/2014/main" id="{668AF657-A307-A8C5-9678-EE25A363244C}"/>
                </a:ext>
              </a:extLst>
            </p:cNvPr>
            <p:cNvGrpSpPr/>
            <p:nvPr/>
          </p:nvGrpSpPr>
          <p:grpSpPr>
            <a:xfrm>
              <a:off x="8567135" y="3520922"/>
              <a:ext cx="1064115" cy="930778"/>
              <a:chOff x="548089" y="3439507"/>
              <a:chExt cx="1250160" cy="1121802"/>
            </a:xfrm>
            <a:solidFill>
              <a:schemeClr val="tx1"/>
            </a:solidFill>
          </p:grpSpPr>
          <p:sp>
            <p:nvSpPr>
              <p:cNvPr id="37" name="Freeform 217">
                <a:extLst>
                  <a:ext uri="{FF2B5EF4-FFF2-40B4-BE49-F238E27FC236}">
                    <a16:creationId xmlns:a16="http://schemas.microsoft.com/office/drawing/2014/main" id="{6E4C24CD-F4ED-FCC2-7E63-0ADE9CAC590D}"/>
                  </a:ext>
                </a:extLst>
              </p:cNvPr>
              <p:cNvSpPr/>
              <p:nvPr/>
            </p:nvSpPr>
            <p:spPr>
              <a:xfrm>
                <a:off x="1067291" y="3535336"/>
                <a:ext cx="212409" cy="212409"/>
              </a:xfrm>
              <a:custGeom>
                <a:avLst/>
                <a:gdLst>
                  <a:gd name="connsiteX0" fmla="*/ 106204 w 212408"/>
                  <a:gd name="connsiteY0" fmla="*/ 212408 h 212408"/>
                  <a:gd name="connsiteX1" fmla="*/ 212408 w 212408"/>
                  <a:gd name="connsiteY1" fmla="*/ 106204 h 212408"/>
                  <a:gd name="connsiteX2" fmla="*/ 106204 w 212408"/>
                  <a:gd name="connsiteY2" fmla="*/ 0 h 212408"/>
                  <a:gd name="connsiteX3" fmla="*/ 0 w 212408"/>
                  <a:gd name="connsiteY3" fmla="*/ 106204 h 212408"/>
                  <a:gd name="connsiteX4" fmla="*/ 106204 w 212408"/>
                  <a:gd name="connsiteY4" fmla="*/ 212408 h 212408"/>
                  <a:gd name="connsiteX5" fmla="*/ 58783 w 212408"/>
                  <a:gd name="connsiteY5" fmla="*/ 106204 h 212408"/>
                  <a:gd name="connsiteX6" fmla="*/ 106204 w 212408"/>
                  <a:gd name="connsiteY6" fmla="*/ 58783 h 212408"/>
                  <a:gd name="connsiteX7" fmla="*/ 153625 w 212408"/>
                  <a:gd name="connsiteY7" fmla="*/ 106204 h 212408"/>
                  <a:gd name="connsiteX8" fmla="*/ 106204 w 212408"/>
                  <a:gd name="connsiteY8" fmla="*/ 153625 h 212408"/>
                  <a:gd name="connsiteX9" fmla="*/ 58783 w 212408"/>
                  <a:gd name="connsiteY9" fmla="*/ 106204 h 21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408" h="212408">
                    <a:moveTo>
                      <a:pt x="106204" y="212408"/>
                    </a:moveTo>
                    <a:cubicBezTo>
                      <a:pt x="164987" y="212408"/>
                      <a:pt x="212408" y="164987"/>
                      <a:pt x="212408" y="106204"/>
                    </a:cubicBezTo>
                    <a:cubicBezTo>
                      <a:pt x="212408" y="47421"/>
                      <a:pt x="164987" y="0"/>
                      <a:pt x="106204" y="0"/>
                    </a:cubicBezTo>
                    <a:cubicBezTo>
                      <a:pt x="47421" y="0"/>
                      <a:pt x="0" y="47421"/>
                      <a:pt x="0" y="106204"/>
                    </a:cubicBezTo>
                    <a:cubicBezTo>
                      <a:pt x="0" y="164987"/>
                      <a:pt x="47421" y="212408"/>
                      <a:pt x="106204" y="212408"/>
                    </a:cubicBezTo>
                    <a:close/>
                    <a:moveTo>
                      <a:pt x="58783" y="106204"/>
                    </a:moveTo>
                    <a:cubicBezTo>
                      <a:pt x="58783" y="79529"/>
                      <a:pt x="79530" y="58783"/>
                      <a:pt x="106204" y="58783"/>
                    </a:cubicBezTo>
                    <a:cubicBezTo>
                      <a:pt x="132879" y="58783"/>
                      <a:pt x="153625" y="79529"/>
                      <a:pt x="153625" y="106204"/>
                    </a:cubicBezTo>
                    <a:cubicBezTo>
                      <a:pt x="153625" y="132879"/>
                      <a:pt x="132879" y="153625"/>
                      <a:pt x="106204" y="153625"/>
                    </a:cubicBezTo>
                    <a:cubicBezTo>
                      <a:pt x="79530" y="153625"/>
                      <a:pt x="58783" y="132879"/>
                      <a:pt x="58783" y="106204"/>
                    </a:cubicBezTo>
                    <a:close/>
                  </a:path>
                </a:pathLst>
              </a:custGeom>
              <a:grpFill/>
              <a:ln w="4933" cap="flat">
                <a:noFill/>
                <a:prstDash val="solid"/>
                <a:miter/>
              </a:ln>
            </p:spPr>
            <p:txBody>
              <a:bodyPr rtlCol="0" anchor="ctr"/>
              <a:lstStyle/>
              <a:p>
                <a:endParaRPr lang="en-US"/>
              </a:p>
            </p:txBody>
          </p:sp>
          <p:sp>
            <p:nvSpPr>
              <p:cNvPr id="38" name="Freeform 218">
                <a:extLst>
                  <a:ext uri="{FF2B5EF4-FFF2-40B4-BE49-F238E27FC236}">
                    <a16:creationId xmlns:a16="http://schemas.microsoft.com/office/drawing/2014/main" id="{C93EFD43-36B9-34CB-648F-5668855C91F7}"/>
                  </a:ext>
                </a:extLst>
              </p:cNvPr>
              <p:cNvSpPr/>
              <p:nvPr/>
            </p:nvSpPr>
            <p:spPr>
              <a:xfrm>
                <a:off x="1000604" y="3708228"/>
                <a:ext cx="106204" cy="105711"/>
              </a:xfrm>
              <a:custGeom>
                <a:avLst/>
                <a:gdLst>
                  <a:gd name="connsiteX0" fmla="*/ 58783 w 106204"/>
                  <a:gd name="connsiteY0" fmla="*/ 77060 h 105710"/>
                  <a:gd name="connsiteX1" fmla="*/ 58783 w 106204"/>
                  <a:gd name="connsiteY1" fmla="*/ 76072 h 105710"/>
                  <a:gd name="connsiteX2" fmla="*/ 76566 w 106204"/>
                  <a:gd name="connsiteY2" fmla="*/ 58783 h 105710"/>
                  <a:gd name="connsiteX3" fmla="*/ 97313 w 106204"/>
                  <a:gd name="connsiteY3" fmla="*/ 50385 h 105710"/>
                  <a:gd name="connsiteX4" fmla="*/ 106204 w 106204"/>
                  <a:gd name="connsiteY4" fmla="*/ 29638 h 105710"/>
                  <a:gd name="connsiteX5" fmla="*/ 77554 w 106204"/>
                  <a:gd name="connsiteY5" fmla="*/ 0 h 105710"/>
                  <a:gd name="connsiteX6" fmla="*/ 76566 w 106204"/>
                  <a:gd name="connsiteY6" fmla="*/ 0 h 105710"/>
                  <a:gd name="connsiteX7" fmla="*/ 0 w 106204"/>
                  <a:gd name="connsiteY7" fmla="*/ 76072 h 105710"/>
                  <a:gd name="connsiteX8" fmla="*/ 8398 w 106204"/>
                  <a:gd name="connsiteY8" fmla="*/ 96819 h 105710"/>
                  <a:gd name="connsiteX9" fmla="*/ 29144 w 106204"/>
                  <a:gd name="connsiteY9" fmla="*/ 105710 h 105710"/>
                  <a:gd name="connsiteX10" fmla="*/ 29638 w 106204"/>
                  <a:gd name="connsiteY10" fmla="*/ 105710 h 105710"/>
                  <a:gd name="connsiteX11" fmla="*/ 49891 w 106204"/>
                  <a:gd name="connsiteY11" fmla="*/ 97313 h 105710"/>
                  <a:gd name="connsiteX12" fmla="*/ 58783 w 106204"/>
                  <a:gd name="connsiteY12" fmla="*/ 77060 h 105710"/>
                  <a:gd name="connsiteX13" fmla="*/ 58783 w 106204"/>
                  <a:gd name="connsiteY13" fmla="*/ 77060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204" h="105710">
                    <a:moveTo>
                      <a:pt x="58783" y="77060"/>
                    </a:moveTo>
                    <a:cubicBezTo>
                      <a:pt x="58783" y="76566"/>
                      <a:pt x="58783" y="76566"/>
                      <a:pt x="58783" y="76072"/>
                    </a:cubicBezTo>
                    <a:cubicBezTo>
                      <a:pt x="58783" y="66192"/>
                      <a:pt x="66192" y="58783"/>
                      <a:pt x="76566" y="58783"/>
                    </a:cubicBezTo>
                    <a:cubicBezTo>
                      <a:pt x="84469" y="58783"/>
                      <a:pt x="91879" y="55819"/>
                      <a:pt x="97313" y="50385"/>
                    </a:cubicBezTo>
                    <a:cubicBezTo>
                      <a:pt x="102746" y="44951"/>
                      <a:pt x="106204" y="37542"/>
                      <a:pt x="106204" y="29638"/>
                    </a:cubicBezTo>
                    <a:cubicBezTo>
                      <a:pt x="106204" y="13337"/>
                      <a:pt x="93361" y="0"/>
                      <a:pt x="77554" y="0"/>
                    </a:cubicBezTo>
                    <a:cubicBezTo>
                      <a:pt x="77060" y="0"/>
                      <a:pt x="77060" y="0"/>
                      <a:pt x="76566" y="0"/>
                    </a:cubicBezTo>
                    <a:cubicBezTo>
                      <a:pt x="34578" y="0"/>
                      <a:pt x="0" y="34084"/>
                      <a:pt x="0" y="76072"/>
                    </a:cubicBezTo>
                    <a:cubicBezTo>
                      <a:pt x="0" y="83975"/>
                      <a:pt x="2964" y="91385"/>
                      <a:pt x="8398" y="96819"/>
                    </a:cubicBezTo>
                    <a:cubicBezTo>
                      <a:pt x="13831" y="102252"/>
                      <a:pt x="21241" y="105710"/>
                      <a:pt x="29144" y="105710"/>
                    </a:cubicBezTo>
                    <a:lnTo>
                      <a:pt x="29638" y="105710"/>
                    </a:lnTo>
                    <a:cubicBezTo>
                      <a:pt x="37542" y="105710"/>
                      <a:pt x="44458" y="102746"/>
                      <a:pt x="49891" y="97313"/>
                    </a:cubicBezTo>
                    <a:cubicBezTo>
                      <a:pt x="55819" y="92373"/>
                      <a:pt x="58783" y="84963"/>
                      <a:pt x="58783" y="77060"/>
                    </a:cubicBezTo>
                    <a:lnTo>
                      <a:pt x="58783" y="77060"/>
                    </a:lnTo>
                    <a:close/>
                  </a:path>
                </a:pathLst>
              </a:custGeom>
              <a:grpFill/>
              <a:ln w="4933" cap="flat">
                <a:noFill/>
                <a:prstDash val="solid"/>
                <a:miter/>
              </a:ln>
            </p:spPr>
            <p:txBody>
              <a:bodyPr rtlCol="0" anchor="ctr"/>
              <a:lstStyle/>
              <a:p>
                <a:endParaRPr lang="en-US"/>
              </a:p>
            </p:txBody>
          </p:sp>
          <p:sp>
            <p:nvSpPr>
              <p:cNvPr id="39" name="Freeform 219">
                <a:extLst>
                  <a:ext uri="{FF2B5EF4-FFF2-40B4-BE49-F238E27FC236}">
                    <a16:creationId xmlns:a16="http://schemas.microsoft.com/office/drawing/2014/main" id="{2658182D-79B9-CDA5-3AB7-10A7207B3A42}"/>
                  </a:ext>
                </a:extLst>
              </p:cNvPr>
              <p:cNvSpPr/>
              <p:nvPr/>
            </p:nvSpPr>
            <p:spPr>
              <a:xfrm>
                <a:off x="1239687" y="3708228"/>
                <a:ext cx="106204" cy="105711"/>
              </a:xfrm>
              <a:custGeom>
                <a:avLst/>
                <a:gdLst>
                  <a:gd name="connsiteX0" fmla="*/ 29144 w 106204"/>
                  <a:gd name="connsiteY0" fmla="*/ 0 h 105710"/>
                  <a:gd name="connsiteX1" fmla="*/ 8892 w 106204"/>
                  <a:gd name="connsiteY1" fmla="*/ 8398 h 105710"/>
                  <a:gd name="connsiteX2" fmla="*/ 0 w 106204"/>
                  <a:gd name="connsiteY2" fmla="*/ 29144 h 105710"/>
                  <a:gd name="connsiteX3" fmla="*/ 8398 w 106204"/>
                  <a:gd name="connsiteY3" fmla="*/ 49891 h 105710"/>
                  <a:gd name="connsiteX4" fmla="*/ 29144 w 106204"/>
                  <a:gd name="connsiteY4" fmla="*/ 58783 h 105710"/>
                  <a:gd name="connsiteX5" fmla="*/ 29638 w 106204"/>
                  <a:gd name="connsiteY5" fmla="*/ 58783 h 105710"/>
                  <a:gd name="connsiteX6" fmla="*/ 47421 w 106204"/>
                  <a:gd name="connsiteY6" fmla="*/ 76072 h 105710"/>
                  <a:gd name="connsiteX7" fmla="*/ 76566 w 106204"/>
                  <a:gd name="connsiteY7" fmla="*/ 105710 h 105710"/>
                  <a:gd name="connsiteX8" fmla="*/ 77060 w 106204"/>
                  <a:gd name="connsiteY8" fmla="*/ 105710 h 105710"/>
                  <a:gd name="connsiteX9" fmla="*/ 106204 w 106204"/>
                  <a:gd name="connsiteY9" fmla="*/ 76566 h 105710"/>
                  <a:gd name="connsiteX10" fmla="*/ 106204 w 106204"/>
                  <a:gd name="connsiteY10" fmla="*/ 76072 h 105710"/>
                  <a:gd name="connsiteX11" fmla="*/ 29144 w 106204"/>
                  <a:gd name="connsiteY11" fmla="*/ 0 h 105710"/>
                  <a:gd name="connsiteX12" fmla="*/ 29144 w 106204"/>
                  <a:gd name="connsiteY12" fmla="*/ 0 h 105710"/>
                  <a:gd name="connsiteX13" fmla="*/ 29144 w 106204"/>
                  <a:gd name="connsiteY13" fmla="*/ 0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204" h="105710">
                    <a:moveTo>
                      <a:pt x="29144" y="0"/>
                    </a:moveTo>
                    <a:cubicBezTo>
                      <a:pt x="21241" y="0"/>
                      <a:pt x="14325" y="2964"/>
                      <a:pt x="8892" y="8398"/>
                    </a:cubicBezTo>
                    <a:cubicBezTo>
                      <a:pt x="3458" y="13831"/>
                      <a:pt x="0" y="21241"/>
                      <a:pt x="0" y="29144"/>
                    </a:cubicBezTo>
                    <a:cubicBezTo>
                      <a:pt x="0" y="37048"/>
                      <a:pt x="2964" y="44458"/>
                      <a:pt x="8398" y="49891"/>
                    </a:cubicBezTo>
                    <a:cubicBezTo>
                      <a:pt x="13831" y="55325"/>
                      <a:pt x="21241" y="58783"/>
                      <a:pt x="29144" y="58783"/>
                    </a:cubicBezTo>
                    <a:lnTo>
                      <a:pt x="29638" y="58783"/>
                    </a:lnTo>
                    <a:cubicBezTo>
                      <a:pt x="39518" y="58783"/>
                      <a:pt x="47421" y="66192"/>
                      <a:pt x="47421" y="76072"/>
                    </a:cubicBezTo>
                    <a:cubicBezTo>
                      <a:pt x="47421" y="92373"/>
                      <a:pt x="60265" y="105710"/>
                      <a:pt x="76566" y="105710"/>
                    </a:cubicBezTo>
                    <a:lnTo>
                      <a:pt x="77060" y="105710"/>
                    </a:lnTo>
                    <a:cubicBezTo>
                      <a:pt x="92867" y="105710"/>
                      <a:pt x="106204" y="92867"/>
                      <a:pt x="106204" y="76566"/>
                    </a:cubicBezTo>
                    <a:lnTo>
                      <a:pt x="106204" y="76072"/>
                    </a:lnTo>
                    <a:cubicBezTo>
                      <a:pt x="106204" y="34578"/>
                      <a:pt x="72120" y="0"/>
                      <a:pt x="29144" y="0"/>
                    </a:cubicBezTo>
                    <a:lnTo>
                      <a:pt x="29144" y="0"/>
                    </a:lnTo>
                    <a:lnTo>
                      <a:pt x="29144" y="0"/>
                    </a:lnTo>
                    <a:close/>
                  </a:path>
                </a:pathLst>
              </a:custGeom>
              <a:grpFill/>
              <a:ln w="4933" cap="flat">
                <a:noFill/>
                <a:prstDash val="solid"/>
                <a:miter/>
              </a:ln>
            </p:spPr>
            <p:txBody>
              <a:bodyPr rtlCol="0" anchor="ctr"/>
              <a:lstStyle/>
              <a:p>
                <a:endParaRPr lang="en-US"/>
              </a:p>
            </p:txBody>
          </p:sp>
          <p:sp>
            <p:nvSpPr>
              <p:cNvPr id="40" name="Freeform 220">
                <a:extLst>
                  <a:ext uri="{FF2B5EF4-FFF2-40B4-BE49-F238E27FC236}">
                    <a16:creationId xmlns:a16="http://schemas.microsoft.com/office/drawing/2014/main" id="{E7D55B95-0C0F-0C20-62BD-22D54DD959E4}"/>
                  </a:ext>
                </a:extLst>
              </p:cNvPr>
              <p:cNvSpPr/>
              <p:nvPr/>
            </p:nvSpPr>
            <p:spPr>
              <a:xfrm>
                <a:off x="702245" y="4092540"/>
                <a:ext cx="212409" cy="212409"/>
              </a:xfrm>
              <a:custGeom>
                <a:avLst/>
                <a:gdLst>
                  <a:gd name="connsiteX0" fmla="*/ 212408 w 212408"/>
                  <a:gd name="connsiteY0" fmla="*/ 106204 h 212408"/>
                  <a:gd name="connsiteX1" fmla="*/ 106204 w 212408"/>
                  <a:gd name="connsiteY1" fmla="*/ 0 h 212408"/>
                  <a:gd name="connsiteX2" fmla="*/ 0 w 212408"/>
                  <a:gd name="connsiteY2" fmla="*/ 106204 h 212408"/>
                  <a:gd name="connsiteX3" fmla="*/ 106204 w 212408"/>
                  <a:gd name="connsiteY3" fmla="*/ 212408 h 212408"/>
                  <a:gd name="connsiteX4" fmla="*/ 212408 w 212408"/>
                  <a:gd name="connsiteY4" fmla="*/ 106204 h 212408"/>
                  <a:gd name="connsiteX5" fmla="*/ 153625 w 212408"/>
                  <a:gd name="connsiteY5" fmla="*/ 106204 h 212408"/>
                  <a:gd name="connsiteX6" fmla="*/ 106204 w 212408"/>
                  <a:gd name="connsiteY6" fmla="*/ 153625 h 212408"/>
                  <a:gd name="connsiteX7" fmla="*/ 58783 w 212408"/>
                  <a:gd name="connsiteY7" fmla="*/ 106204 h 212408"/>
                  <a:gd name="connsiteX8" fmla="*/ 106204 w 212408"/>
                  <a:gd name="connsiteY8" fmla="*/ 58783 h 212408"/>
                  <a:gd name="connsiteX9" fmla="*/ 153625 w 212408"/>
                  <a:gd name="connsiteY9" fmla="*/ 106204 h 21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408" h="212408">
                    <a:moveTo>
                      <a:pt x="212408" y="106204"/>
                    </a:moveTo>
                    <a:cubicBezTo>
                      <a:pt x="212408" y="47421"/>
                      <a:pt x="164987" y="0"/>
                      <a:pt x="106204" y="0"/>
                    </a:cubicBezTo>
                    <a:cubicBezTo>
                      <a:pt x="47421" y="0"/>
                      <a:pt x="0" y="47421"/>
                      <a:pt x="0" y="106204"/>
                    </a:cubicBezTo>
                    <a:cubicBezTo>
                      <a:pt x="0" y="164987"/>
                      <a:pt x="47421" y="212408"/>
                      <a:pt x="106204" y="212408"/>
                    </a:cubicBezTo>
                    <a:cubicBezTo>
                      <a:pt x="164987" y="212408"/>
                      <a:pt x="212408" y="164987"/>
                      <a:pt x="212408" y="106204"/>
                    </a:cubicBezTo>
                    <a:close/>
                    <a:moveTo>
                      <a:pt x="153625" y="106204"/>
                    </a:moveTo>
                    <a:cubicBezTo>
                      <a:pt x="153625" y="132879"/>
                      <a:pt x="132879" y="153625"/>
                      <a:pt x="106204" y="153625"/>
                    </a:cubicBezTo>
                    <a:cubicBezTo>
                      <a:pt x="79530" y="153625"/>
                      <a:pt x="58783" y="132879"/>
                      <a:pt x="58783" y="106204"/>
                    </a:cubicBezTo>
                    <a:cubicBezTo>
                      <a:pt x="58783" y="79530"/>
                      <a:pt x="79530" y="58783"/>
                      <a:pt x="106204" y="58783"/>
                    </a:cubicBezTo>
                    <a:cubicBezTo>
                      <a:pt x="132879" y="58783"/>
                      <a:pt x="153625" y="79530"/>
                      <a:pt x="153625" y="106204"/>
                    </a:cubicBezTo>
                    <a:close/>
                  </a:path>
                </a:pathLst>
              </a:custGeom>
              <a:grpFill/>
              <a:ln w="4933" cap="flat">
                <a:noFill/>
                <a:prstDash val="solid"/>
                <a:miter/>
              </a:ln>
            </p:spPr>
            <p:txBody>
              <a:bodyPr rtlCol="0" anchor="ctr"/>
              <a:lstStyle/>
              <a:p>
                <a:endParaRPr lang="en-US"/>
              </a:p>
            </p:txBody>
          </p:sp>
          <p:sp>
            <p:nvSpPr>
              <p:cNvPr id="41" name="Freeform 221">
                <a:extLst>
                  <a:ext uri="{FF2B5EF4-FFF2-40B4-BE49-F238E27FC236}">
                    <a16:creationId xmlns:a16="http://schemas.microsoft.com/office/drawing/2014/main" id="{18D22F77-F568-864D-7921-485B21B06A7C}"/>
                  </a:ext>
                </a:extLst>
              </p:cNvPr>
              <p:cNvSpPr/>
              <p:nvPr/>
            </p:nvSpPr>
            <p:spPr>
              <a:xfrm>
                <a:off x="635560" y="4265430"/>
                <a:ext cx="106217" cy="105711"/>
              </a:xfrm>
              <a:custGeom>
                <a:avLst/>
                <a:gdLst>
                  <a:gd name="connsiteX0" fmla="*/ 77554 w 106217"/>
                  <a:gd name="connsiteY0" fmla="*/ 0 h 105710"/>
                  <a:gd name="connsiteX1" fmla="*/ 76566 w 106217"/>
                  <a:gd name="connsiteY1" fmla="*/ 0 h 105710"/>
                  <a:gd name="connsiteX2" fmla="*/ 0 w 106217"/>
                  <a:gd name="connsiteY2" fmla="*/ 76072 h 105710"/>
                  <a:gd name="connsiteX3" fmla="*/ 8398 w 106217"/>
                  <a:gd name="connsiteY3" fmla="*/ 96819 h 105710"/>
                  <a:gd name="connsiteX4" fmla="*/ 29144 w 106217"/>
                  <a:gd name="connsiteY4" fmla="*/ 105710 h 105710"/>
                  <a:gd name="connsiteX5" fmla="*/ 29638 w 106217"/>
                  <a:gd name="connsiteY5" fmla="*/ 105710 h 105710"/>
                  <a:gd name="connsiteX6" fmla="*/ 49891 w 106217"/>
                  <a:gd name="connsiteY6" fmla="*/ 97312 h 105710"/>
                  <a:gd name="connsiteX7" fmla="*/ 58783 w 106217"/>
                  <a:gd name="connsiteY7" fmla="*/ 76566 h 105710"/>
                  <a:gd name="connsiteX8" fmla="*/ 58783 w 106217"/>
                  <a:gd name="connsiteY8" fmla="*/ 75578 h 105710"/>
                  <a:gd name="connsiteX9" fmla="*/ 76566 w 106217"/>
                  <a:gd name="connsiteY9" fmla="*/ 58289 h 105710"/>
                  <a:gd name="connsiteX10" fmla="*/ 97313 w 106217"/>
                  <a:gd name="connsiteY10" fmla="*/ 49891 h 105710"/>
                  <a:gd name="connsiteX11" fmla="*/ 106204 w 106217"/>
                  <a:gd name="connsiteY11" fmla="*/ 29144 h 105710"/>
                  <a:gd name="connsiteX12" fmla="*/ 77554 w 106217"/>
                  <a:gd name="connsiteY12" fmla="*/ 0 h 105710"/>
                  <a:gd name="connsiteX13" fmla="*/ 77554 w 106217"/>
                  <a:gd name="connsiteY13" fmla="*/ 0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217" h="105710">
                    <a:moveTo>
                      <a:pt x="77554" y="0"/>
                    </a:moveTo>
                    <a:cubicBezTo>
                      <a:pt x="77060" y="0"/>
                      <a:pt x="77060" y="0"/>
                      <a:pt x="76566" y="0"/>
                    </a:cubicBezTo>
                    <a:cubicBezTo>
                      <a:pt x="34578" y="0"/>
                      <a:pt x="0" y="34084"/>
                      <a:pt x="0" y="76072"/>
                    </a:cubicBezTo>
                    <a:cubicBezTo>
                      <a:pt x="0" y="83975"/>
                      <a:pt x="2964" y="91385"/>
                      <a:pt x="8398" y="96819"/>
                    </a:cubicBezTo>
                    <a:cubicBezTo>
                      <a:pt x="13831" y="102252"/>
                      <a:pt x="21241" y="105710"/>
                      <a:pt x="29144" y="105710"/>
                    </a:cubicBezTo>
                    <a:lnTo>
                      <a:pt x="29638" y="105710"/>
                    </a:lnTo>
                    <a:cubicBezTo>
                      <a:pt x="37542" y="105710"/>
                      <a:pt x="44458" y="102746"/>
                      <a:pt x="49891" y="97312"/>
                    </a:cubicBezTo>
                    <a:cubicBezTo>
                      <a:pt x="55325" y="91879"/>
                      <a:pt x="58783" y="84469"/>
                      <a:pt x="58783" y="76566"/>
                    </a:cubicBezTo>
                    <a:cubicBezTo>
                      <a:pt x="58783" y="76072"/>
                      <a:pt x="58783" y="76072"/>
                      <a:pt x="58783" y="75578"/>
                    </a:cubicBezTo>
                    <a:cubicBezTo>
                      <a:pt x="58783" y="65698"/>
                      <a:pt x="66192" y="58289"/>
                      <a:pt x="76566" y="58289"/>
                    </a:cubicBezTo>
                    <a:cubicBezTo>
                      <a:pt x="84469" y="58289"/>
                      <a:pt x="91879" y="55325"/>
                      <a:pt x="97313" y="49891"/>
                    </a:cubicBezTo>
                    <a:cubicBezTo>
                      <a:pt x="102746" y="44458"/>
                      <a:pt x="106204" y="37048"/>
                      <a:pt x="106204" y="29144"/>
                    </a:cubicBezTo>
                    <a:cubicBezTo>
                      <a:pt x="106698" y="13831"/>
                      <a:pt x="93361" y="494"/>
                      <a:pt x="77554" y="0"/>
                    </a:cubicBezTo>
                    <a:lnTo>
                      <a:pt x="77554" y="0"/>
                    </a:lnTo>
                    <a:close/>
                  </a:path>
                </a:pathLst>
              </a:custGeom>
              <a:grpFill/>
              <a:ln w="4933" cap="flat">
                <a:noFill/>
                <a:prstDash val="solid"/>
                <a:miter/>
              </a:ln>
            </p:spPr>
            <p:txBody>
              <a:bodyPr rtlCol="0" anchor="ctr"/>
              <a:lstStyle/>
              <a:p>
                <a:endParaRPr lang="en-US"/>
              </a:p>
            </p:txBody>
          </p:sp>
          <p:sp>
            <p:nvSpPr>
              <p:cNvPr id="42" name="Freeform 222">
                <a:extLst>
                  <a:ext uri="{FF2B5EF4-FFF2-40B4-BE49-F238E27FC236}">
                    <a16:creationId xmlns:a16="http://schemas.microsoft.com/office/drawing/2014/main" id="{30F266E0-0B05-122B-CFFA-AAD2EC812AAB}"/>
                  </a:ext>
                </a:extLst>
              </p:cNvPr>
              <p:cNvSpPr/>
              <p:nvPr/>
            </p:nvSpPr>
            <p:spPr>
              <a:xfrm>
                <a:off x="874641" y="4265430"/>
                <a:ext cx="106698" cy="105711"/>
              </a:xfrm>
              <a:custGeom>
                <a:avLst/>
                <a:gdLst>
                  <a:gd name="connsiteX0" fmla="*/ 29638 w 106698"/>
                  <a:gd name="connsiteY0" fmla="*/ 0 h 105710"/>
                  <a:gd name="connsiteX1" fmla="*/ 29638 w 106698"/>
                  <a:gd name="connsiteY1" fmla="*/ 0 h 105710"/>
                  <a:gd name="connsiteX2" fmla="*/ 8892 w 106698"/>
                  <a:gd name="connsiteY2" fmla="*/ 8397 h 105710"/>
                  <a:gd name="connsiteX3" fmla="*/ 0 w 106698"/>
                  <a:gd name="connsiteY3" fmla="*/ 29144 h 105710"/>
                  <a:gd name="connsiteX4" fmla="*/ 8398 w 106698"/>
                  <a:gd name="connsiteY4" fmla="*/ 49891 h 105710"/>
                  <a:gd name="connsiteX5" fmla="*/ 29144 w 106698"/>
                  <a:gd name="connsiteY5" fmla="*/ 58783 h 105710"/>
                  <a:gd name="connsiteX6" fmla="*/ 30132 w 106698"/>
                  <a:gd name="connsiteY6" fmla="*/ 58783 h 105710"/>
                  <a:gd name="connsiteX7" fmla="*/ 47915 w 106698"/>
                  <a:gd name="connsiteY7" fmla="*/ 76072 h 105710"/>
                  <a:gd name="connsiteX8" fmla="*/ 77060 w 106698"/>
                  <a:gd name="connsiteY8" fmla="*/ 105710 h 105710"/>
                  <a:gd name="connsiteX9" fmla="*/ 77554 w 106698"/>
                  <a:gd name="connsiteY9" fmla="*/ 105710 h 105710"/>
                  <a:gd name="connsiteX10" fmla="*/ 97807 w 106698"/>
                  <a:gd name="connsiteY10" fmla="*/ 97312 h 105710"/>
                  <a:gd name="connsiteX11" fmla="*/ 106698 w 106698"/>
                  <a:gd name="connsiteY11" fmla="*/ 76566 h 105710"/>
                  <a:gd name="connsiteX12" fmla="*/ 106698 w 106698"/>
                  <a:gd name="connsiteY12" fmla="*/ 75578 h 105710"/>
                  <a:gd name="connsiteX13" fmla="*/ 29638 w 106698"/>
                  <a:gd name="connsiteY13" fmla="*/ 0 h 105710"/>
                  <a:gd name="connsiteX14" fmla="*/ 29638 w 106698"/>
                  <a:gd name="connsiteY14" fmla="*/ 0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6698" h="105710">
                    <a:moveTo>
                      <a:pt x="29638" y="0"/>
                    </a:moveTo>
                    <a:lnTo>
                      <a:pt x="29638" y="0"/>
                    </a:lnTo>
                    <a:cubicBezTo>
                      <a:pt x="21735" y="0"/>
                      <a:pt x="14325" y="2964"/>
                      <a:pt x="8892" y="8397"/>
                    </a:cubicBezTo>
                    <a:cubicBezTo>
                      <a:pt x="3458" y="13831"/>
                      <a:pt x="0" y="21241"/>
                      <a:pt x="0" y="29144"/>
                    </a:cubicBezTo>
                    <a:cubicBezTo>
                      <a:pt x="0" y="37048"/>
                      <a:pt x="2964" y="44458"/>
                      <a:pt x="8398" y="49891"/>
                    </a:cubicBezTo>
                    <a:cubicBezTo>
                      <a:pt x="13831" y="55325"/>
                      <a:pt x="21241" y="58783"/>
                      <a:pt x="29144" y="58783"/>
                    </a:cubicBezTo>
                    <a:cubicBezTo>
                      <a:pt x="29638" y="58783"/>
                      <a:pt x="29638" y="58783"/>
                      <a:pt x="30132" y="58783"/>
                    </a:cubicBezTo>
                    <a:cubicBezTo>
                      <a:pt x="40012" y="58783"/>
                      <a:pt x="47915" y="66192"/>
                      <a:pt x="47915" y="76072"/>
                    </a:cubicBezTo>
                    <a:cubicBezTo>
                      <a:pt x="47915" y="92373"/>
                      <a:pt x="60759" y="105710"/>
                      <a:pt x="77060" y="105710"/>
                    </a:cubicBezTo>
                    <a:lnTo>
                      <a:pt x="77554" y="105710"/>
                    </a:lnTo>
                    <a:cubicBezTo>
                      <a:pt x="85457" y="105710"/>
                      <a:pt x="92373" y="102746"/>
                      <a:pt x="97807" y="97312"/>
                    </a:cubicBezTo>
                    <a:cubicBezTo>
                      <a:pt x="103240" y="91879"/>
                      <a:pt x="106698" y="84469"/>
                      <a:pt x="106698" y="76566"/>
                    </a:cubicBezTo>
                    <a:cubicBezTo>
                      <a:pt x="106698" y="76072"/>
                      <a:pt x="106698" y="76072"/>
                      <a:pt x="106698" y="75578"/>
                    </a:cubicBezTo>
                    <a:cubicBezTo>
                      <a:pt x="106204" y="34084"/>
                      <a:pt x="72120" y="0"/>
                      <a:pt x="29638" y="0"/>
                    </a:cubicBezTo>
                    <a:lnTo>
                      <a:pt x="29638" y="0"/>
                    </a:lnTo>
                    <a:close/>
                  </a:path>
                </a:pathLst>
              </a:custGeom>
              <a:grpFill/>
              <a:ln w="4933" cap="flat">
                <a:noFill/>
                <a:prstDash val="solid"/>
                <a:miter/>
              </a:ln>
            </p:spPr>
            <p:txBody>
              <a:bodyPr rtlCol="0" anchor="ctr"/>
              <a:lstStyle/>
              <a:p>
                <a:endParaRPr lang="en-US"/>
              </a:p>
            </p:txBody>
          </p:sp>
          <p:sp>
            <p:nvSpPr>
              <p:cNvPr id="43" name="Freeform 223">
                <a:extLst>
                  <a:ext uri="{FF2B5EF4-FFF2-40B4-BE49-F238E27FC236}">
                    <a16:creationId xmlns:a16="http://schemas.microsoft.com/office/drawing/2014/main" id="{F5F8B108-51DC-EB34-404F-D46774A81A82}"/>
                  </a:ext>
                </a:extLst>
              </p:cNvPr>
              <p:cNvSpPr/>
              <p:nvPr/>
            </p:nvSpPr>
            <p:spPr>
              <a:xfrm>
                <a:off x="548089" y="3996610"/>
                <a:ext cx="519903" cy="519759"/>
              </a:xfrm>
              <a:custGeom>
                <a:avLst/>
                <a:gdLst>
                  <a:gd name="connsiteX0" fmla="*/ 485118 w 519902"/>
                  <a:gd name="connsiteY0" fmla="*/ 130014 h 519758"/>
                  <a:gd name="connsiteX1" fmla="*/ 129952 w 519902"/>
                  <a:gd name="connsiteY1" fmla="*/ 34677 h 519758"/>
                  <a:gd name="connsiteX2" fmla="*/ 8928 w 519902"/>
                  <a:gd name="connsiteY2" fmla="*/ 192749 h 519758"/>
                  <a:gd name="connsiteX3" fmla="*/ 34615 w 519902"/>
                  <a:gd name="connsiteY3" fmla="*/ 389844 h 519758"/>
                  <a:gd name="connsiteX4" fmla="*/ 192686 w 519902"/>
                  <a:gd name="connsiteY4" fmla="*/ 510867 h 519758"/>
                  <a:gd name="connsiteX5" fmla="*/ 260360 w 519902"/>
                  <a:gd name="connsiteY5" fmla="*/ 519758 h 519758"/>
                  <a:gd name="connsiteX6" fmla="*/ 389781 w 519902"/>
                  <a:gd name="connsiteY6" fmla="*/ 484686 h 519758"/>
                  <a:gd name="connsiteX7" fmla="*/ 485118 w 519902"/>
                  <a:gd name="connsiteY7" fmla="*/ 130014 h 519758"/>
                  <a:gd name="connsiteX8" fmla="*/ 485118 w 519902"/>
                  <a:gd name="connsiteY8" fmla="*/ 130014 h 519758"/>
                  <a:gd name="connsiteX9" fmla="*/ 360637 w 519902"/>
                  <a:gd name="connsiteY9" fmla="*/ 433807 h 519758"/>
                  <a:gd name="connsiteX10" fmla="*/ 85988 w 519902"/>
                  <a:gd name="connsiteY10" fmla="*/ 360205 h 519758"/>
                  <a:gd name="connsiteX11" fmla="*/ 159590 w 519902"/>
                  <a:gd name="connsiteY11" fmla="*/ 85557 h 519758"/>
                  <a:gd name="connsiteX12" fmla="*/ 259866 w 519902"/>
                  <a:gd name="connsiteY12" fmla="*/ 58882 h 519758"/>
                  <a:gd name="connsiteX13" fmla="*/ 434239 w 519902"/>
                  <a:gd name="connsiteY13" fmla="*/ 159652 h 519758"/>
                  <a:gd name="connsiteX14" fmla="*/ 360637 w 519902"/>
                  <a:gd name="connsiteY14" fmla="*/ 433807 h 519758"/>
                  <a:gd name="connsiteX15" fmla="*/ 360637 w 519902"/>
                  <a:gd name="connsiteY15" fmla="*/ 433807 h 519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9902" h="519758">
                    <a:moveTo>
                      <a:pt x="485118" y="130014"/>
                    </a:moveTo>
                    <a:cubicBezTo>
                      <a:pt x="413492" y="6027"/>
                      <a:pt x="253939" y="-36949"/>
                      <a:pt x="129952" y="34677"/>
                    </a:cubicBezTo>
                    <a:cubicBezTo>
                      <a:pt x="69687" y="69255"/>
                      <a:pt x="26711" y="125568"/>
                      <a:pt x="8928" y="192749"/>
                    </a:cubicBezTo>
                    <a:cubicBezTo>
                      <a:pt x="-8855" y="259929"/>
                      <a:pt x="37" y="330073"/>
                      <a:pt x="34615" y="389844"/>
                    </a:cubicBezTo>
                    <a:cubicBezTo>
                      <a:pt x="69193" y="450108"/>
                      <a:pt x="125506" y="493084"/>
                      <a:pt x="192686" y="510867"/>
                    </a:cubicBezTo>
                    <a:cubicBezTo>
                      <a:pt x="214915" y="516794"/>
                      <a:pt x="238132" y="519758"/>
                      <a:pt x="260360" y="519758"/>
                    </a:cubicBezTo>
                    <a:cubicBezTo>
                      <a:pt x="305312" y="519758"/>
                      <a:pt x="349769" y="507903"/>
                      <a:pt x="389781" y="484686"/>
                    </a:cubicBezTo>
                    <a:cubicBezTo>
                      <a:pt x="514262" y="413060"/>
                      <a:pt x="556744" y="254001"/>
                      <a:pt x="485118" y="130014"/>
                    </a:cubicBezTo>
                    <a:lnTo>
                      <a:pt x="485118" y="130014"/>
                    </a:lnTo>
                    <a:close/>
                    <a:moveTo>
                      <a:pt x="360637" y="433807"/>
                    </a:moveTo>
                    <a:cubicBezTo>
                      <a:pt x="264806" y="489132"/>
                      <a:pt x="141313" y="456036"/>
                      <a:pt x="85988" y="360205"/>
                    </a:cubicBezTo>
                    <a:cubicBezTo>
                      <a:pt x="30663" y="264375"/>
                      <a:pt x="63759" y="140882"/>
                      <a:pt x="159590" y="85557"/>
                    </a:cubicBezTo>
                    <a:cubicBezTo>
                      <a:pt x="191204" y="67280"/>
                      <a:pt x="225782" y="58882"/>
                      <a:pt x="259866" y="58882"/>
                    </a:cubicBezTo>
                    <a:cubicBezTo>
                      <a:pt x="329516" y="58882"/>
                      <a:pt x="397191" y="94942"/>
                      <a:pt x="434239" y="159652"/>
                    </a:cubicBezTo>
                    <a:cubicBezTo>
                      <a:pt x="490057" y="255483"/>
                      <a:pt x="456961" y="378482"/>
                      <a:pt x="360637" y="433807"/>
                    </a:cubicBezTo>
                    <a:lnTo>
                      <a:pt x="360637" y="433807"/>
                    </a:lnTo>
                    <a:close/>
                  </a:path>
                </a:pathLst>
              </a:custGeom>
              <a:grpFill/>
              <a:ln w="4933" cap="flat">
                <a:noFill/>
                <a:prstDash val="solid"/>
                <a:miter/>
              </a:ln>
            </p:spPr>
            <p:txBody>
              <a:bodyPr rtlCol="0" anchor="ctr"/>
              <a:lstStyle/>
              <a:p>
                <a:endParaRPr lang="en-US"/>
              </a:p>
            </p:txBody>
          </p:sp>
          <p:sp>
            <p:nvSpPr>
              <p:cNvPr id="44" name="Freeform 224">
                <a:extLst>
                  <a:ext uri="{FF2B5EF4-FFF2-40B4-BE49-F238E27FC236}">
                    <a16:creationId xmlns:a16="http://schemas.microsoft.com/office/drawing/2014/main" id="{2D753AF4-4AEA-87FB-6548-1779CE755247}"/>
                  </a:ext>
                </a:extLst>
              </p:cNvPr>
              <p:cNvSpPr/>
              <p:nvPr/>
            </p:nvSpPr>
            <p:spPr>
              <a:xfrm>
                <a:off x="1278455" y="3996453"/>
                <a:ext cx="519794" cy="519916"/>
              </a:xfrm>
              <a:custGeom>
                <a:avLst/>
                <a:gdLst>
                  <a:gd name="connsiteX0" fmla="*/ 390001 w 519795"/>
                  <a:gd name="connsiteY0" fmla="*/ 34835 h 519915"/>
                  <a:gd name="connsiteX1" fmla="*/ 192906 w 519795"/>
                  <a:gd name="connsiteY1" fmla="*/ 9148 h 519915"/>
                  <a:gd name="connsiteX2" fmla="*/ 34835 w 519795"/>
                  <a:gd name="connsiteY2" fmla="*/ 130171 h 519915"/>
                  <a:gd name="connsiteX3" fmla="*/ 9148 w 519795"/>
                  <a:gd name="connsiteY3" fmla="*/ 327266 h 519915"/>
                  <a:gd name="connsiteX4" fmla="*/ 130171 w 519795"/>
                  <a:gd name="connsiteY4" fmla="*/ 485337 h 519915"/>
                  <a:gd name="connsiteX5" fmla="*/ 259592 w 519795"/>
                  <a:gd name="connsiteY5" fmla="*/ 519915 h 519915"/>
                  <a:gd name="connsiteX6" fmla="*/ 485337 w 519795"/>
                  <a:gd name="connsiteY6" fmla="*/ 390001 h 519915"/>
                  <a:gd name="connsiteX7" fmla="*/ 390001 w 519795"/>
                  <a:gd name="connsiteY7" fmla="*/ 34835 h 519915"/>
                  <a:gd name="connsiteX8" fmla="*/ 390001 w 519795"/>
                  <a:gd name="connsiteY8" fmla="*/ 34835 h 519915"/>
                  <a:gd name="connsiteX9" fmla="*/ 433964 w 519795"/>
                  <a:gd name="connsiteY9" fmla="*/ 360362 h 519915"/>
                  <a:gd name="connsiteX10" fmla="*/ 159316 w 519795"/>
                  <a:gd name="connsiteY10" fmla="*/ 433964 h 519915"/>
                  <a:gd name="connsiteX11" fmla="*/ 85714 w 519795"/>
                  <a:gd name="connsiteY11" fmla="*/ 159316 h 519915"/>
                  <a:gd name="connsiteX12" fmla="*/ 260086 w 519795"/>
                  <a:gd name="connsiteY12" fmla="*/ 58545 h 519915"/>
                  <a:gd name="connsiteX13" fmla="*/ 360362 w 519795"/>
                  <a:gd name="connsiteY13" fmla="*/ 85220 h 519915"/>
                  <a:gd name="connsiteX14" fmla="*/ 433964 w 519795"/>
                  <a:gd name="connsiteY14" fmla="*/ 360362 h 519915"/>
                  <a:gd name="connsiteX15" fmla="*/ 433964 w 519795"/>
                  <a:gd name="connsiteY15" fmla="*/ 360362 h 51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9795" h="519915">
                    <a:moveTo>
                      <a:pt x="390001" y="34835"/>
                    </a:moveTo>
                    <a:cubicBezTo>
                      <a:pt x="329736" y="256"/>
                      <a:pt x="260086" y="-9129"/>
                      <a:pt x="192906" y="9148"/>
                    </a:cubicBezTo>
                    <a:cubicBezTo>
                      <a:pt x="125725" y="26931"/>
                      <a:pt x="69907" y="69907"/>
                      <a:pt x="34835" y="130171"/>
                    </a:cubicBezTo>
                    <a:cubicBezTo>
                      <a:pt x="257" y="190436"/>
                      <a:pt x="-9129" y="260086"/>
                      <a:pt x="9148" y="327266"/>
                    </a:cubicBezTo>
                    <a:cubicBezTo>
                      <a:pt x="26931" y="394446"/>
                      <a:pt x="69907" y="450265"/>
                      <a:pt x="130171" y="485337"/>
                    </a:cubicBezTo>
                    <a:cubicBezTo>
                      <a:pt x="171171" y="509048"/>
                      <a:pt x="215628" y="519915"/>
                      <a:pt x="259592" y="519915"/>
                    </a:cubicBezTo>
                    <a:cubicBezTo>
                      <a:pt x="349495" y="519915"/>
                      <a:pt x="436928" y="473482"/>
                      <a:pt x="485337" y="390001"/>
                    </a:cubicBezTo>
                    <a:cubicBezTo>
                      <a:pt x="556469" y="266014"/>
                      <a:pt x="513988" y="106460"/>
                      <a:pt x="390001" y="34835"/>
                    </a:cubicBezTo>
                    <a:lnTo>
                      <a:pt x="390001" y="34835"/>
                    </a:lnTo>
                    <a:close/>
                    <a:moveTo>
                      <a:pt x="433964" y="360362"/>
                    </a:moveTo>
                    <a:cubicBezTo>
                      <a:pt x="378639" y="456193"/>
                      <a:pt x="255146" y="489289"/>
                      <a:pt x="159316" y="433964"/>
                    </a:cubicBezTo>
                    <a:cubicBezTo>
                      <a:pt x="63485" y="378639"/>
                      <a:pt x="30389" y="255146"/>
                      <a:pt x="85714" y="159316"/>
                    </a:cubicBezTo>
                    <a:cubicBezTo>
                      <a:pt x="122762" y="95099"/>
                      <a:pt x="190436" y="58545"/>
                      <a:pt x="260086" y="58545"/>
                    </a:cubicBezTo>
                    <a:cubicBezTo>
                      <a:pt x="294170" y="58545"/>
                      <a:pt x="328748" y="67437"/>
                      <a:pt x="360362" y="85220"/>
                    </a:cubicBezTo>
                    <a:cubicBezTo>
                      <a:pt x="456687" y="141039"/>
                      <a:pt x="489289" y="264532"/>
                      <a:pt x="433964" y="360362"/>
                    </a:cubicBezTo>
                    <a:lnTo>
                      <a:pt x="433964" y="360362"/>
                    </a:lnTo>
                    <a:close/>
                  </a:path>
                </a:pathLst>
              </a:custGeom>
              <a:grpFill/>
              <a:ln w="4933" cap="flat">
                <a:noFill/>
                <a:prstDash val="solid"/>
                <a:miter/>
              </a:ln>
            </p:spPr>
            <p:txBody>
              <a:bodyPr rtlCol="0" anchor="ctr"/>
              <a:lstStyle/>
              <a:p>
                <a:endParaRPr lang="en-US"/>
              </a:p>
            </p:txBody>
          </p:sp>
          <p:sp>
            <p:nvSpPr>
              <p:cNvPr id="45" name="Freeform 225">
                <a:extLst>
                  <a:ext uri="{FF2B5EF4-FFF2-40B4-BE49-F238E27FC236}">
                    <a16:creationId xmlns:a16="http://schemas.microsoft.com/office/drawing/2014/main" id="{060777FE-9BE8-722E-2F84-C0D6639429C9}"/>
                  </a:ext>
                </a:extLst>
              </p:cNvPr>
              <p:cNvSpPr/>
              <p:nvPr/>
            </p:nvSpPr>
            <p:spPr>
              <a:xfrm>
                <a:off x="1432335" y="4092540"/>
                <a:ext cx="212409" cy="212409"/>
              </a:xfrm>
              <a:custGeom>
                <a:avLst/>
                <a:gdLst>
                  <a:gd name="connsiteX0" fmla="*/ 212408 w 212408"/>
                  <a:gd name="connsiteY0" fmla="*/ 106204 h 212408"/>
                  <a:gd name="connsiteX1" fmla="*/ 106204 w 212408"/>
                  <a:gd name="connsiteY1" fmla="*/ 0 h 212408"/>
                  <a:gd name="connsiteX2" fmla="*/ 0 w 212408"/>
                  <a:gd name="connsiteY2" fmla="*/ 106204 h 212408"/>
                  <a:gd name="connsiteX3" fmla="*/ 106204 w 212408"/>
                  <a:gd name="connsiteY3" fmla="*/ 212408 h 212408"/>
                  <a:gd name="connsiteX4" fmla="*/ 212408 w 212408"/>
                  <a:gd name="connsiteY4" fmla="*/ 106204 h 212408"/>
                  <a:gd name="connsiteX5" fmla="*/ 153625 w 212408"/>
                  <a:gd name="connsiteY5" fmla="*/ 106204 h 212408"/>
                  <a:gd name="connsiteX6" fmla="*/ 106204 w 212408"/>
                  <a:gd name="connsiteY6" fmla="*/ 153625 h 212408"/>
                  <a:gd name="connsiteX7" fmla="*/ 58783 w 212408"/>
                  <a:gd name="connsiteY7" fmla="*/ 106204 h 212408"/>
                  <a:gd name="connsiteX8" fmla="*/ 106204 w 212408"/>
                  <a:gd name="connsiteY8" fmla="*/ 58783 h 212408"/>
                  <a:gd name="connsiteX9" fmla="*/ 153625 w 212408"/>
                  <a:gd name="connsiteY9" fmla="*/ 106204 h 212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2408" h="212408">
                    <a:moveTo>
                      <a:pt x="212408" y="106204"/>
                    </a:moveTo>
                    <a:cubicBezTo>
                      <a:pt x="212408" y="47421"/>
                      <a:pt x="164987" y="0"/>
                      <a:pt x="106204" y="0"/>
                    </a:cubicBezTo>
                    <a:cubicBezTo>
                      <a:pt x="47421" y="0"/>
                      <a:pt x="0" y="47421"/>
                      <a:pt x="0" y="106204"/>
                    </a:cubicBezTo>
                    <a:cubicBezTo>
                      <a:pt x="0" y="164987"/>
                      <a:pt x="47421" y="212408"/>
                      <a:pt x="106204" y="212408"/>
                    </a:cubicBezTo>
                    <a:cubicBezTo>
                      <a:pt x="164987" y="212408"/>
                      <a:pt x="212408" y="164987"/>
                      <a:pt x="212408" y="106204"/>
                    </a:cubicBezTo>
                    <a:close/>
                    <a:moveTo>
                      <a:pt x="153625" y="106204"/>
                    </a:moveTo>
                    <a:cubicBezTo>
                      <a:pt x="153625" y="132879"/>
                      <a:pt x="132879" y="153625"/>
                      <a:pt x="106204" y="153625"/>
                    </a:cubicBezTo>
                    <a:cubicBezTo>
                      <a:pt x="79530" y="153625"/>
                      <a:pt x="58783" y="132879"/>
                      <a:pt x="58783" y="106204"/>
                    </a:cubicBezTo>
                    <a:cubicBezTo>
                      <a:pt x="58783" y="79530"/>
                      <a:pt x="79530" y="58783"/>
                      <a:pt x="106204" y="58783"/>
                    </a:cubicBezTo>
                    <a:cubicBezTo>
                      <a:pt x="132879" y="58783"/>
                      <a:pt x="153625" y="79530"/>
                      <a:pt x="153625" y="106204"/>
                    </a:cubicBezTo>
                    <a:close/>
                  </a:path>
                </a:pathLst>
              </a:custGeom>
              <a:grpFill/>
              <a:ln w="4933" cap="flat">
                <a:noFill/>
                <a:prstDash val="solid"/>
                <a:miter/>
              </a:ln>
            </p:spPr>
            <p:txBody>
              <a:bodyPr rtlCol="0" anchor="ctr"/>
              <a:lstStyle/>
              <a:p>
                <a:endParaRPr lang="en-US"/>
              </a:p>
            </p:txBody>
          </p:sp>
          <p:sp>
            <p:nvSpPr>
              <p:cNvPr id="46" name="Freeform 226">
                <a:extLst>
                  <a:ext uri="{FF2B5EF4-FFF2-40B4-BE49-F238E27FC236}">
                    <a16:creationId xmlns:a16="http://schemas.microsoft.com/office/drawing/2014/main" id="{B1BF214E-4B84-2983-5EBD-DFAFFD5885CD}"/>
                  </a:ext>
                </a:extLst>
              </p:cNvPr>
              <p:cNvSpPr/>
              <p:nvPr/>
            </p:nvSpPr>
            <p:spPr>
              <a:xfrm>
                <a:off x="1365650" y="4265430"/>
                <a:ext cx="106204" cy="105711"/>
              </a:xfrm>
              <a:custGeom>
                <a:avLst/>
                <a:gdLst>
                  <a:gd name="connsiteX0" fmla="*/ 77554 w 106204"/>
                  <a:gd name="connsiteY0" fmla="*/ 0 h 105710"/>
                  <a:gd name="connsiteX1" fmla="*/ 76566 w 106204"/>
                  <a:gd name="connsiteY1" fmla="*/ 0 h 105710"/>
                  <a:gd name="connsiteX2" fmla="*/ 0 w 106204"/>
                  <a:gd name="connsiteY2" fmla="*/ 76072 h 105710"/>
                  <a:gd name="connsiteX3" fmla="*/ 8398 w 106204"/>
                  <a:gd name="connsiteY3" fmla="*/ 96819 h 105710"/>
                  <a:gd name="connsiteX4" fmla="*/ 29144 w 106204"/>
                  <a:gd name="connsiteY4" fmla="*/ 105710 h 105710"/>
                  <a:gd name="connsiteX5" fmla="*/ 29638 w 106204"/>
                  <a:gd name="connsiteY5" fmla="*/ 105710 h 105710"/>
                  <a:gd name="connsiteX6" fmla="*/ 58783 w 106204"/>
                  <a:gd name="connsiteY6" fmla="*/ 76566 h 105710"/>
                  <a:gd name="connsiteX7" fmla="*/ 58783 w 106204"/>
                  <a:gd name="connsiteY7" fmla="*/ 76072 h 105710"/>
                  <a:gd name="connsiteX8" fmla="*/ 76566 w 106204"/>
                  <a:gd name="connsiteY8" fmla="*/ 58783 h 105710"/>
                  <a:gd name="connsiteX9" fmla="*/ 97313 w 106204"/>
                  <a:gd name="connsiteY9" fmla="*/ 50385 h 105710"/>
                  <a:gd name="connsiteX10" fmla="*/ 106204 w 106204"/>
                  <a:gd name="connsiteY10" fmla="*/ 29638 h 105710"/>
                  <a:gd name="connsiteX11" fmla="*/ 97807 w 106204"/>
                  <a:gd name="connsiteY11" fmla="*/ 8891 h 105710"/>
                  <a:gd name="connsiteX12" fmla="*/ 77554 w 106204"/>
                  <a:gd name="connsiteY12" fmla="*/ 0 h 105710"/>
                  <a:gd name="connsiteX13" fmla="*/ 77554 w 106204"/>
                  <a:gd name="connsiteY13" fmla="*/ 0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204" h="105710">
                    <a:moveTo>
                      <a:pt x="77554" y="0"/>
                    </a:moveTo>
                    <a:cubicBezTo>
                      <a:pt x="77060" y="0"/>
                      <a:pt x="77060" y="0"/>
                      <a:pt x="76566" y="0"/>
                    </a:cubicBezTo>
                    <a:cubicBezTo>
                      <a:pt x="34578" y="0"/>
                      <a:pt x="0" y="34084"/>
                      <a:pt x="0" y="76072"/>
                    </a:cubicBezTo>
                    <a:cubicBezTo>
                      <a:pt x="0" y="83975"/>
                      <a:pt x="2964" y="91385"/>
                      <a:pt x="8398" y="96819"/>
                    </a:cubicBezTo>
                    <a:cubicBezTo>
                      <a:pt x="13831" y="102252"/>
                      <a:pt x="21241" y="105710"/>
                      <a:pt x="29144" y="105710"/>
                    </a:cubicBezTo>
                    <a:lnTo>
                      <a:pt x="29638" y="105710"/>
                    </a:lnTo>
                    <a:cubicBezTo>
                      <a:pt x="45446" y="105710"/>
                      <a:pt x="58783" y="92867"/>
                      <a:pt x="58783" y="76566"/>
                    </a:cubicBezTo>
                    <a:lnTo>
                      <a:pt x="58783" y="76072"/>
                    </a:lnTo>
                    <a:cubicBezTo>
                      <a:pt x="58783" y="66192"/>
                      <a:pt x="66192" y="58783"/>
                      <a:pt x="76566" y="58783"/>
                    </a:cubicBezTo>
                    <a:cubicBezTo>
                      <a:pt x="84469" y="58783"/>
                      <a:pt x="91879" y="55819"/>
                      <a:pt x="97313" y="50385"/>
                    </a:cubicBezTo>
                    <a:cubicBezTo>
                      <a:pt x="102746" y="44952"/>
                      <a:pt x="106204" y="37542"/>
                      <a:pt x="106204" y="29638"/>
                    </a:cubicBezTo>
                    <a:cubicBezTo>
                      <a:pt x="106204" y="21735"/>
                      <a:pt x="103240" y="14325"/>
                      <a:pt x="97807" y="8891"/>
                    </a:cubicBezTo>
                    <a:cubicBezTo>
                      <a:pt x="92373" y="3458"/>
                      <a:pt x="84963" y="0"/>
                      <a:pt x="77554" y="0"/>
                    </a:cubicBezTo>
                    <a:lnTo>
                      <a:pt x="77554" y="0"/>
                    </a:lnTo>
                    <a:close/>
                  </a:path>
                </a:pathLst>
              </a:custGeom>
              <a:grpFill/>
              <a:ln w="4933" cap="flat">
                <a:noFill/>
                <a:prstDash val="solid"/>
                <a:miter/>
              </a:ln>
            </p:spPr>
            <p:txBody>
              <a:bodyPr rtlCol="0" anchor="ctr"/>
              <a:lstStyle/>
              <a:p>
                <a:endParaRPr lang="en-US"/>
              </a:p>
            </p:txBody>
          </p:sp>
          <p:sp>
            <p:nvSpPr>
              <p:cNvPr id="47" name="Freeform 227">
                <a:extLst>
                  <a:ext uri="{FF2B5EF4-FFF2-40B4-BE49-F238E27FC236}">
                    <a16:creationId xmlns:a16="http://schemas.microsoft.com/office/drawing/2014/main" id="{68F578BE-CB1F-C231-DF2D-E27B7BF44CE1}"/>
                  </a:ext>
                </a:extLst>
              </p:cNvPr>
              <p:cNvSpPr/>
              <p:nvPr/>
            </p:nvSpPr>
            <p:spPr>
              <a:xfrm>
                <a:off x="1604733" y="4265430"/>
                <a:ext cx="106698" cy="105711"/>
              </a:xfrm>
              <a:custGeom>
                <a:avLst/>
                <a:gdLst>
                  <a:gd name="connsiteX0" fmla="*/ 8891 w 106697"/>
                  <a:gd name="connsiteY0" fmla="*/ 8397 h 105710"/>
                  <a:gd name="connsiteX1" fmla="*/ 0 w 106697"/>
                  <a:gd name="connsiteY1" fmla="*/ 29144 h 105710"/>
                  <a:gd name="connsiteX2" fmla="*/ 8397 w 106697"/>
                  <a:gd name="connsiteY2" fmla="*/ 49891 h 105710"/>
                  <a:gd name="connsiteX3" fmla="*/ 29144 w 106697"/>
                  <a:gd name="connsiteY3" fmla="*/ 58783 h 105710"/>
                  <a:gd name="connsiteX4" fmla="*/ 30132 w 106697"/>
                  <a:gd name="connsiteY4" fmla="*/ 58783 h 105710"/>
                  <a:gd name="connsiteX5" fmla="*/ 47915 w 106697"/>
                  <a:gd name="connsiteY5" fmla="*/ 76072 h 105710"/>
                  <a:gd name="connsiteX6" fmla="*/ 77060 w 106697"/>
                  <a:gd name="connsiteY6" fmla="*/ 105710 h 105710"/>
                  <a:gd name="connsiteX7" fmla="*/ 77554 w 106697"/>
                  <a:gd name="connsiteY7" fmla="*/ 105710 h 105710"/>
                  <a:gd name="connsiteX8" fmla="*/ 97806 w 106697"/>
                  <a:gd name="connsiteY8" fmla="*/ 97312 h 105710"/>
                  <a:gd name="connsiteX9" fmla="*/ 106698 w 106697"/>
                  <a:gd name="connsiteY9" fmla="*/ 76566 h 105710"/>
                  <a:gd name="connsiteX10" fmla="*/ 106698 w 106697"/>
                  <a:gd name="connsiteY10" fmla="*/ 76072 h 105710"/>
                  <a:gd name="connsiteX11" fmla="*/ 30132 w 106697"/>
                  <a:gd name="connsiteY11" fmla="*/ 0 h 105710"/>
                  <a:gd name="connsiteX12" fmla="*/ 8891 w 106697"/>
                  <a:gd name="connsiteY12" fmla="*/ 8397 h 105710"/>
                  <a:gd name="connsiteX13" fmla="*/ 8891 w 106697"/>
                  <a:gd name="connsiteY13" fmla="*/ 8397 h 105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6697" h="105710">
                    <a:moveTo>
                      <a:pt x="8891" y="8397"/>
                    </a:moveTo>
                    <a:cubicBezTo>
                      <a:pt x="3458" y="13831"/>
                      <a:pt x="0" y="21241"/>
                      <a:pt x="0" y="29144"/>
                    </a:cubicBezTo>
                    <a:cubicBezTo>
                      <a:pt x="0" y="37048"/>
                      <a:pt x="2964" y="44458"/>
                      <a:pt x="8397" y="49891"/>
                    </a:cubicBezTo>
                    <a:cubicBezTo>
                      <a:pt x="13831" y="55325"/>
                      <a:pt x="21241" y="58783"/>
                      <a:pt x="29144" y="58783"/>
                    </a:cubicBezTo>
                    <a:cubicBezTo>
                      <a:pt x="29638" y="58783"/>
                      <a:pt x="29638" y="58783"/>
                      <a:pt x="30132" y="58783"/>
                    </a:cubicBezTo>
                    <a:cubicBezTo>
                      <a:pt x="40012" y="58783"/>
                      <a:pt x="47915" y="66192"/>
                      <a:pt x="47915" y="76072"/>
                    </a:cubicBezTo>
                    <a:cubicBezTo>
                      <a:pt x="47915" y="92373"/>
                      <a:pt x="60759" y="105710"/>
                      <a:pt x="77060" y="105710"/>
                    </a:cubicBezTo>
                    <a:lnTo>
                      <a:pt x="77554" y="105710"/>
                    </a:lnTo>
                    <a:cubicBezTo>
                      <a:pt x="85457" y="105710"/>
                      <a:pt x="92373" y="102746"/>
                      <a:pt x="97806" y="97312"/>
                    </a:cubicBezTo>
                    <a:cubicBezTo>
                      <a:pt x="103240" y="91879"/>
                      <a:pt x="106698" y="84469"/>
                      <a:pt x="106698" y="76566"/>
                    </a:cubicBezTo>
                    <a:lnTo>
                      <a:pt x="106698" y="76072"/>
                    </a:lnTo>
                    <a:cubicBezTo>
                      <a:pt x="106698" y="34084"/>
                      <a:pt x="72614" y="0"/>
                      <a:pt x="30132" y="0"/>
                    </a:cubicBezTo>
                    <a:cubicBezTo>
                      <a:pt x="21735" y="0"/>
                      <a:pt x="14325" y="2964"/>
                      <a:pt x="8891" y="8397"/>
                    </a:cubicBezTo>
                    <a:lnTo>
                      <a:pt x="8891" y="8397"/>
                    </a:lnTo>
                    <a:close/>
                  </a:path>
                </a:pathLst>
              </a:custGeom>
              <a:grpFill/>
              <a:ln w="4933" cap="flat">
                <a:noFill/>
                <a:prstDash val="solid"/>
                <a:miter/>
              </a:ln>
            </p:spPr>
            <p:txBody>
              <a:bodyPr rtlCol="0" anchor="ctr"/>
              <a:lstStyle/>
              <a:p>
                <a:endParaRPr lang="en-US"/>
              </a:p>
            </p:txBody>
          </p:sp>
          <p:sp>
            <p:nvSpPr>
              <p:cNvPr id="48" name="Freeform 228">
                <a:extLst>
                  <a:ext uri="{FF2B5EF4-FFF2-40B4-BE49-F238E27FC236}">
                    <a16:creationId xmlns:a16="http://schemas.microsoft.com/office/drawing/2014/main" id="{C74CF394-AE39-F3FA-25F1-4F1BA4CC35AA}"/>
                  </a:ext>
                </a:extLst>
              </p:cNvPr>
              <p:cNvSpPr/>
              <p:nvPr/>
            </p:nvSpPr>
            <p:spPr>
              <a:xfrm>
                <a:off x="1432790" y="3701793"/>
                <a:ext cx="227653" cy="296398"/>
              </a:xfrm>
              <a:custGeom>
                <a:avLst/>
                <a:gdLst>
                  <a:gd name="connsiteX0" fmla="*/ 10415 w 227652"/>
                  <a:gd name="connsiteY0" fmla="*/ 50893 h 296397"/>
                  <a:gd name="connsiteX1" fmla="*/ 124028 w 227652"/>
                  <a:gd name="connsiteY1" fmla="*/ 210940 h 296397"/>
                  <a:gd name="connsiteX2" fmla="*/ 123534 w 227652"/>
                  <a:gd name="connsiteY2" fmla="*/ 210940 h 296397"/>
                  <a:gd name="connsiteX3" fmla="*/ 93896 w 227652"/>
                  <a:gd name="connsiteY3" fmla="*/ 240084 h 296397"/>
                  <a:gd name="connsiteX4" fmla="*/ 109209 w 227652"/>
                  <a:gd name="connsiteY4" fmla="*/ 266265 h 296397"/>
                  <a:gd name="connsiteX5" fmla="*/ 156137 w 227652"/>
                  <a:gd name="connsiteY5" fmla="*/ 291951 h 296397"/>
                  <a:gd name="connsiteX6" fmla="*/ 157619 w 227652"/>
                  <a:gd name="connsiteY6" fmla="*/ 292939 h 296397"/>
                  <a:gd name="connsiteX7" fmla="*/ 171450 w 227652"/>
                  <a:gd name="connsiteY7" fmla="*/ 296397 h 296397"/>
                  <a:gd name="connsiteX8" fmla="*/ 197136 w 227652"/>
                  <a:gd name="connsiteY8" fmla="*/ 281578 h 296397"/>
                  <a:gd name="connsiteX9" fmla="*/ 197630 w 227652"/>
                  <a:gd name="connsiteY9" fmla="*/ 281084 h 296397"/>
                  <a:gd name="connsiteX10" fmla="*/ 197630 w 227652"/>
                  <a:gd name="connsiteY10" fmla="*/ 281084 h 296397"/>
                  <a:gd name="connsiteX11" fmla="*/ 197630 w 227652"/>
                  <a:gd name="connsiteY11" fmla="*/ 280590 h 296397"/>
                  <a:gd name="connsiteX12" fmla="*/ 198124 w 227652"/>
                  <a:gd name="connsiteY12" fmla="*/ 279602 h 296397"/>
                  <a:gd name="connsiteX13" fmla="*/ 224305 w 227652"/>
                  <a:gd name="connsiteY13" fmla="*/ 227241 h 296397"/>
                  <a:gd name="connsiteX14" fmla="*/ 226281 w 227652"/>
                  <a:gd name="connsiteY14" fmla="*/ 205012 h 296397"/>
                  <a:gd name="connsiteX15" fmla="*/ 211955 w 227652"/>
                  <a:gd name="connsiteY15" fmla="*/ 187723 h 296397"/>
                  <a:gd name="connsiteX16" fmla="*/ 196642 w 227652"/>
                  <a:gd name="connsiteY16" fmla="*/ 184759 h 296397"/>
                  <a:gd name="connsiteX17" fmla="*/ 179353 w 227652"/>
                  <a:gd name="connsiteY17" fmla="*/ 191675 h 296397"/>
                  <a:gd name="connsiteX18" fmla="*/ 48945 w 227652"/>
                  <a:gd name="connsiteY18" fmla="*/ 7423 h 296397"/>
                  <a:gd name="connsiteX19" fmla="*/ 30174 w 227652"/>
                  <a:gd name="connsiteY19" fmla="*/ 14 h 296397"/>
                  <a:gd name="connsiteX20" fmla="*/ 41 w 227652"/>
                  <a:gd name="connsiteY20" fmla="*/ 28664 h 296397"/>
                  <a:gd name="connsiteX21" fmla="*/ 10415 w 227652"/>
                  <a:gd name="connsiteY21" fmla="*/ 50893 h 296397"/>
                  <a:gd name="connsiteX22" fmla="*/ 10415 w 227652"/>
                  <a:gd name="connsiteY22" fmla="*/ 50893 h 29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27652" h="296397">
                    <a:moveTo>
                      <a:pt x="10415" y="50893"/>
                    </a:moveTo>
                    <a:cubicBezTo>
                      <a:pt x="60306" y="94363"/>
                      <a:pt x="99330" y="149687"/>
                      <a:pt x="124028" y="210940"/>
                    </a:cubicBezTo>
                    <a:lnTo>
                      <a:pt x="123534" y="210940"/>
                    </a:lnTo>
                    <a:cubicBezTo>
                      <a:pt x="107727" y="210940"/>
                      <a:pt x="94390" y="223783"/>
                      <a:pt x="93896" y="240084"/>
                    </a:cubicBezTo>
                    <a:cubicBezTo>
                      <a:pt x="93896" y="250952"/>
                      <a:pt x="99824" y="261325"/>
                      <a:pt x="109209" y="266265"/>
                    </a:cubicBezTo>
                    <a:lnTo>
                      <a:pt x="156137" y="291951"/>
                    </a:lnTo>
                    <a:cubicBezTo>
                      <a:pt x="156631" y="292445"/>
                      <a:pt x="157125" y="292939"/>
                      <a:pt x="157619" y="292939"/>
                    </a:cubicBezTo>
                    <a:cubicBezTo>
                      <a:pt x="162064" y="295409"/>
                      <a:pt x="166510" y="296397"/>
                      <a:pt x="171450" y="296397"/>
                    </a:cubicBezTo>
                    <a:cubicBezTo>
                      <a:pt x="181823" y="296397"/>
                      <a:pt x="191703" y="290963"/>
                      <a:pt x="197136" y="281578"/>
                    </a:cubicBezTo>
                    <a:cubicBezTo>
                      <a:pt x="197136" y="281578"/>
                      <a:pt x="197136" y="281084"/>
                      <a:pt x="197630" y="281084"/>
                    </a:cubicBezTo>
                    <a:lnTo>
                      <a:pt x="197630" y="281084"/>
                    </a:lnTo>
                    <a:cubicBezTo>
                      <a:pt x="197630" y="281084"/>
                      <a:pt x="197630" y="281084"/>
                      <a:pt x="197630" y="280590"/>
                    </a:cubicBezTo>
                    <a:cubicBezTo>
                      <a:pt x="197630" y="280096"/>
                      <a:pt x="198124" y="279602"/>
                      <a:pt x="198124" y="279602"/>
                    </a:cubicBezTo>
                    <a:lnTo>
                      <a:pt x="224305" y="227241"/>
                    </a:lnTo>
                    <a:cubicBezTo>
                      <a:pt x="227763" y="220325"/>
                      <a:pt x="228751" y="212422"/>
                      <a:pt x="226281" y="205012"/>
                    </a:cubicBezTo>
                    <a:cubicBezTo>
                      <a:pt x="223811" y="197603"/>
                      <a:pt x="218871" y="191675"/>
                      <a:pt x="211955" y="187723"/>
                    </a:cubicBezTo>
                    <a:cubicBezTo>
                      <a:pt x="207510" y="185253"/>
                      <a:pt x="202076" y="184265"/>
                      <a:pt x="196642" y="184759"/>
                    </a:cubicBezTo>
                    <a:cubicBezTo>
                      <a:pt x="190221" y="185253"/>
                      <a:pt x="184293" y="187723"/>
                      <a:pt x="179353" y="191675"/>
                    </a:cubicBezTo>
                    <a:cubicBezTo>
                      <a:pt x="151691" y="121037"/>
                      <a:pt x="106739" y="57315"/>
                      <a:pt x="48945" y="7423"/>
                    </a:cubicBezTo>
                    <a:cubicBezTo>
                      <a:pt x="44005" y="2978"/>
                      <a:pt x="37089" y="14"/>
                      <a:pt x="30174" y="14"/>
                    </a:cubicBezTo>
                    <a:cubicBezTo>
                      <a:pt x="13873" y="-480"/>
                      <a:pt x="535" y="12363"/>
                      <a:pt x="41" y="28664"/>
                    </a:cubicBezTo>
                    <a:cubicBezTo>
                      <a:pt x="-453" y="36568"/>
                      <a:pt x="3499" y="44965"/>
                      <a:pt x="10415" y="50893"/>
                    </a:cubicBezTo>
                    <a:lnTo>
                      <a:pt x="10415" y="50893"/>
                    </a:lnTo>
                    <a:close/>
                  </a:path>
                </a:pathLst>
              </a:custGeom>
              <a:grpFill/>
              <a:ln w="4933" cap="flat">
                <a:noFill/>
                <a:prstDash val="solid"/>
                <a:miter/>
              </a:ln>
            </p:spPr>
            <p:txBody>
              <a:bodyPr rtlCol="0" anchor="ctr"/>
              <a:lstStyle/>
              <a:p>
                <a:endParaRPr lang="en-US"/>
              </a:p>
            </p:txBody>
          </p:sp>
          <p:sp>
            <p:nvSpPr>
              <p:cNvPr id="49" name="Freeform 229">
                <a:extLst>
                  <a:ext uri="{FF2B5EF4-FFF2-40B4-BE49-F238E27FC236}">
                    <a16:creationId xmlns:a16="http://schemas.microsoft.com/office/drawing/2014/main" id="{AD66CAF6-C0DA-DF12-0294-3E54A69D3CFB}"/>
                  </a:ext>
                </a:extLst>
              </p:cNvPr>
              <p:cNvSpPr/>
              <p:nvPr/>
            </p:nvSpPr>
            <p:spPr>
              <a:xfrm>
                <a:off x="713035" y="3439507"/>
                <a:ext cx="720289" cy="557695"/>
              </a:xfrm>
              <a:custGeom>
                <a:avLst/>
                <a:gdLst>
                  <a:gd name="connsiteX0" fmla="*/ 22801 w 720289"/>
                  <a:gd name="connsiteY0" fmla="*/ 557201 h 557694"/>
                  <a:gd name="connsiteX1" fmla="*/ 29223 w 720289"/>
                  <a:gd name="connsiteY1" fmla="*/ 557695 h 557694"/>
                  <a:gd name="connsiteX2" fmla="*/ 57873 w 720289"/>
                  <a:gd name="connsiteY2" fmla="*/ 534478 h 557694"/>
                  <a:gd name="connsiteX3" fmla="*/ 147282 w 720289"/>
                  <a:gd name="connsiteY3" fmla="*/ 356154 h 557694"/>
                  <a:gd name="connsiteX4" fmla="*/ 172969 w 720289"/>
                  <a:gd name="connsiteY4" fmla="*/ 371961 h 557694"/>
                  <a:gd name="connsiteX5" fmla="*/ 173463 w 720289"/>
                  <a:gd name="connsiteY5" fmla="*/ 371961 h 557694"/>
                  <a:gd name="connsiteX6" fmla="*/ 202607 w 720289"/>
                  <a:gd name="connsiteY6" fmla="*/ 343311 h 557694"/>
                  <a:gd name="connsiteX7" fmla="*/ 203595 w 720289"/>
                  <a:gd name="connsiteY7" fmla="*/ 300829 h 557694"/>
                  <a:gd name="connsiteX8" fmla="*/ 460461 w 720289"/>
                  <a:gd name="connsiteY8" fmla="*/ 519659 h 557694"/>
                  <a:gd name="connsiteX9" fmla="*/ 720290 w 720289"/>
                  <a:gd name="connsiteY9" fmla="*/ 259829 h 557694"/>
                  <a:gd name="connsiteX10" fmla="*/ 460461 w 720289"/>
                  <a:gd name="connsiteY10" fmla="*/ 0 h 557694"/>
                  <a:gd name="connsiteX11" fmla="*/ 200631 w 720289"/>
                  <a:gd name="connsiteY11" fmla="*/ 259829 h 557694"/>
                  <a:gd name="connsiteX12" fmla="*/ 201125 w 720289"/>
                  <a:gd name="connsiteY12" fmla="*/ 274649 h 557694"/>
                  <a:gd name="connsiteX13" fmla="*/ 175933 w 720289"/>
                  <a:gd name="connsiteY13" fmla="*/ 258347 h 557694"/>
                  <a:gd name="connsiteX14" fmla="*/ 175439 w 720289"/>
                  <a:gd name="connsiteY14" fmla="*/ 258347 h 557694"/>
                  <a:gd name="connsiteX15" fmla="*/ 175439 w 720289"/>
                  <a:gd name="connsiteY15" fmla="*/ 258347 h 557694"/>
                  <a:gd name="connsiteX16" fmla="*/ 172475 w 720289"/>
                  <a:gd name="connsiteY16" fmla="*/ 258841 h 557694"/>
                  <a:gd name="connsiteX17" fmla="*/ 115668 w 720289"/>
                  <a:gd name="connsiteY17" fmla="*/ 260323 h 557694"/>
                  <a:gd name="connsiteX18" fmla="*/ 87018 w 720289"/>
                  <a:gd name="connsiteY18" fmla="*/ 290456 h 557694"/>
                  <a:gd name="connsiteX19" fmla="*/ 95909 w 720289"/>
                  <a:gd name="connsiteY19" fmla="*/ 311202 h 557694"/>
                  <a:gd name="connsiteX20" fmla="*/ 104801 w 720289"/>
                  <a:gd name="connsiteY20" fmla="*/ 317130 h 557694"/>
                  <a:gd name="connsiteX21" fmla="*/ 1066 w 720289"/>
                  <a:gd name="connsiteY21" fmla="*/ 522623 h 557694"/>
                  <a:gd name="connsiteX22" fmla="*/ 22801 w 720289"/>
                  <a:gd name="connsiteY22" fmla="*/ 557201 h 557694"/>
                  <a:gd name="connsiteX23" fmla="*/ 22801 w 720289"/>
                  <a:gd name="connsiteY23" fmla="*/ 557201 h 557694"/>
                  <a:gd name="connsiteX24" fmla="*/ 258920 w 720289"/>
                  <a:gd name="connsiteY24" fmla="*/ 259829 h 557694"/>
                  <a:gd name="connsiteX25" fmla="*/ 459967 w 720289"/>
                  <a:gd name="connsiteY25" fmla="*/ 58783 h 557694"/>
                  <a:gd name="connsiteX26" fmla="*/ 661013 w 720289"/>
                  <a:gd name="connsiteY26" fmla="*/ 259829 h 557694"/>
                  <a:gd name="connsiteX27" fmla="*/ 459967 w 720289"/>
                  <a:gd name="connsiteY27" fmla="*/ 460876 h 557694"/>
                  <a:gd name="connsiteX28" fmla="*/ 258920 w 720289"/>
                  <a:gd name="connsiteY28" fmla="*/ 259829 h 557694"/>
                  <a:gd name="connsiteX29" fmla="*/ 258920 w 720289"/>
                  <a:gd name="connsiteY29" fmla="*/ 259829 h 55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20289" h="557694">
                    <a:moveTo>
                      <a:pt x="22801" y="557201"/>
                    </a:moveTo>
                    <a:cubicBezTo>
                      <a:pt x="24777" y="557695"/>
                      <a:pt x="27247" y="557695"/>
                      <a:pt x="29223" y="557695"/>
                    </a:cubicBezTo>
                    <a:cubicBezTo>
                      <a:pt x="42560" y="557695"/>
                      <a:pt x="54909" y="548309"/>
                      <a:pt x="57873" y="534478"/>
                    </a:cubicBezTo>
                    <a:cubicBezTo>
                      <a:pt x="72692" y="468780"/>
                      <a:pt x="103813" y="407033"/>
                      <a:pt x="147282" y="356154"/>
                    </a:cubicBezTo>
                    <a:cubicBezTo>
                      <a:pt x="152222" y="365539"/>
                      <a:pt x="161607" y="371961"/>
                      <a:pt x="172969" y="371961"/>
                    </a:cubicBezTo>
                    <a:cubicBezTo>
                      <a:pt x="172969" y="371961"/>
                      <a:pt x="173463" y="371961"/>
                      <a:pt x="173463" y="371961"/>
                    </a:cubicBezTo>
                    <a:cubicBezTo>
                      <a:pt x="189270" y="371961"/>
                      <a:pt x="202607" y="359118"/>
                      <a:pt x="202607" y="343311"/>
                    </a:cubicBezTo>
                    <a:lnTo>
                      <a:pt x="203595" y="300829"/>
                    </a:lnTo>
                    <a:cubicBezTo>
                      <a:pt x="223354" y="424816"/>
                      <a:pt x="331040" y="519659"/>
                      <a:pt x="460461" y="519659"/>
                    </a:cubicBezTo>
                    <a:cubicBezTo>
                      <a:pt x="603713" y="519659"/>
                      <a:pt x="720290" y="403081"/>
                      <a:pt x="720290" y="259829"/>
                    </a:cubicBezTo>
                    <a:cubicBezTo>
                      <a:pt x="720290" y="116577"/>
                      <a:pt x="603713" y="0"/>
                      <a:pt x="460461" y="0"/>
                    </a:cubicBezTo>
                    <a:cubicBezTo>
                      <a:pt x="317209" y="0"/>
                      <a:pt x="200631" y="116577"/>
                      <a:pt x="200631" y="259829"/>
                    </a:cubicBezTo>
                    <a:cubicBezTo>
                      <a:pt x="200631" y="264769"/>
                      <a:pt x="200631" y="269709"/>
                      <a:pt x="201125" y="274649"/>
                    </a:cubicBezTo>
                    <a:cubicBezTo>
                      <a:pt x="196679" y="265263"/>
                      <a:pt x="186800" y="258841"/>
                      <a:pt x="175933" y="258347"/>
                    </a:cubicBezTo>
                    <a:lnTo>
                      <a:pt x="175439" y="258347"/>
                    </a:lnTo>
                    <a:lnTo>
                      <a:pt x="175439" y="258347"/>
                    </a:lnTo>
                    <a:cubicBezTo>
                      <a:pt x="174451" y="258347"/>
                      <a:pt x="173463" y="258347"/>
                      <a:pt x="172475" y="258841"/>
                    </a:cubicBezTo>
                    <a:lnTo>
                      <a:pt x="115668" y="260323"/>
                    </a:lnTo>
                    <a:cubicBezTo>
                      <a:pt x="99367" y="260817"/>
                      <a:pt x="86524" y="274155"/>
                      <a:pt x="87018" y="290456"/>
                    </a:cubicBezTo>
                    <a:cubicBezTo>
                      <a:pt x="87018" y="298359"/>
                      <a:pt x="90475" y="305769"/>
                      <a:pt x="95909" y="311202"/>
                    </a:cubicBezTo>
                    <a:cubicBezTo>
                      <a:pt x="98379" y="313672"/>
                      <a:pt x="101837" y="315648"/>
                      <a:pt x="104801" y="317130"/>
                    </a:cubicBezTo>
                    <a:cubicBezTo>
                      <a:pt x="53921" y="375913"/>
                      <a:pt x="17861" y="447045"/>
                      <a:pt x="1066" y="522623"/>
                    </a:cubicBezTo>
                    <a:cubicBezTo>
                      <a:pt x="-3379" y="537936"/>
                      <a:pt x="6500" y="553743"/>
                      <a:pt x="22801" y="557201"/>
                    </a:cubicBezTo>
                    <a:lnTo>
                      <a:pt x="22801" y="557201"/>
                    </a:lnTo>
                    <a:close/>
                    <a:moveTo>
                      <a:pt x="258920" y="259829"/>
                    </a:moveTo>
                    <a:cubicBezTo>
                      <a:pt x="258920" y="148686"/>
                      <a:pt x="349317" y="58783"/>
                      <a:pt x="459967" y="58783"/>
                    </a:cubicBezTo>
                    <a:cubicBezTo>
                      <a:pt x="570616" y="58783"/>
                      <a:pt x="661013" y="149180"/>
                      <a:pt x="661013" y="259829"/>
                    </a:cubicBezTo>
                    <a:cubicBezTo>
                      <a:pt x="661013" y="370479"/>
                      <a:pt x="570616" y="460876"/>
                      <a:pt x="459967" y="460876"/>
                    </a:cubicBezTo>
                    <a:cubicBezTo>
                      <a:pt x="349317" y="460876"/>
                      <a:pt x="258920" y="370973"/>
                      <a:pt x="258920" y="259829"/>
                    </a:cubicBezTo>
                    <a:lnTo>
                      <a:pt x="258920" y="259829"/>
                    </a:lnTo>
                    <a:close/>
                  </a:path>
                </a:pathLst>
              </a:custGeom>
              <a:grpFill/>
              <a:ln w="4933" cap="flat">
                <a:noFill/>
                <a:prstDash val="solid"/>
                <a:miter/>
              </a:ln>
            </p:spPr>
            <p:txBody>
              <a:bodyPr rtlCol="0" anchor="ctr"/>
              <a:lstStyle/>
              <a:p>
                <a:endParaRPr lang="en-US"/>
              </a:p>
            </p:txBody>
          </p:sp>
          <p:sp>
            <p:nvSpPr>
              <p:cNvPr id="50" name="Freeform 230">
                <a:extLst>
                  <a:ext uri="{FF2B5EF4-FFF2-40B4-BE49-F238E27FC236}">
                    <a16:creationId xmlns:a16="http://schemas.microsoft.com/office/drawing/2014/main" id="{7E34BCA0-31D8-9639-B3F0-627C74C587BD}"/>
                  </a:ext>
                </a:extLst>
              </p:cNvPr>
              <p:cNvSpPr/>
              <p:nvPr/>
            </p:nvSpPr>
            <p:spPr>
              <a:xfrm>
                <a:off x="988518" y="4427443"/>
                <a:ext cx="375171" cy="133866"/>
              </a:xfrm>
              <a:custGeom>
                <a:avLst/>
                <a:gdLst>
                  <a:gd name="connsiteX0" fmla="*/ 346013 w 375172"/>
                  <a:gd name="connsiteY0" fmla="*/ 18771 h 133866"/>
                  <a:gd name="connsiteX1" fmla="*/ 346013 w 375172"/>
                  <a:gd name="connsiteY1" fmla="*/ 18771 h 133866"/>
                  <a:gd name="connsiteX2" fmla="*/ 335145 w 375172"/>
                  <a:gd name="connsiteY2" fmla="*/ 20747 h 133866"/>
                  <a:gd name="connsiteX3" fmla="*/ 184484 w 375172"/>
                  <a:gd name="connsiteY3" fmla="*/ 48903 h 133866"/>
                  <a:gd name="connsiteX4" fmla="*/ 107918 w 375172"/>
                  <a:gd name="connsiteY4" fmla="*/ 41988 h 133866"/>
                  <a:gd name="connsiteX5" fmla="*/ 108906 w 375172"/>
                  <a:gd name="connsiteY5" fmla="*/ 19265 h 133866"/>
                  <a:gd name="connsiteX6" fmla="*/ 80750 w 375172"/>
                  <a:gd name="connsiteY6" fmla="*/ 0 h 133866"/>
                  <a:gd name="connsiteX7" fmla="*/ 70376 w 375172"/>
                  <a:gd name="connsiteY7" fmla="*/ 1976 h 133866"/>
                  <a:gd name="connsiteX8" fmla="*/ 19497 w 375172"/>
                  <a:gd name="connsiteY8" fmla="*/ 22229 h 133866"/>
                  <a:gd name="connsiteX9" fmla="*/ 1714 w 375172"/>
                  <a:gd name="connsiteY9" fmla="*/ 59771 h 133866"/>
                  <a:gd name="connsiteX10" fmla="*/ 5172 w 375172"/>
                  <a:gd name="connsiteY10" fmla="*/ 66686 h 133866"/>
                  <a:gd name="connsiteX11" fmla="*/ 26907 w 375172"/>
                  <a:gd name="connsiteY11" fmla="*/ 115589 h 133866"/>
                  <a:gd name="connsiteX12" fmla="*/ 54075 w 375172"/>
                  <a:gd name="connsiteY12" fmla="*/ 133867 h 133866"/>
                  <a:gd name="connsiteX13" fmla="*/ 65437 w 375172"/>
                  <a:gd name="connsiteY13" fmla="*/ 131397 h 133866"/>
                  <a:gd name="connsiteX14" fmla="*/ 81244 w 375172"/>
                  <a:gd name="connsiteY14" fmla="*/ 115589 h 133866"/>
                  <a:gd name="connsiteX15" fmla="*/ 82232 w 375172"/>
                  <a:gd name="connsiteY15" fmla="*/ 96819 h 133866"/>
                  <a:gd name="connsiteX16" fmla="*/ 184484 w 375172"/>
                  <a:gd name="connsiteY16" fmla="*/ 107686 h 133866"/>
                  <a:gd name="connsiteX17" fmla="*/ 356386 w 375172"/>
                  <a:gd name="connsiteY17" fmla="*/ 75578 h 133866"/>
                  <a:gd name="connsiteX18" fmla="*/ 372687 w 375172"/>
                  <a:gd name="connsiteY18" fmla="*/ 60265 h 133866"/>
                  <a:gd name="connsiteX19" fmla="*/ 373181 w 375172"/>
                  <a:gd name="connsiteY19" fmla="*/ 37542 h 133866"/>
                  <a:gd name="connsiteX20" fmla="*/ 346013 w 375172"/>
                  <a:gd name="connsiteY20" fmla="*/ 18771 h 133866"/>
                  <a:gd name="connsiteX21" fmla="*/ 346013 w 375172"/>
                  <a:gd name="connsiteY21" fmla="*/ 18771 h 13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75172" h="133866">
                    <a:moveTo>
                      <a:pt x="346013" y="18771"/>
                    </a:moveTo>
                    <a:lnTo>
                      <a:pt x="346013" y="18771"/>
                    </a:lnTo>
                    <a:cubicBezTo>
                      <a:pt x="342061" y="18771"/>
                      <a:pt x="338109" y="19759"/>
                      <a:pt x="335145" y="20747"/>
                    </a:cubicBezTo>
                    <a:cubicBezTo>
                      <a:pt x="287230" y="39518"/>
                      <a:pt x="236845" y="48903"/>
                      <a:pt x="184484" y="48903"/>
                    </a:cubicBezTo>
                    <a:cubicBezTo>
                      <a:pt x="158797" y="48903"/>
                      <a:pt x="133111" y="46433"/>
                      <a:pt x="107918" y="41988"/>
                    </a:cubicBezTo>
                    <a:cubicBezTo>
                      <a:pt x="111376" y="35072"/>
                      <a:pt x="111870" y="26674"/>
                      <a:pt x="108906" y="19265"/>
                    </a:cubicBezTo>
                    <a:cubicBezTo>
                      <a:pt x="104460" y="7410"/>
                      <a:pt x="93099" y="0"/>
                      <a:pt x="80750" y="0"/>
                    </a:cubicBezTo>
                    <a:cubicBezTo>
                      <a:pt x="77292" y="0"/>
                      <a:pt x="73340" y="988"/>
                      <a:pt x="70376" y="1976"/>
                    </a:cubicBezTo>
                    <a:lnTo>
                      <a:pt x="19497" y="22229"/>
                    </a:lnTo>
                    <a:cubicBezTo>
                      <a:pt x="4184" y="27662"/>
                      <a:pt x="-3720" y="44458"/>
                      <a:pt x="1714" y="59771"/>
                    </a:cubicBezTo>
                    <a:cubicBezTo>
                      <a:pt x="2702" y="62241"/>
                      <a:pt x="3690" y="64710"/>
                      <a:pt x="5172" y="66686"/>
                    </a:cubicBezTo>
                    <a:lnTo>
                      <a:pt x="26907" y="115589"/>
                    </a:lnTo>
                    <a:cubicBezTo>
                      <a:pt x="31352" y="126951"/>
                      <a:pt x="42714" y="133867"/>
                      <a:pt x="54075" y="133867"/>
                    </a:cubicBezTo>
                    <a:cubicBezTo>
                      <a:pt x="58027" y="133867"/>
                      <a:pt x="61485" y="133373"/>
                      <a:pt x="65437" y="131397"/>
                    </a:cubicBezTo>
                    <a:cubicBezTo>
                      <a:pt x="72846" y="128433"/>
                      <a:pt x="78280" y="122505"/>
                      <a:pt x="81244" y="115589"/>
                    </a:cubicBezTo>
                    <a:cubicBezTo>
                      <a:pt x="83714" y="109662"/>
                      <a:pt x="84208" y="103240"/>
                      <a:pt x="82232" y="96819"/>
                    </a:cubicBezTo>
                    <a:cubicBezTo>
                      <a:pt x="115328" y="104228"/>
                      <a:pt x="149906" y="107686"/>
                      <a:pt x="184484" y="107686"/>
                    </a:cubicBezTo>
                    <a:cubicBezTo>
                      <a:pt x="243760" y="107686"/>
                      <a:pt x="301555" y="96819"/>
                      <a:pt x="356386" y="75578"/>
                    </a:cubicBezTo>
                    <a:cubicBezTo>
                      <a:pt x="363796" y="72614"/>
                      <a:pt x="369723" y="67180"/>
                      <a:pt x="372687" y="60265"/>
                    </a:cubicBezTo>
                    <a:cubicBezTo>
                      <a:pt x="375651" y="53349"/>
                      <a:pt x="376145" y="44952"/>
                      <a:pt x="373181" y="37542"/>
                    </a:cubicBezTo>
                    <a:cubicBezTo>
                      <a:pt x="369230" y="26674"/>
                      <a:pt x="358362" y="18771"/>
                      <a:pt x="346013" y="18771"/>
                    </a:cubicBezTo>
                    <a:lnTo>
                      <a:pt x="346013" y="18771"/>
                    </a:lnTo>
                    <a:close/>
                  </a:path>
                </a:pathLst>
              </a:custGeom>
              <a:grpFill/>
              <a:ln w="4933" cap="flat">
                <a:noFill/>
                <a:prstDash val="solid"/>
                <a:miter/>
              </a:ln>
            </p:spPr>
            <p:txBody>
              <a:bodyPr rtlCol="0" anchor="ctr"/>
              <a:lstStyle/>
              <a:p>
                <a:endParaRPr lang="en-US"/>
              </a:p>
            </p:txBody>
          </p:sp>
        </p:grpSp>
        <p:sp>
          <p:nvSpPr>
            <p:cNvPr id="69" name="Freeform 265">
              <a:extLst>
                <a:ext uri="{FF2B5EF4-FFF2-40B4-BE49-F238E27FC236}">
                  <a16:creationId xmlns:a16="http://schemas.microsoft.com/office/drawing/2014/main" id="{81847BA0-2648-937C-EC34-1CB7E89BCCED}"/>
                </a:ext>
              </a:extLst>
            </p:cNvPr>
            <p:cNvSpPr>
              <a:spLocks noEditPoints="1"/>
            </p:cNvSpPr>
            <p:nvPr/>
          </p:nvSpPr>
          <p:spPr bwMode="auto">
            <a:xfrm>
              <a:off x="10319640" y="3743767"/>
              <a:ext cx="1101958" cy="770658"/>
            </a:xfrm>
            <a:custGeom>
              <a:avLst/>
              <a:gdLst>
                <a:gd name="T0" fmla="*/ 448 w 480"/>
                <a:gd name="T1" fmla="*/ 121 h 297"/>
                <a:gd name="T2" fmla="*/ 240 w 480"/>
                <a:gd name="T3" fmla="*/ 0 h 297"/>
                <a:gd name="T4" fmla="*/ 119 w 480"/>
                <a:gd name="T5" fmla="*/ 33 h 297"/>
                <a:gd name="T6" fmla="*/ 33 w 480"/>
                <a:gd name="T7" fmla="*/ 119 h 297"/>
                <a:gd name="T8" fmla="*/ 32 w 480"/>
                <a:gd name="T9" fmla="*/ 121 h 297"/>
                <a:gd name="T10" fmla="*/ 14 w 480"/>
                <a:gd name="T11" fmla="*/ 254 h 297"/>
                <a:gd name="T12" fmla="*/ 240 w 480"/>
                <a:gd name="T13" fmla="*/ 297 h 297"/>
                <a:gd name="T14" fmla="*/ 466 w 480"/>
                <a:gd name="T15" fmla="*/ 254 h 297"/>
                <a:gd name="T16" fmla="*/ 448 w 480"/>
                <a:gd name="T17" fmla="*/ 121 h 297"/>
                <a:gd name="T18" fmla="*/ 211 w 480"/>
                <a:gd name="T19" fmla="*/ 241 h 297"/>
                <a:gd name="T20" fmla="*/ 226 w 480"/>
                <a:gd name="T21" fmla="*/ 239 h 297"/>
                <a:gd name="T22" fmla="*/ 242 w 480"/>
                <a:gd name="T23" fmla="*/ 249 h 297"/>
                <a:gd name="T24" fmla="*/ 248 w 480"/>
                <a:gd name="T25" fmla="*/ 213 h 297"/>
                <a:gd name="T26" fmla="*/ 240 w 480"/>
                <a:gd name="T27" fmla="*/ 269 h 297"/>
                <a:gd name="T28" fmla="*/ 242 w 480"/>
                <a:gd name="T29" fmla="*/ 184 h 297"/>
                <a:gd name="T30" fmla="*/ 210 w 480"/>
                <a:gd name="T31" fmla="*/ 101 h 297"/>
                <a:gd name="T32" fmla="*/ 215 w 480"/>
                <a:gd name="T33" fmla="*/ 190 h 297"/>
                <a:gd name="T34" fmla="*/ 28 w 480"/>
                <a:gd name="T35" fmla="*/ 227 h 297"/>
                <a:gd name="T36" fmla="*/ 81 w 480"/>
                <a:gd name="T37" fmla="*/ 163 h 297"/>
                <a:gd name="T38" fmla="*/ 100 w 480"/>
                <a:gd name="T39" fmla="*/ 157 h 297"/>
                <a:gd name="T40" fmla="*/ 63 w 480"/>
                <a:gd name="T41" fmla="*/ 122 h 297"/>
                <a:gd name="T42" fmla="*/ 146 w 480"/>
                <a:gd name="T43" fmla="*/ 100 h 297"/>
                <a:gd name="T44" fmla="*/ 165 w 480"/>
                <a:gd name="T45" fmla="*/ 104 h 297"/>
                <a:gd name="T46" fmla="*/ 146 w 480"/>
                <a:gd name="T47" fmla="*/ 50 h 297"/>
                <a:gd name="T48" fmla="*/ 226 w 480"/>
                <a:gd name="T49" fmla="*/ 65 h 297"/>
                <a:gd name="T50" fmla="*/ 254 w 480"/>
                <a:gd name="T51" fmla="*/ 65 h 297"/>
                <a:gd name="T52" fmla="*/ 338 w 480"/>
                <a:gd name="T53" fmla="*/ 52 h 297"/>
                <a:gd name="T54" fmla="*/ 323 w 480"/>
                <a:gd name="T55" fmla="*/ 104 h 297"/>
                <a:gd name="T56" fmla="*/ 342 w 480"/>
                <a:gd name="T57" fmla="*/ 99 h 297"/>
                <a:gd name="T58" fmla="*/ 416 w 480"/>
                <a:gd name="T59" fmla="*/ 122 h 297"/>
                <a:gd name="T60" fmla="*/ 377 w 480"/>
                <a:gd name="T61" fmla="*/ 157 h 297"/>
                <a:gd name="T62" fmla="*/ 396 w 480"/>
                <a:gd name="T63" fmla="*/ 163 h 297"/>
                <a:gd name="T64" fmla="*/ 452 w 480"/>
                <a:gd name="T65" fmla="*/ 22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297">
                  <a:moveTo>
                    <a:pt x="448" y="121"/>
                  </a:moveTo>
                  <a:cubicBezTo>
                    <a:pt x="448" y="121"/>
                    <a:pt x="448" y="121"/>
                    <a:pt x="448" y="121"/>
                  </a:cubicBezTo>
                  <a:cubicBezTo>
                    <a:pt x="448" y="121"/>
                    <a:pt x="448" y="120"/>
                    <a:pt x="447" y="119"/>
                  </a:cubicBezTo>
                  <a:cubicBezTo>
                    <a:pt x="406" y="48"/>
                    <a:pt x="328" y="0"/>
                    <a:pt x="240" y="0"/>
                  </a:cubicBezTo>
                  <a:cubicBezTo>
                    <a:pt x="197" y="0"/>
                    <a:pt x="156" y="12"/>
                    <a:pt x="121" y="32"/>
                  </a:cubicBezTo>
                  <a:cubicBezTo>
                    <a:pt x="120" y="32"/>
                    <a:pt x="120" y="33"/>
                    <a:pt x="119" y="33"/>
                  </a:cubicBezTo>
                  <a:cubicBezTo>
                    <a:pt x="119" y="33"/>
                    <a:pt x="119" y="33"/>
                    <a:pt x="119" y="33"/>
                  </a:cubicBezTo>
                  <a:cubicBezTo>
                    <a:pt x="83" y="54"/>
                    <a:pt x="54" y="84"/>
                    <a:pt x="33" y="119"/>
                  </a:cubicBezTo>
                  <a:cubicBezTo>
                    <a:pt x="32" y="120"/>
                    <a:pt x="32" y="120"/>
                    <a:pt x="32" y="121"/>
                  </a:cubicBezTo>
                  <a:cubicBezTo>
                    <a:pt x="32" y="121"/>
                    <a:pt x="32" y="121"/>
                    <a:pt x="32" y="121"/>
                  </a:cubicBezTo>
                  <a:cubicBezTo>
                    <a:pt x="11" y="156"/>
                    <a:pt x="0" y="197"/>
                    <a:pt x="0" y="241"/>
                  </a:cubicBezTo>
                  <a:cubicBezTo>
                    <a:pt x="0" y="248"/>
                    <a:pt x="6" y="254"/>
                    <a:pt x="14" y="254"/>
                  </a:cubicBezTo>
                  <a:cubicBezTo>
                    <a:pt x="185" y="254"/>
                    <a:pt x="185" y="254"/>
                    <a:pt x="185" y="254"/>
                  </a:cubicBezTo>
                  <a:cubicBezTo>
                    <a:pt x="192" y="279"/>
                    <a:pt x="214" y="297"/>
                    <a:pt x="240" y="297"/>
                  </a:cubicBezTo>
                  <a:cubicBezTo>
                    <a:pt x="266" y="297"/>
                    <a:pt x="288" y="279"/>
                    <a:pt x="294" y="254"/>
                  </a:cubicBezTo>
                  <a:cubicBezTo>
                    <a:pt x="466" y="254"/>
                    <a:pt x="466" y="254"/>
                    <a:pt x="466" y="254"/>
                  </a:cubicBezTo>
                  <a:cubicBezTo>
                    <a:pt x="474" y="254"/>
                    <a:pt x="480" y="248"/>
                    <a:pt x="480" y="241"/>
                  </a:cubicBezTo>
                  <a:cubicBezTo>
                    <a:pt x="480" y="197"/>
                    <a:pt x="469" y="157"/>
                    <a:pt x="448" y="121"/>
                  </a:cubicBezTo>
                  <a:close/>
                  <a:moveTo>
                    <a:pt x="240" y="269"/>
                  </a:moveTo>
                  <a:cubicBezTo>
                    <a:pt x="224" y="269"/>
                    <a:pt x="211" y="256"/>
                    <a:pt x="211" y="241"/>
                  </a:cubicBezTo>
                  <a:cubicBezTo>
                    <a:pt x="211" y="232"/>
                    <a:pt x="215" y="224"/>
                    <a:pt x="221" y="219"/>
                  </a:cubicBezTo>
                  <a:cubicBezTo>
                    <a:pt x="226" y="239"/>
                    <a:pt x="226" y="239"/>
                    <a:pt x="226" y="239"/>
                  </a:cubicBezTo>
                  <a:cubicBezTo>
                    <a:pt x="227" y="245"/>
                    <a:pt x="233" y="250"/>
                    <a:pt x="239" y="250"/>
                  </a:cubicBezTo>
                  <a:cubicBezTo>
                    <a:pt x="240" y="250"/>
                    <a:pt x="241" y="249"/>
                    <a:pt x="242" y="249"/>
                  </a:cubicBezTo>
                  <a:cubicBezTo>
                    <a:pt x="249" y="248"/>
                    <a:pt x="254" y="240"/>
                    <a:pt x="252" y="233"/>
                  </a:cubicBezTo>
                  <a:cubicBezTo>
                    <a:pt x="248" y="213"/>
                    <a:pt x="248" y="213"/>
                    <a:pt x="248" y="213"/>
                  </a:cubicBezTo>
                  <a:cubicBezTo>
                    <a:pt x="260" y="217"/>
                    <a:pt x="269" y="228"/>
                    <a:pt x="269" y="241"/>
                  </a:cubicBezTo>
                  <a:cubicBezTo>
                    <a:pt x="269" y="256"/>
                    <a:pt x="256" y="269"/>
                    <a:pt x="240" y="269"/>
                  </a:cubicBezTo>
                  <a:close/>
                  <a:moveTo>
                    <a:pt x="294" y="227"/>
                  </a:moveTo>
                  <a:cubicBezTo>
                    <a:pt x="288" y="203"/>
                    <a:pt x="267" y="185"/>
                    <a:pt x="242" y="184"/>
                  </a:cubicBezTo>
                  <a:cubicBezTo>
                    <a:pt x="226" y="111"/>
                    <a:pt x="226" y="111"/>
                    <a:pt x="226" y="111"/>
                  </a:cubicBezTo>
                  <a:cubicBezTo>
                    <a:pt x="225" y="104"/>
                    <a:pt x="217" y="99"/>
                    <a:pt x="210" y="101"/>
                  </a:cubicBezTo>
                  <a:cubicBezTo>
                    <a:pt x="202" y="102"/>
                    <a:pt x="198" y="109"/>
                    <a:pt x="199" y="117"/>
                  </a:cubicBezTo>
                  <a:cubicBezTo>
                    <a:pt x="215" y="190"/>
                    <a:pt x="215" y="190"/>
                    <a:pt x="215" y="190"/>
                  </a:cubicBezTo>
                  <a:cubicBezTo>
                    <a:pt x="201" y="197"/>
                    <a:pt x="190" y="211"/>
                    <a:pt x="185" y="227"/>
                  </a:cubicBezTo>
                  <a:cubicBezTo>
                    <a:pt x="28" y="227"/>
                    <a:pt x="28" y="227"/>
                    <a:pt x="28" y="227"/>
                  </a:cubicBezTo>
                  <a:cubicBezTo>
                    <a:pt x="30" y="198"/>
                    <a:pt x="37" y="171"/>
                    <a:pt x="50" y="146"/>
                  </a:cubicBezTo>
                  <a:cubicBezTo>
                    <a:pt x="81" y="163"/>
                    <a:pt x="81" y="163"/>
                    <a:pt x="81" y="163"/>
                  </a:cubicBezTo>
                  <a:cubicBezTo>
                    <a:pt x="83" y="164"/>
                    <a:pt x="86" y="164"/>
                    <a:pt x="88" y="164"/>
                  </a:cubicBezTo>
                  <a:cubicBezTo>
                    <a:pt x="93" y="164"/>
                    <a:pt x="97" y="162"/>
                    <a:pt x="100" y="157"/>
                  </a:cubicBezTo>
                  <a:cubicBezTo>
                    <a:pt x="103" y="150"/>
                    <a:pt x="101" y="142"/>
                    <a:pt x="94" y="138"/>
                  </a:cubicBezTo>
                  <a:cubicBezTo>
                    <a:pt x="63" y="122"/>
                    <a:pt x="63" y="122"/>
                    <a:pt x="63" y="122"/>
                  </a:cubicBezTo>
                  <a:cubicBezTo>
                    <a:pt x="79" y="99"/>
                    <a:pt x="99" y="79"/>
                    <a:pt x="123" y="63"/>
                  </a:cubicBezTo>
                  <a:cubicBezTo>
                    <a:pt x="146" y="100"/>
                    <a:pt x="146" y="100"/>
                    <a:pt x="146" y="100"/>
                  </a:cubicBezTo>
                  <a:cubicBezTo>
                    <a:pt x="148" y="104"/>
                    <a:pt x="153" y="106"/>
                    <a:pt x="157" y="106"/>
                  </a:cubicBezTo>
                  <a:cubicBezTo>
                    <a:pt x="160" y="106"/>
                    <a:pt x="162" y="105"/>
                    <a:pt x="165" y="104"/>
                  </a:cubicBezTo>
                  <a:cubicBezTo>
                    <a:pt x="171" y="100"/>
                    <a:pt x="173" y="91"/>
                    <a:pt x="169" y="85"/>
                  </a:cubicBezTo>
                  <a:cubicBezTo>
                    <a:pt x="146" y="50"/>
                    <a:pt x="146" y="50"/>
                    <a:pt x="146" y="50"/>
                  </a:cubicBezTo>
                  <a:cubicBezTo>
                    <a:pt x="171" y="38"/>
                    <a:pt x="198" y="30"/>
                    <a:pt x="226" y="28"/>
                  </a:cubicBezTo>
                  <a:cubicBezTo>
                    <a:pt x="226" y="65"/>
                    <a:pt x="226" y="65"/>
                    <a:pt x="226" y="65"/>
                  </a:cubicBezTo>
                  <a:cubicBezTo>
                    <a:pt x="226" y="73"/>
                    <a:pt x="232" y="79"/>
                    <a:pt x="240" y="79"/>
                  </a:cubicBezTo>
                  <a:cubicBezTo>
                    <a:pt x="248" y="79"/>
                    <a:pt x="254" y="73"/>
                    <a:pt x="254" y="65"/>
                  </a:cubicBezTo>
                  <a:cubicBezTo>
                    <a:pt x="254" y="28"/>
                    <a:pt x="254" y="28"/>
                    <a:pt x="254" y="28"/>
                  </a:cubicBezTo>
                  <a:cubicBezTo>
                    <a:pt x="284" y="30"/>
                    <a:pt x="313" y="39"/>
                    <a:pt x="338" y="52"/>
                  </a:cubicBezTo>
                  <a:cubicBezTo>
                    <a:pt x="318" y="85"/>
                    <a:pt x="318" y="85"/>
                    <a:pt x="318" y="85"/>
                  </a:cubicBezTo>
                  <a:cubicBezTo>
                    <a:pt x="314" y="91"/>
                    <a:pt x="316" y="100"/>
                    <a:pt x="323" y="104"/>
                  </a:cubicBezTo>
                  <a:cubicBezTo>
                    <a:pt x="325" y="105"/>
                    <a:pt x="327" y="106"/>
                    <a:pt x="330" y="106"/>
                  </a:cubicBezTo>
                  <a:cubicBezTo>
                    <a:pt x="334" y="106"/>
                    <a:pt x="339" y="104"/>
                    <a:pt x="342" y="99"/>
                  </a:cubicBezTo>
                  <a:cubicBezTo>
                    <a:pt x="362" y="66"/>
                    <a:pt x="362" y="66"/>
                    <a:pt x="362" y="66"/>
                  </a:cubicBezTo>
                  <a:cubicBezTo>
                    <a:pt x="383" y="81"/>
                    <a:pt x="402" y="100"/>
                    <a:pt x="416" y="122"/>
                  </a:cubicBezTo>
                  <a:cubicBezTo>
                    <a:pt x="383" y="138"/>
                    <a:pt x="383" y="138"/>
                    <a:pt x="383" y="138"/>
                  </a:cubicBezTo>
                  <a:cubicBezTo>
                    <a:pt x="376" y="142"/>
                    <a:pt x="374" y="150"/>
                    <a:pt x="377" y="157"/>
                  </a:cubicBezTo>
                  <a:cubicBezTo>
                    <a:pt x="380" y="162"/>
                    <a:pt x="384" y="164"/>
                    <a:pt x="389" y="164"/>
                  </a:cubicBezTo>
                  <a:cubicBezTo>
                    <a:pt x="391" y="164"/>
                    <a:pt x="394" y="164"/>
                    <a:pt x="396" y="163"/>
                  </a:cubicBezTo>
                  <a:cubicBezTo>
                    <a:pt x="430" y="146"/>
                    <a:pt x="430" y="146"/>
                    <a:pt x="430" y="146"/>
                  </a:cubicBezTo>
                  <a:cubicBezTo>
                    <a:pt x="443" y="170"/>
                    <a:pt x="450" y="198"/>
                    <a:pt x="452" y="227"/>
                  </a:cubicBezTo>
                  <a:lnTo>
                    <a:pt x="294" y="22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600"/>
            </a:p>
          </p:txBody>
        </p:sp>
        <p:sp>
          <p:nvSpPr>
            <p:cNvPr id="70" name="Title 3">
              <a:extLst>
                <a:ext uri="{FF2B5EF4-FFF2-40B4-BE49-F238E27FC236}">
                  <a16:creationId xmlns:a16="http://schemas.microsoft.com/office/drawing/2014/main" id="{188B58B8-93B3-D8B8-40F7-6D5E59DFD8B1}"/>
                </a:ext>
              </a:extLst>
            </p:cNvPr>
            <p:cNvSpPr txBox="1">
              <a:spLocks/>
            </p:cNvSpPr>
            <p:nvPr/>
          </p:nvSpPr>
          <p:spPr>
            <a:xfrm>
              <a:off x="6156959" y="5617419"/>
              <a:ext cx="4406037" cy="67773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sz="2000">
                  <a:solidFill>
                    <a:srgbClr val="69CA00"/>
                  </a:solidFill>
                </a:rPr>
                <a:t>Leadership builds momentum.</a:t>
              </a:r>
            </a:p>
          </p:txBody>
        </p:sp>
      </p:grpSp>
    </p:spTree>
    <p:extLst>
      <p:ext uri="{BB962C8B-B14F-4D97-AF65-F5344CB8AC3E}">
        <p14:creationId xmlns:p14="http://schemas.microsoft.com/office/powerpoint/2010/main" val="218900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descr="A race car being repaired&#10;&#10;AI-generated content may be incorrect.">
            <a:extLst>
              <a:ext uri="{FF2B5EF4-FFF2-40B4-BE49-F238E27FC236}">
                <a16:creationId xmlns:a16="http://schemas.microsoft.com/office/drawing/2014/main" id="{3D500529-5BEF-BE0A-7D78-404E8295CB13}"/>
              </a:ext>
            </a:extLst>
          </p:cNvPr>
          <p:cNvPicPr>
            <a:picLocks noGrp="1" noChangeAspect="1"/>
          </p:cNvPicPr>
          <p:nvPr>
            <p:ph type="pic" sz="quarter" idx="22"/>
          </p:nvPr>
        </p:nvPicPr>
        <p:blipFill>
          <a:blip r:embed="rId4" cstate="screen">
            <a:extLst>
              <a:ext uri="{28A0092B-C50C-407E-A947-70E740481C1C}">
                <a14:useLocalDpi xmlns:a14="http://schemas.microsoft.com/office/drawing/2010/main"/>
              </a:ext>
            </a:extLst>
          </a:blip>
          <a:srcRect/>
          <a:stretch>
            <a:fillRect/>
          </a:stretch>
        </p:blipFill>
        <p:spPr/>
      </p:pic>
      <p:sp>
        <p:nvSpPr>
          <p:cNvPr id="13" name="Text Placeholder 12">
            <a:extLst>
              <a:ext uri="{FF2B5EF4-FFF2-40B4-BE49-F238E27FC236}">
                <a16:creationId xmlns:a16="http://schemas.microsoft.com/office/drawing/2014/main" id="{BEFD3AE5-4CBB-C289-4CC8-2ECD77AA74CB}"/>
              </a:ext>
            </a:extLst>
          </p:cNvPr>
          <p:cNvSpPr>
            <a:spLocks noGrp="1"/>
          </p:cNvSpPr>
          <p:nvPr>
            <p:ph type="body" sz="quarter" idx="21"/>
          </p:nvPr>
        </p:nvSpPr>
        <p:spPr>
          <a:xfrm>
            <a:off x="389567" y="4495569"/>
            <a:ext cx="2754312" cy="2108578"/>
          </a:xfrm>
        </p:spPr>
        <p:txBody>
          <a:bodyPr/>
          <a:lstStyle/>
          <a:p>
            <a:r>
              <a:rPr lang="en-US" i="1" dirty="0"/>
              <a:t>Change accelerates when alignment, energy and ownership move together.</a:t>
            </a:r>
          </a:p>
          <a:p>
            <a:endParaRPr lang="en-US" dirty="0"/>
          </a:p>
        </p:txBody>
      </p:sp>
      <p:sp>
        <p:nvSpPr>
          <p:cNvPr id="11" name="Title 10">
            <a:extLst>
              <a:ext uri="{FF2B5EF4-FFF2-40B4-BE49-F238E27FC236}">
                <a16:creationId xmlns:a16="http://schemas.microsoft.com/office/drawing/2014/main" id="{D2C27376-DBBA-AEAD-0C6A-769A75EC3ECA}"/>
              </a:ext>
            </a:extLst>
          </p:cNvPr>
          <p:cNvSpPr>
            <a:spLocks noGrp="1"/>
          </p:cNvSpPr>
          <p:nvPr>
            <p:ph type="title"/>
          </p:nvPr>
        </p:nvSpPr>
        <p:spPr>
          <a:xfrm>
            <a:off x="407988" y="886961"/>
            <a:ext cx="2735891" cy="2429263"/>
          </a:xfrm>
        </p:spPr>
        <p:txBody>
          <a:bodyPr>
            <a:normAutofit fontScale="90000"/>
          </a:bodyPr>
          <a:lstStyle/>
          <a:p>
            <a:r>
              <a:rPr lang="en-US" sz="3100" dirty="0"/>
              <a:t>From Compliance to Commitment </a:t>
            </a:r>
            <a:br>
              <a:rPr lang="en-US" sz="2800" dirty="0"/>
            </a:br>
            <a:br>
              <a:rPr lang="en-US" sz="2800" dirty="0"/>
            </a:br>
            <a:r>
              <a:rPr lang="en-US" sz="2200" dirty="0"/>
              <a:t>How Leadership Mobilizes People Around Change</a:t>
            </a:r>
          </a:p>
        </p:txBody>
      </p:sp>
      <p:sp>
        <p:nvSpPr>
          <p:cNvPr id="7" name="Text Placeholder 12">
            <a:extLst>
              <a:ext uri="{FF2B5EF4-FFF2-40B4-BE49-F238E27FC236}">
                <a16:creationId xmlns:a16="http://schemas.microsoft.com/office/drawing/2014/main" id="{56061DDA-06CD-2D88-D550-5DDD3EB4EDF7}"/>
              </a:ext>
            </a:extLst>
          </p:cNvPr>
          <p:cNvSpPr txBox="1">
            <a:spLocks/>
          </p:cNvSpPr>
          <p:nvPr/>
        </p:nvSpPr>
        <p:spPr>
          <a:xfrm>
            <a:off x="6315012" y="493762"/>
            <a:ext cx="1695132" cy="393199"/>
          </a:xfrm>
          <a:prstGeom prst="rect">
            <a:avLst/>
          </a:prstGeom>
        </p:spPr>
        <p:txBody>
          <a:bodyPr vert="horz" lIns="0" tIns="0" rIns="0" bIns="0" rtlCol="0">
            <a:normAutofit/>
          </a:bodyPr>
          <a:lstStyle>
            <a:lvl1pPr marL="0" indent="0" algn="l" defTabSz="914400" rtl="0" eaLnBrk="1" latinLnBrk="0" hangingPunct="1">
              <a:lnSpc>
                <a:spcPct val="100000"/>
              </a:lnSpc>
              <a:spcBef>
                <a:spcPts val="1400"/>
              </a:spcBef>
              <a:buFont typeface="Arial" panose="020B0604020202020204" pitchFamily="34" charset="0"/>
              <a:buNone/>
              <a:defRPr lang="en-US" sz="17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Engagement</a:t>
            </a:r>
          </a:p>
        </p:txBody>
      </p:sp>
      <p:sp>
        <p:nvSpPr>
          <p:cNvPr id="8" name="Text Placeholder 12">
            <a:extLst>
              <a:ext uri="{FF2B5EF4-FFF2-40B4-BE49-F238E27FC236}">
                <a16:creationId xmlns:a16="http://schemas.microsoft.com/office/drawing/2014/main" id="{0E8959D4-5D51-B679-1F70-94CA37A831E9}"/>
              </a:ext>
            </a:extLst>
          </p:cNvPr>
          <p:cNvSpPr txBox="1">
            <a:spLocks/>
          </p:cNvSpPr>
          <p:nvPr/>
        </p:nvSpPr>
        <p:spPr>
          <a:xfrm>
            <a:off x="4619880" y="4102370"/>
            <a:ext cx="1695132" cy="393199"/>
          </a:xfrm>
          <a:prstGeom prst="rect">
            <a:avLst/>
          </a:prstGeom>
        </p:spPr>
        <p:txBody>
          <a:bodyPr vert="horz" lIns="0" tIns="0" rIns="0" bIns="0" rtlCol="0">
            <a:normAutofit/>
          </a:bodyPr>
          <a:lstStyle>
            <a:lvl1pPr marL="0" indent="0" algn="l" defTabSz="914400" rtl="0" eaLnBrk="1" latinLnBrk="0" hangingPunct="1">
              <a:lnSpc>
                <a:spcPct val="100000"/>
              </a:lnSpc>
              <a:spcBef>
                <a:spcPts val="1400"/>
              </a:spcBef>
              <a:buFont typeface="Arial" panose="020B0604020202020204" pitchFamily="34" charset="0"/>
              <a:buNone/>
              <a:defRPr lang="en-US" sz="17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Collaboration</a:t>
            </a:r>
          </a:p>
        </p:txBody>
      </p:sp>
      <p:sp>
        <p:nvSpPr>
          <p:cNvPr id="9" name="Text Placeholder 12">
            <a:extLst>
              <a:ext uri="{FF2B5EF4-FFF2-40B4-BE49-F238E27FC236}">
                <a16:creationId xmlns:a16="http://schemas.microsoft.com/office/drawing/2014/main" id="{B1F6779E-0CCA-989D-A03C-E76CA446C048}"/>
              </a:ext>
            </a:extLst>
          </p:cNvPr>
          <p:cNvSpPr txBox="1">
            <a:spLocks/>
          </p:cNvSpPr>
          <p:nvPr/>
        </p:nvSpPr>
        <p:spPr>
          <a:xfrm>
            <a:off x="10829613" y="1173020"/>
            <a:ext cx="1695132" cy="393199"/>
          </a:xfrm>
          <a:prstGeom prst="rect">
            <a:avLst/>
          </a:prstGeom>
        </p:spPr>
        <p:txBody>
          <a:bodyPr vert="horz" lIns="0" tIns="0" rIns="0" bIns="0" rtlCol="0">
            <a:normAutofit/>
          </a:bodyPr>
          <a:lstStyle>
            <a:lvl1pPr marL="0" indent="0" algn="l" defTabSz="914400" rtl="0" eaLnBrk="1" latinLnBrk="0" hangingPunct="1">
              <a:lnSpc>
                <a:spcPct val="100000"/>
              </a:lnSpc>
              <a:spcBef>
                <a:spcPts val="1400"/>
              </a:spcBef>
              <a:buFont typeface="Arial" panose="020B0604020202020204" pitchFamily="34" charset="0"/>
              <a:buNone/>
              <a:defRPr lang="en-US" sz="17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Allies</a:t>
            </a:r>
          </a:p>
        </p:txBody>
      </p:sp>
      <p:sp>
        <p:nvSpPr>
          <p:cNvPr id="10" name="Text Placeholder 12">
            <a:extLst>
              <a:ext uri="{FF2B5EF4-FFF2-40B4-BE49-F238E27FC236}">
                <a16:creationId xmlns:a16="http://schemas.microsoft.com/office/drawing/2014/main" id="{70007D93-56CA-58BF-6241-173A17E6670E}"/>
              </a:ext>
            </a:extLst>
          </p:cNvPr>
          <p:cNvSpPr txBox="1">
            <a:spLocks/>
          </p:cNvSpPr>
          <p:nvPr/>
        </p:nvSpPr>
        <p:spPr>
          <a:xfrm>
            <a:off x="7637844" y="6156974"/>
            <a:ext cx="1695132" cy="393199"/>
          </a:xfrm>
          <a:prstGeom prst="rect">
            <a:avLst/>
          </a:prstGeom>
        </p:spPr>
        <p:txBody>
          <a:bodyPr vert="horz" lIns="0" tIns="0" rIns="0" bIns="0" rtlCol="0">
            <a:normAutofit/>
          </a:bodyPr>
          <a:lstStyle>
            <a:lvl1pPr marL="0" indent="0" algn="l" defTabSz="914400" rtl="0" eaLnBrk="1" latinLnBrk="0" hangingPunct="1">
              <a:lnSpc>
                <a:spcPct val="100000"/>
              </a:lnSpc>
              <a:spcBef>
                <a:spcPts val="1400"/>
              </a:spcBef>
              <a:buFont typeface="Arial" panose="020B0604020202020204" pitchFamily="34" charset="0"/>
              <a:buNone/>
              <a:defRPr lang="en-US" sz="17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Mindset</a:t>
            </a:r>
          </a:p>
        </p:txBody>
      </p:sp>
      <p:sp>
        <p:nvSpPr>
          <p:cNvPr id="3" name="Text Placeholder 12">
            <a:extLst>
              <a:ext uri="{FF2B5EF4-FFF2-40B4-BE49-F238E27FC236}">
                <a16:creationId xmlns:a16="http://schemas.microsoft.com/office/drawing/2014/main" id="{971C8995-2CB0-220D-3AF1-B66C5A1BE6E4}"/>
              </a:ext>
            </a:extLst>
          </p:cNvPr>
          <p:cNvSpPr txBox="1">
            <a:spLocks/>
          </p:cNvSpPr>
          <p:nvPr/>
        </p:nvSpPr>
        <p:spPr>
          <a:xfrm>
            <a:off x="3769394" y="1904992"/>
            <a:ext cx="1695132" cy="393199"/>
          </a:xfrm>
          <a:prstGeom prst="rect">
            <a:avLst/>
          </a:prstGeom>
        </p:spPr>
        <p:txBody>
          <a:bodyPr vert="horz" lIns="0" tIns="0" rIns="0" bIns="0" rtlCol="0">
            <a:normAutofit/>
          </a:bodyPr>
          <a:lstStyle>
            <a:lvl1pPr marL="0" indent="0" algn="l" defTabSz="914400" rtl="0" eaLnBrk="1" latinLnBrk="0" hangingPunct="1">
              <a:lnSpc>
                <a:spcPct val="100000"/>
              </a:lnSpc>
              <a:spcBef>
                <a:spcPts val="1400"/>
              </a:spcBef>
              <a:buFont typeface="Arial" panose="020B0604020202020204" pitchFamily="34" charset="0"/>
              <a:buNone/>
              <a:defRPr lang="en-US" sz="1700" kern="120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mj-lt"/>
              </a:rPr>
              <a:t>Practice</a:t>
            </a:r>
          </a:p>
        </p:txBody>
      </p:sp>
    </p:spTree>
    <p:extLst>
      <p:ext uri="{BB962C8B-B14F-4D97-AF65-F5344CB8AC3E}">
        <p14:creationId xmlns:p14="http://schemas.microsoft.com/office/powerpoint/2010/main" val="354514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7" grpId="0"/>
      <p:bldP spid="8" grpId="0"/>
      <p:bldP spid="9" grpId="0"/>
      <p:bldP spid="10" grpId="0"/>
      <p:bldP spid="3" grpId="0"/>
    </p:bldLst>
  </p:timing>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0B8E6-E4BB-E7AC-E076-74C3792D7DE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64AF723-19BA-57F5-8872-03618338DC4B}"/>
              </a:ext>
            </a:extLst>
          </p:cNvPr>
          <p:cNvSpPr>
            <a:spLocks noGrp="1"/>
          </p:cNvSpPr>
          <p:nvPr>
            <p:ph type="title"/>
          </p:nvPr>
        </p:nvSpPr>
        <p:spPr>
          <a:xfrm>
            <a:off x="400214" y="1490681"/>
            <a:ext cx="5059927" cy="2529776"/>
          </a:xfrm>
        </p:spPr>
        <p:txBody>
          <a:bodyPr>
            <a:normAutofit/>
          </a:bodyPr>
          <a:lstStyle/>
          <a:p>
            <a:r>
              <a:rPr lang="en-US" dirty="0"/>
              <a:t>The Four Leadership Moves:</a:t>
            </a:r>
            <a:br>
              <a:rPr lang="en-US" dirty="0"/>
            </a:br>
            <a:br>
              <a:rPr lang="en-US" dirty="0"/>
            </a:br>
            <a:r>
              <a:rPr lang="en-US" sz="2200" dirty="0"/>
              <a:t>A Framework to Run Projects Smarter and Faster under constant change</a:t>
            </a:r>
          </a:p>
        </p:txBody>
      </p:sp>
      <p:pic>
        <p:nvPicPr>
          <p:cNvPr id="27" name="Picture Placeholder 26" descr="A yellow robot arm in a factory&#10;&#10;AI-generated content may be incorrect.">
            <a:extLst>
              <a:ext uri="{FF2B5EF4-FFF2-40B4-BE49-F238E27FC236}">
                <a16:creationId xmlns:a16="http://schemas.microsoft.com/office/drawing/2014/main" id="{3E000ED2-DE1A-5261-F76A-10104E49F9D2}"/>
              </a:ext>
            </a:extLst>
          </p:cNvPr>
          <p:cNvPicPr>
            <a:picLocks noGrp="1" noChangeAspect="1"/>
          </p:cNvPicPr>
          <p:nvPr>
            <p:ph type="pic" sz="quarter" idx="23"/>
          </p:nvPr>
        </p:nvPicPr>
        <p:blipFill>
          <a:blip r:embed="rId4" cstate="screen">
            <a:extLst>
              <a:ext uri="{28A0092B-C50C-407E-A947-70E740481C1C}">
                <a14:useLocalDpi xmlns:a14="http://schemas.microsoft.com/office/drawing/2010/main"/>
              </a:ext>
            </a:extLst>
          </a:blip>
          <a:srcRect/>
          <a:stretch>
            <a:fillRect/>
          </a:stretch>
        </p:blipFill>
        <p:spPr>
          <a:xfrm>
            <a:off x="5749925" y="3407178"/>
            <a:ext cx="3219326" cy="3450822"/>
          </a:xfrm>
        </p:spPr>
      </p:pic>
      <p:pic>
        <p:nvPicPr>
          <p:cNvPr id="25" name="Picture Placeholder 24" descr="A couple of women in lab coats&#10;&#10;AI-generated content may be incorrect.">
            <a:extLst>
              <a:ext uri="{FF2B5EF4-FFF2-40B4-BE49-F238E27FC236}">
                <a16:creationId xmlns:a16="http://schemas.microsoft.com/office/drawing/2014/main" id="{E4036A19-D767-ED95-F750-573885A47F9C}"/>
              </a:ext>
            </a:extLst>
          </p:cNvPr>
          <p:cNvPicPr>
            <a:picLocks noGrp="1" noChangeAspect="1"/>
          </p:cNvPicPr>
          <p:nvPr>
            <p:ph type="pic" sz="quarter" idx="24"/>
          </p:nvPr>
        </p:nvPicPr>
        <p:blipFill>
          <a:blip r:embed="rId5" cstate="screen">
            <a:extLst>
              <a:ext uri="{28A0092B-C50C-407E-A947-70E740481C1C}">
                <a14:useLocalDpi xmlns:a14="http://schemas.microsoft.com/office/drawing/2010/main"/>
              </a:ext>
            </a:extLst>
          </a:blip>
          <a:srcRect/>
          <a:stretch>
            <a:fillRect/>
          </a:stretch>
        </p:blipFill>
        <p:spPr/>
      </p:pic>
      <p:pic>
        <p:nvPicPr>
          <p:cNvPr id="29" name="Picture Placeholder 28" descr="A multicolored building with different colors&#10;&#10;AI-generated content may be incorrect.">
            <a:extLst>
              <a:ext uri="{FF2B5EF4-FFF2-40B4-BE49-F238E27FC236}">
                <a16:creationId xmlns:a16="http://schemas.microsoft.com/office/drawing/2014/main" id="{34D9BD36-BB5B-59A9-5D39-042D8C3951E8}"/>
              </a:ext>
            </a:extLst>
          </p:cNvPr>
          <p:cNvPicPr>
            <a:picLocks noGrp="1" noChangeAspect="1"/>
          </p:cNvPicPr>
          <p:nvPr>
            <p:ph type="pic" sz="quarter" idx="25"/>
          </p:nvPr>
        </p:nvPicPr>
        <p:blipFill>
          <a:blip r:embed="rId6" cstate="screen">
            <a:extLst>
              <a:ext uri="{28A0092B-C50C-407E-A947-70E740481C1C}">
                <a14:useLocalDpi xmlns:a14="http://schemas.microsoft.com/office/drawing/2010/main"/>
              </a:ext>
            </a:extLst>
          </a:blip>
          <a:srcRect/>
          <a:stretch>
            <a:fillRect/>
          </a:stretch>
        </p:blipFill>
        <p:spPr/>
      </p:pic>
      <p:pic>
        <p:nvPicPr>
          <p:cNvPr id="23" name="Picture Placeholder 22" descr="A white car driving on a road&#10;&#10;AI-generated content may be incorrect.">
            <a:extLst>
              <a:ext uri="{FF2B5EF4-FFF2-40B4-BE49-F238E27FC236}">
                <a16:creationId xmlns:a16="http://schemas.microsoft.com/office/drawing/2014/main" id="{D92D27A5-4EAE-0A24-A20E-802F713607CA}"/>
              </a:ext>
            </a:extLst>
          </p:cNvPr>
          <p:cNvPicPr>
            <a:picLocks noGrp="1" noChangeAspect="1"/>
          </p:cNvPicPr>
          <p:nvPr>
            <p:ph type="pic" sz="quarter" idx="22"/>
          </p:nvPr>
        </p:nvPicPr>
        <p:blipFill>
          <a:blip r:embed="rId7" cstate="screen">
            <a:extLst>
              <a:ext uri="{28A0092B-C50C-407E-A947-70E740481C1C}">
                <a14:useLocalDpi xmlns:a14="http://schemas.microsoft.com/office/drawing/2010/main"/>
              </a:ext>
            </a:extLst>
          </a:blip>
          <a:srcRect/>
          <a:stretch>
            <a:fillRect/>
          </a:stretch>
        </p:blipFill>
        <p:spPr/>
      </p:pic>
      <p:grpSp>
        <p:nvGrpSpPr>
          <p:cNvPr id="10" name="Group 9">
            <a:extLst>
              <a:ext uri="{FF2B5EF4-FFF2-40B4-BE49-F238E27FC236}">
                <a16:creationId xmlns:a16="http://schemas.microsoft.com/office/drawing/2014/main" id="{5CCFC4E0-E11B-D517-93E9-C13D4BC44C86}"/>
              </a:ext>
            </a:extLst>
          </p:cNvPr>
          <p:cNvGrpSpPr/>
          <p:nvPr/>
        </p:nvGrpSpPr>
        <p:grpSpPr>
          <a:xfrm>
            <a:off x="5835325" y="2601448"/>
            <a:ext cx="3221010" cy="805730"/>
            <a:chOff x="5835325" y="2601448"/>
            <a:chExt cx="3221010" cy="805730"/>
          </a:xfrm>
        </p:grpSpPr>
        <p:sp>
          <p:nvSpPr>
            <p:cNvPr id="30" name="Title 5">
              <a:extLst>
                <a:ext uri="{FF2B5EF4-FFF2-40B4-BE49-F238E27FC236}">
                  <a16:creationId xmlns:a16="http://schemas.microsoft.com/office/drawing/2014/main" id="{FE21B868-9B35-4A45-6EB2-5986B53A96E0}"/>
                </a:ext>
              </a:extLst>
            </p:cNvPr>
            <p:cNvSpPr txBox="1">
              <a:spLocks/>
            </p:cNvSpPr>
            <p:nvPr/>
          </p:nvSpPr>
          <p:spPr>
            <a:xfrm>
              <a:off x="7780910" y="2601448"/>
              <a:ext cx="1275425"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dirty="0">
                  <a:solidFill>
                    <a:srgbClr val="69CA00"/>
                  </a:solidFill>
                </a:rPr>
                <a:t>Sense</a:t>
              </a:r>
              <a:endParaRPr lang="en-US" sz="2200" dirty="0">
                <a:solidFill>
                  <a:srgbClr val="69CA00"/>
                </a:solidFill>
              </a:endParaRPr>
            </a:p>
          </p:txBody>
        </p:sp>
        <p:sp>
          <p:nvSpPr>
            <p:cNvPr id="34" name="Title 5">
              <a:extLst>
                <a:ext uri="{FF2B5EF4-FFF2-40B4-BE49-F238E27FC236}">
                  <a16:creationId xmlns:a16="http://schemas.microsoft.com/office/drawing/2014/main" id="{357F82DA-0749-3FAF-8B88-FF8FC6AE6C06}"/>
                </a:ext>
              </a:extLst>
            </p:cNvPr>
            <p:cNvSpPr txBox="1">
              <a:spLocks/>
            </p:cNvSpPr>
            <p:nvPr/>
          </p:nvSpPr>
          <p:spPr>
            <a:xfrm>
              <a:off x="5835325" y="3124086"/>
              <a:ext cx="3206496" cy="28309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sz="1500">
                  <a:solidFill>
                    <a:schemeClr val="bg1"/>
                  </a:solidFill>
                  <a:latin typeface="+mj-lt"/>
                </a:rPr>
                <a:t>Anticipate shifts before they hit</a:t>
              </a:r>
            </a:p>
          </p:txBody>
        </p:sp>
      </p:grpSp>
      <p:grpSp>
        <p:nvGrpSpPr>
          <p:cNvPr id="11" name="Group 10">
            <a:extLst>
              <a:ext uri="{FF2B5EF4-FFF2-40B4-BE49-F238E27FC236}">
                <a16:creationId xmlns:a16="http://schemas.microsoft.com/office/drawing/2014/main" id="{5F419087-D889-05D8-9B4E-2A1DBBA2AC76}"/>
              </a:ext>
            </a:extLst>
          </p:cNvPr>
          <p:cNvGrpSpPr/>
          <p:nvPr/>
        </p:nvGrpSpPr>
        <p:grpSpPr>
          <a:xfrm>
            <a:off x="8888985" y="2586933"/>
            <a:ext cx="3214627" cy="820245"/>
            <a:chOff x="8888985" y="2586933"/>
            <a:chExt cx="3214627" cy="820245"/>
          </a:xfrm>
        </p:grpSpPr>
        <p:sp>
          <p:nvSpPr>
            <p:cNvPr id="31" name="Title 5">
              <a:extLst>
                <a:ext uri="{FF2B5EF4-FFF2-40B4-BE49-F238E27FC236}">
                  <a16:creationId xmlns:a16="http://schemas.microsoft.com/office/drawing/2014/main" id="{147F3159-98BC-AD28-7E1F-3D0421B8B9E9}"/>
                </a:ext>
              </a:extLst>
            </p:cNvPr>
            <p:cNvSpPr txBox="1">
              <a:spLocks/>
            </p:cNvSpPr>
            <p:nvPr/>
          </p:nvSpPr>
          <p:spPr>
            <a:xfrm>
              <a:off x="10492233" y="2586933"/>
              <a:ext cx="1611379" cy="566181"/>
            </a:xfrm>
            <a:prstGeom prst="rect">
              <a:avLst/>
            </a:prstGeom>
          </p:spPr>
          <p:txBody>
            <a:bodyPr vert="horz" lIns="0" tIns="0" rIns="0" bIns="0" rtlCol="0" anchor="b">
              <a:normAutofit fontScale="92500"/>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dirty="0">
                  <a:solidFill>
                    <a:srgbClr val="FF7400"/>
                  </a:solidFill>
                </a:rPr>
                <a:t>Translate</a:t>
              </a:r>
              <a:endParaRPr lang="en-US" sz="2200" dirty="0">
                <a:solidFill>
                  <a:srgbClr val="FF7400"/>
                </a:solidFill>
              </a:endParaRPr>
            </a:p>
          </p:txBody>
        </p:sp>
        <p:sp>
          <p:nvSpPr>
            <p:cNvPr id="35" name="Title 5">
              <a:extLst>
                <a:ext uri="{FF2B5EF4-FFF2-40B4-BE49-F238E27FC236}">
                  <a16:creationId xmlns:a16="http://schemas.microsoft.com/office/drawing/2014/main" id="{66DCEF1E-7165-8636-09A9-BED63910229A}"/>
                </a:ext>
              </a:extLst>
            </p:cNvPr>
            <p:cNvSpPr txBox="1">
              <a:spLocks/>
            </p:cNvSpPr>
            <p:nvPr/>
          </p:nvSpPr>
          <p:spPr>
            <a:xfrm>
              <a:off x="8888985" y="3124086"/>
              <a:ext cx="3206496" cy="28309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pPr algn="r"/>
              <a:r>
                <a:rPr lang="en-US" sz="1500" dirty="0">
                  <a:solidFill>
                    <a:schemeClr val="bg1"/>
                  </a:solidFill>
                  <a:latin typeface="+mj-lt"/>
                </a:rPr>
                <a:t>Create shared clarity</a:t>
              </a:r>
            </a:p>
          </p:txBody>
        </p:sp>
      </p:grpSp>
      <p:grpSp>
        <p:nvGrpSpPr>
          <p:cNvPr id="12" name="Group 11">
            <a:extLst>
              <a:ext uri="{FF2B5EF4-FFF2-40B4-BE49-F238E27FC236}">
                <a16:creationId xmlns:a16="http://schemas.microsoft.com/office/drawing/2014/main" id="{3776C223-06DD-9D92-BC45-22DB98B12F94}"/>
              </a:ext>
            </a:extLst>
          </p:cNvPr>
          <p:cNvGrpSpPr/>
          <p:nvPr/>
        </p:nvGrpSpPr>
        <p:grpSpPr>
          <a:xfrm>
            <a:off x="6822973" y="6073990"/>
            <a:ext cx="2081779" cy="762188"/>
            <a:chOff x="6822973" y="6073990"/>
            <a:chExt cx="2081779" cy="762188"/>
          </a:xfrm>
        </p:grpSpPr>
        <p:sp>
          <p:nvSpPr>
            <p:cNvPr id="2" name="Title 5">
              <a:extLst>
                <a:ext uri="{FF2B5EF4-FFF2-40B4-BE49-F238E27FC236}">
                  <a16:creationId xmlns:a16="http://schemas.microsoft.com/office/drawing/2014/main" id="{EE63F26D-DD21-0B56-2A85-95B5CC5E1CEF}"/>
                </a:ext>
              </a:extLst>
            </p:cNvPr>
            <p:cNvSpPr txBox="1">
              <a:spLocks/>
            </p:cNvSpPr>
            <p:nvPr/>
          </p:nvSpPr>
          <p:spPr>
            <a:xfrm>
              <a:off x="7613560" y="6073990"/>
              <a:ext cx="1275425"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dirty="0">
                  <a:solidFill>
                    <a:schemeClr val="bg1"/>
                  </a:solidFill>
                </a:rPr>
                <a:t>Decide</a:t>
              </a:r>
              <a:endParaRPr lang="en-US" sz="2200" dirty="0">
                <a:solidFill>
                  <a:schemeClr val="bg1"/>
                </a:solidFill>
              </a:endParaRPr>
            </a:p>
          </p:txBody>
        </p:sp>
        <p:sp>
          <p:nvSpPr>
            <p:cNvPr id="5" name="Title 5">
              <a:extLst>
                <a:ext uri="{FF2B5EF4-FFF2-40B4-BE49-F238E27FC236}">
                  <a16:creationId xmlns:a16="http://schemas.microsoft.com/office/drawing/2014/main" id="{6BCB08D4-A276-C211-59EA-A5263E7EA8C2}"/>
                </a:ext>
              </a:extLst>
            </p:cNvPr>
            <p:cNvSpPr txBox="1">
              <a:spLocks/>
            </p:cNvSpPr>
            <p:nvPr/>
          </p:nvSpPr>
          <p:spPr>
            <a:xfrm>
              <a:off x="6822973" y="6531264"/>
              <a:ext cx="2081779" cy="304914"/>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sz="1500">
                  <a:solidFill>
                    <a:schemeClr val="bg1"/>
                  </a:solidFill>
                  <a:latin typeface="+mj-lt"/>
                </a:rPr>
                <a:t>Drive rapid decisions</a:t>
              </a:r>
            </a:p>
          </p:txBody>
        </p:sp>
      </p:grpSp>
      <p:grpSp>
        <p:nvGrpSpPr>
          <p:cNvPr id="13" name="Group 12">
            <a:extLst>
              <a:ext uri="{FF2B5EF4-FFF2-40B4-BE49-F238E27FC236}">
                <a16:creationId xmlns:a16="http://schemas.microsoft.com/office/drawing/2014/main" id="{1479EF79-1B7A-1620-A7B9-3CB185CCD75B}"/>
              </a:ext>
            </a:extLst>
          </p:cNvPr>
          <p:cNvGrpSpPr/>
          <p:nvPr/>
        </p:nvGrpSpPr>
        <p:grpSpPr>
          <a:xfrm>
            <a:off x="10271904" y="6059475"/>
            <a:ext cx="2830865" cy="776703"/>
            <a:chOff x="10271904" y="6059475"/>
            <a:chExt cx="2830865" cy="776703"/>
          </a:xfrm>
        </p:grpSpPr>
        <p:sp>
          <p:nvSpPr>
            <p:cNvPr id="7" name="Title 5">
              <a:extLst>
                <a:ext uri="{FF2B5EF4-FFF2-40B4-BE49-F238E27FC236}">
                  <a16:creationId xmlns:a16="http://schemas.microsoft.com/office/drawing/2014/main" id="{8E2B58C3-F487-BE2F-23C2-CF662211A950}"/>
                </a:ext>
              </a:extLst>
            </p:cNvPr>
            <p:cNvSpPr txBox="1">
              <a:spLocks/>
            </p:cNvSpPr>
            <p:nvPr/>
          </p:nvSpPr>
          <p:spPr>
            <a:xfrm>
              <a:off x="10820056" y="6059475"/>
              <a:ext cx="1275425"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dirty="0">
                  <a:solidFill>
                    <a:srgbClr val="0EAFE0"/>
                  </a:solidFill>
                </a:rPr>
                <a:t>Embed</a:t>
              </a:r>
              <a:endParaRPr lang="en-US" sz="2200" dirty="0">
                <a:solidFill>
                  <a:srgbClr val="0EAFE0"/>
                </a:solidFill>
              </a:endParaRPr>
            </a:p>
          </p:txBody>
        </p:sp>
        <p:sp>
          <p:nvSpPr>
            <p:cNvPr id="8" name="Title 5">
              <a:extLst>
                <a:ext uri="{FF2B5EF4-FFF2-40B4-BE49-F238E27FC236}">
                  <a16:creationId xmlns:a16="http://schemas.microsoft.com/office/drawing/2014/main" id="{ACA98ECD-BE6A-EA14-A20D-6DF476000FA1}"/>
                </a:ext>
              </a:extLst>
            </p:cNvPr>
            <p:cNvSpPr txBox="1">
              <a:spLocks/>
            </p:cNvSpPr>
            <p:nvPr/>
          </p:nvSpPr>
          <p:spPr>
            <a:xfrm>
              <a:off x="10271904" y="6524058"/>
              <a:ext cx="2830865" cy="312120"/>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sz="1500" dirty="0">
                  <a:solidFill>
                    <a:schemeClr val="bg1"/>
                  </a:solidFill>
                  <a:latin typeface="+mj-lt"/>
                </a:rPr>
                <a:t>Make change stick</a:t>
              </a:r>
            </a:p>
          </p:txBody>
        </p:sp>
      </p:grpSp>
    </p:spTree>
    <p:extLst>
      <p:ext uri="{BB962C8B-B14F-4D97-AF65-F5344CB8AC3E}">
        <p14:creationId xmlns:p14="http://schemas.microsoft.com/office/powerpoint/2010/main" val="128964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B0888-18C1-940D-F79F-40F5072D5D49}"/>
            </a:ext>
          </a:extLst>
        </p:cNvPr>
        <p:cNvGrpSpPr/>
        <p:nvPr/>
      </p:nvGrpSpPr>
      <p:grpSpPr>
        <a:xfrm>
          <a:off x="0" y="0"/>
          <a:ext cx="0" cy="0"/>
          <a:chOff x="0" y="0"/>
          <a:chExt cx="0" cy="0"/>
        </a:xfrm>
      </p:grpSpPr>
      <p:grpSp>
        <p:nvGrpSpPr>
          <p:cNvPr id="26" name="Group 25">
            <a:extLst>
              <a:ext uri="{FF2B5EF4-FFF2-40B4-BE49-F238E27FC236}">
                <a16:creationId xmlns:a16="http://schemas.microsoft.com/office/drawing/2014/main" id="{93D574B4-4463-DAA6-ED5E-7483CE98E7EF}"/>
              </a:ext>
            </a:extLst>
          </p:cNvPr>
          <p:cNvGrpSpPr/>
          <p:nvPr/>
        </p:nvGrpSpPr>
        <p:grpSpPr>
          <a:xfrm>
            <a:off x="4382134" y="1146629"/>
            <a:ext cx="3469727" cy="5096262"/>
            <a:chOff x="8226932" y="1146629"/>
            <a:chExt cx="3483380" cy="5096262"/>
          </a:xfrm>
        </p:grpSpPr>
        <p:sp>
          <p:nvSpPr>
            <p:cNvPr id="27" name="Rectangle: Rounded Corners 26">
              <a:extLst>
                <a:ext uri="{FF2B5EF4-FFF2-40B4-BE49-F238E27FC236}">
                  <a16:creationId xmlns:a16="http://schemas.microsoft.com/office/drawing/2014/main" id="{C16C9E72-3FA2-6423-F89D-33EB6A5C91CD}"/>
                </a:ext>
              </a:extLst>
            </p:cNvPr>
            <p:cNvSpPr/>
            <p:nvPr/>
          </p:nvSpPr>
          <p:spPr>
            <a:xfrm>
              <a:off x="8226932" y="4312945"/>
              <a:ext cx="3483380" cy="1929946"/>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8" name="Rectangle: Rounded Corners 27">
              <a:extLst>
                <a:ext uri="{FF2B5EF4-FFF2-40B4-BE49-F238E27FC236}">
                  <a16:creationId xmlns:a16="http://schemas.microsoft.com/office/drawing/2014/main" id="{7944EC6E-3A2C-031B-D728-07D3CF505AA4}"/>
                </a:ext>
              </a:extLst>
            </p:cNvPr>
            <p:cNvSpPr/>
            <p:nvPr/>
          </p:nvSpPr>
          <p:spPr>
            <a:xfrm>
              <a:off x="8226932" y="1146629"/>
              <a:ext cx="3483380" cy="1929946"/>
            </a:xfrm>
            <a:prstGeom prst="roundRect">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9" name="Rectangle: Rounded Corners 28">
              <a:extLst>
                <a:ext uri="{FF2B5EF4-FFF2-40B4-BE49-F238E27FC236}">
                  <a16:creationId xmlns:a16="http://schemas.microsoft.com/office/drawing/2014/main" id="{A779B252-9C74-A05C-1320-33C023D1CF04}"/>
                </a:ext>
              </a:extLst>
            </p:cNvPr>
            <p:cNvSpPr/>
            <p:nvPr/>
          </p:nvSpPr>
          <p:spPr>
            <a:xfrm>
              <a:off x="8226932" y="2804608"/>
              <a:ext cx="3483380" cy="2224163"/>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nvGrpSpPr>
          <p:cNvPr id="30" name="Group 29">
            <a:extLst>
              <a:ext uri="{FF2B5EF4-FFF2-40B4-BE49-F238E27FC236}">
                <a16:creationId xmlns:a16="http://schemas.microsoft.com/office/drawing/2014/main" id="{1DF71A1A-887B-E33E-4B02-6414617CA0F2}"/>
              </a:ext>
            </a:extLst>
          </p:cNvPr>
          <p:cNvGrpSpPr/>
          <p:nvPr/>
        </p:nvGrpSpPr>
        <p:grpSpPr>
          <a:xfrm>
            <a:off x="588748" y="1146629"/>
            <a:ext cx="3474490" cy="5096262"/>
            <a:chOff x="8226932" y="1146629"/>
            <a:chExt cx="3474490" cy="5096262"/>
          </a:xfrm>
        </p:grpSpPr>
        <p:sp>
          <p:nvSpPr>
            <p:cNvPr id="31" name="Rectangle: Rounded Corners 30">
              <a:extLst>
                <a:ext uri="{FF2B5EF4-FFF2-40B4-BE49-F238E27FC236}">
                  <a16:creationId xmlns:a16="http://schemas.microsoft.com/office/drawing/2014/main" id="{0B0D0174-77AF-08E7-4D20-6723C29862FA}"/>
                </a:ext>
              </a:extLst>
            </p:cNvPr>
            <p:cNvSpPr/>
            <p:nvPr/>
          </p:nvSpPr>
          <p:spPr>
            <a:xfrm>
              <a:off x="8226932" y="4312945"/>
              <a:ext cx="3474490" cy="1929946"/>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32" name="Rectangle: Rounded Corners 31">
              <a:extLst>
                <a:ext uri="{FF2B5EF4-FFF2-40B4-BE49-F238E27FC236}">
                  <a16:creationId xmlns:a16="http://schemas.microsoft.com/office/drawing/2014/main" id="{396DE22E-2BDF-2A92-9EC3-CBAE69B44820}"/>
                </a:ext>
              </a:extLst>
            </p:cNvPr>
            <p:cNvSpPr/>
            <p:nvPr/>
          </p:nvSpPr>
          <p:spPr>
            <a:xfrm>
              <a:off x="8226932" y="1146629"/>
              <a:ext cx="3474044" cy="1929946"/>
            </a:xfrm>
            <a:prstGeom prst="roundRect">
              <a:avLst/>
            </a:prstGeom>
            <a:blipFill dpi="0" rotWithShape="1">
              <a:blip r:embed="rId5">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33" name="Rectangle: Rounded Corners 32">
              <a:extLst>
                <a:ext uri="{FF2B5EF4-FFF2-40B4-BE49-F238E27FC236}">
                  <a16:creationId xmlns:a16="http://schemas.microsoft.com/office/drawing/2014/main" id="{FFA01D35-7187-2E68-E098-854852AEFD3C}"/>
                </a:ext>
              </a:extLst>
            </p:cNvPr>
            <p:cNvSpPr/>
            <p:nvPr/>
          </p:nvSpPr>
          <p:spPr>
            <a:xfrm>
              <a:off x="8226932" y="2804608"/>
              <a:ext cx="3474490" cy="2224163"/>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sp>
        <p:nvSpPr>
          <p:cNvPr id="2" name="Title 3">
            <a:extLst>
              <a:ext uri="{FF2B5EF4-FFF2-40B4-BE49-F238E27FC236}">
                <a16:creationId xmlns:a16="http://schemas.microsoft.com/office/drawing/2014/main" id="{8779A878-FB5E-3B70-C860-79C7C20569EF}"/>
              </a:ext>
            </a:extLst>
          </p:cNvPr>
          <p:cNvSpPr txBox="1">
            <a:spLocks/>
          </p:cNvSpPr>
          <p:nvPr/>
        </p:nvSpPr>
        <p:spPr>
          <a:xfrm>
            <a:off x="407988" y="165167"/>
            <a:ext cx="11432485" cy="67773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sz="3000"/>
              <a:t>The Acceleration Moves</a:t>
            </a:r>
            <a:endParaRPr lang="en-US" sz="2400"/>
          </a:p>
        </p:txBody>
      </p:sp>
      <p:grpSp>
        <p:nvGrpSpPr>
          <p:cNvPr id="8" name="Group 7">
            <a:extLst>
              <a:ext uri="{FF2B5EF4-FFF2-40B4-BE49-F238E27FC236}">
                <a16:creationId xmlns:a16="http://schemas.microsoft.com/office/drawing/2014/main" id="{56137ECB-AEF6-6831-5376-EABF3EC534D3}"/>
              </a:ext>
            </a:extLst>
          </p:cNvPr>
          <p:cNvGrpSpPr/>
          <p:nvPr/>
        </p:nvGrpSpPr>
        <p:grpSpPr>
          <a:xfrm>
            <a:off x="572262" y="2732100"/>
            <a:ext cx="3490976" cy="962660"/>
            <a:chOff x="795020" y="2525486"/>
            <a:chExt cx="3666044" cy="962660"/>
          </a:xfrm>
        </p:grpSpPr>
        <p:sp>
          <p:nvSpPr>
            <p:cNvPr id="5" name="Rectangle 4">
              <a:extLst>
                <a:ext uri="{FF2B5EF4-FFF2-40B4-BE49-F238E27FC236}">
                  <a16:creationId xmlns:a16="http://schemas.microsoft.com/office/drawing/2014/main" id="{35318D60-EB38-D1C6-9BB7-B20B9D60A278}"/>
                </a:ext>
              </a:extLst>
            </p:cNvPr>
            <p:cNvSpPr/>
            <p:nvPr/>
          </p:nvSpPr>
          <p:spPr>
            <a:xfrm>
              <a:off x="812801" y="2525486"/>
              <a:ext cx="3648263" cy="7112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7" name="Isosceles Triangle 6">
              <a:extLst>
                <a:ext uri="{FF2B5EF4-FFF2-40B4-BE49-F238E27FC236}">
                  <a16:creationId xmlns:a16="http://schemas.microsoft.com/office/drawing/2014/main" id="{CF4D3E7F-7023-C761-6E5B-749BAF7CD217}"/>
                </a:ext>
              </a:extLst>
            </p:cNvPr>
            <p:cNvSpPr/>
            <p:nvPr/>
          </p:nvSpPr>
          <p:spPr>
            <a:xfrm rot="10800000">
              <a:off x="795020" y="3236686"/>
              <a:ext cx="3657600" cy="25146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nvGrpSpPr>
          <p:cNvPr id="10" name="Group 9">
            <a:extLst>
              <a:ext uri="{FF2B5EF4-FFF2-40B4-BE49-F238E27FC236}">
                <a16:creationId xmlns:a16="http://schemas.microsoft.com/office/drawing/2014/main" id="{574D7B6D-6842-C45F-4D71-2AB2F47EE9E7}"/>
              </a:ext>
            </a:extLst>
          </p:cNvPr>
          <p:cNvGrpSpPr/>
          <p:nvPr/>
        </p:nvGrpSpPr>
        <p:grpSpPr>
          <a:xfrm>
            <a:off x="4364355" y="2732100"/>
            <a:ext cx="3487507" cy="962660"/>
            <a:chOff x="795020" y="2525486"/>
            <a:chExt cx="3675380" cy="962660"/>
          </a:xfrm>
          <a:solidFill>
            <a:srgbClr val="F9B500"/>
          </a:solidFill>
        </p:grpSpPr>
        <p:sp>
          <p:nvSpPr>
            <p:cNvPr id="11" name="Rectangle 10">
              <a:extLst>
                <a:ext uri="{FF2B5EF4-FFF2-40B4-BE49-F238E27FC236}">
                  <a16:creationId xmlns:a16="http://schemas.microsoft.com/office/drawing/2014/main" id="{3C569A33-CC47-9060-820C-939512A78D05}"/>
                </a:ext>
              </a:extLst>
            </p:cNvPr>
            <p:cNvSpPr/>
            <p:nvPr/>
          </p:nvSpPr>
          <p:spPr>
            <a:xfrm>
              <a:off x="812800" y="2525486"/>
              <a:ext cx="3657600" cy="711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2" name="Isosceles Triangle 11">
              <a:extLst>
                <a:ext uri="{FF2B5EF4-FFF2-40B4-BE49-F238E27FC236}">
                  <a16:creationId xmlns:a16="http://schemas.microsoft.com/office/drawing/2014/main" id="{501CBA20-C4A9-B0C1-4B81-3DF690967897}"/>
                </a:ext>
              </a:extLst>
            </p:cNvPr>
            <p:cNvSpPr/>
            <p:nvPr/>
          </p:nvSpPr>
          <p:spPr>
            <a:xfrm rot="10800000">
              <a:off x="795020" y="3236686"/>
              <a:ext cx="3657600" cy="25146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nvGrpSpPr>
          <p:cNvPr id="25" name="Group 24">
            <a:extLst>
              <a:ext uri="{FF2B5EF4-FFF2-40B4-BE49-F238E27FC236}">
                <a16:creationId xmlns:a16="http://schemas.microsoft.com/office/drawing/2014/main" id="{A7432136-7DF8-60FD-34E1-AFCCA3071FE1}"/>
              </a:ext>
            </a:extLst>
          </p:cNvPr>
          <p:cNvGrpSpPr/>
          <p:nvPr/>
        </p:nvGrpSpPr>
        <p:grpSpPr>
          <a:xfrm>
            <a:off x="8226932" y="1146629"/>
            <a:ext cx="3483380" cy="5096262"/>
            <a:chOff x="8226932" y="1146629"/>
            <a:chExt cx="3483380" cy="5096262"/>
          </a:xfrm>
        </p:grpSpPr>
        <p:sp>
          <p:nvSpPr>
            <p:cNvPr id="24" name="Rectangle: Rounded Corners 23">
              <a:extLst>
                <a:ext uri="{FF2B5EF4-FFF2-40B4-BE49-F238E27FC236}">
                  <a16:creationId xmlns:a16="http://schemas.microsoft.com/office/drawing/2014/main" id="{AD5319CE-1486-F8A4-A823-5FE16B8C887E}"/>
                </a:ext>
              </a:extLst>
            </p:cNvPr>
            <p:cNvSpPr/>
            <p:nvPr/>
          </p:nvSpPr>
          <p:spPr>
            <a:xfrm>
              <a:off x="8226932" y="4312945"/>
              <a:ext cx="3474490" cy="1929946"/>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3" name="Rectangle: Rounded Corners 22">
              <a:extLst>
                <a:ext uri="{FF2B5EF4-FFF2-40B4-BE49-F238E27FC236}">
                  <a16:creationId xmlns:a16="http://schemas.microsoft.com/office/drawing/2014/main" id="{337D62FC-6567-8912-01FB-77D96DE1293F}"/>
                </a:ext>
              </a:extLst>
            </p:cNvPr>
            <p:cNvSpPr/>
            <p:nvPr/>
          </p:nvSpPr>
          <p:spPr>
            <a:xfrm>
              <a:off x="8226932" y="1146629"/>
              <a:ext cx="3483380" cy="1929946"/>
            </a:xfrm>
            <a:prstGeom prst="roundRect">
              <a:avLst/>
            </a:prstGeom>
            <a:blipFill dpi="0" rotWithShape="1">
              <a:blip r:embed="rId6"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3" name="Rectangle: Rounded Corners 12">
              <a:extLst>
                <a:ext uri="{FF2B5EF4-FFF2-40B4-BE49-F238E27FC236}">
                  <a16:creationId xmlns:a16="http://schemas.microsoft.com/office/drawing/2014/main" id="{5643E25F-E793-9CC4-ED91-7DA33FC45DC3}"/>
                </a:ext>
              </a:extLst>
            </p:cNvPr>
            <p:cNvSpPr/>
            <p:nvPr/>
          </p:nvSpPr>
          <p:spPr>
            <a:xfrm>
              <a:off x="8226932" y="2804608"/>
              <a:ext cx="3474490" cy="2224163"/>
            </a:xfrm>
            <a:prstGeom prst="roundRect">
              <a:avLst/>
            </a:prstGeom>
            <a:solidFill>
              <a:schemeClr val="tx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grpSp>
        <p:nvGrpSpPr>
          <p:cNvPr id="14" name="Group 13">
            <a:extLst>
              <a:ext uri="{FF2B5EF4-FFF2-40B4-BE49-F238E27FC236}">
                <a16:creationId xmlns:a16="http://schemas.microsoft.com/office/drawing/2014/main" id="{0E3E5B25-E09B-8A9E-A361-59BD9B90D781}"/>
              </a:ext>
            </a:extLst>
          </p:cNvPr>
          <p:cNvGrpSpPr/>
          <p:nvPr/>
        </p:nvGrpSpPr>
        <p:grpSpPr>
          <a:xfrm>
            <a:off x="8220204" y="2732100"/>
            <a:ext cx="3490107" cy="962660"/>
            <a:chOff x="815076" y="2525486"/>
            <a:chExt cx="3674040" cy="962660"/>
          </a:xfrm>
          <a:solidFill>
            <a:srgbClr val="7CD000"/>
          </a:solidFill>
        </p:grpSpPr>
        <p:sp>
          <p:nvSpPr>
            <p:cNvPr id="15" name="Rectangle 14">
              <a:extLst>
                <a:ext uri="{FF2B5EF4-FFF2-40B4-BE49-F238E27FC236}">
                  <a16:creationId xmlns:a16="http://schemas.microsoft.com/office/drawing/2014/main" id="{949A0B5C-F47B-FD04-8A9C-093FD10FF7E9}"/>
                </a:ext>
              </a:extLst>
            </p:cNvPr>
            <p:cNvSpPr/>
            <p:nvPr/>
          </p:nvSpPr>
          <p:spPr>
            <a:xfrm>
              <a:off x="817813" y="2525486"/>
              <a:ext cx="3671303" cy="711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6" name="Isosceles Triangle 15">
              <a:extLst>
                <a:ext uri="{FF2B5EF4-FFF2-40B4-BE49-F238E27FC236}">
                  <a16:creationId xmlns:a16="http://schemas.microsoft.com/office/drawing/2014/main" id="{1B353A82-02D9-F6B8-1B65-37363C3F9C45}"/>
                </a:ext>
              </a:extLst>
            </p:cNvPr>
            <p:cNvSpPr/>
            <p:nvPr/>
          </p:nvSpPr>
          <p:spPr>
            <a:xfrm rot="10800000">
              <a:off x="815076" y="3236686"/>
              <a:ext cx="3657600" cy="25146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sp>
        <p:nvSpPr>
          <p:cNvPr id="18" name="Title 5">
            <a:extLst>
              <a:ext uri="{FF2B5EF4-FFF2-40B4-BE49-F238E27FC236}">
                <a16:creationId xmlns:a16="http://schemas.microsoft.com/office/drawing/2014/main" id="{AA2B7668-5D64-AB6B-441D-960D4ED32773}"/>
              </a:ext>
            </a:extLst>
          </p:cNvPr>
          <p:cNvSpPr txBox="1">
            <a:spLocks/>
          </p:cNvSpPr>
          <p:nvPr/>
        </p:nvSpPr>
        <p:spPr>
          <a:xfrm>
            <a:off x="1749463" y="2804609"/>
            <a:ext cx="1275425"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a:solidFill>
                  <a:schemeClr val="tx1"/>
                </a:solidFill>
              </a:rPr>
              <a:t>Sense</a:t>
            </a:r>
            <a:endParaRPr lang="en-US" sz="2200">
              <a:solidFill>
                <a:schemeClr val="tx1"/>
              </a:solidFill>
            </a:endParaRPr>
          </a:p>
        </p:txBody>
      </p:sp>
      <p:sp>
        <p:nvSpPr>
          <p:cNvPr id="19" name="Title 5">
            <a:extLst>
              <a:ext uri="{FF2B5EF4-FFF2-40B4-BE49-F238E27FC236}">
                <a16:creationId xmlns:a16="http://schemas.microsoft.com/office/drawing/2014/main" id="{EF32C9FC-2A63-DFD6-B2AB-0D1F9A413373}"/>
              </a:ext>
            </a:extLst>
          </p:cNvPr>
          <p:cNvSpPr txBox="1">
            <a:spLocks/>
          </p:cNvSpPr>
          <p:nvPr/>
        </p:nvSpPr>
        <p:spPr>
          <a:xfrm>
            <a:off x="5211315" y="2856478"/>
            <a:ext cx="2055117"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a:solidFill>
                  <a:schemeClr val="tx1"/>
                </a:solidFill>
              </a:rPr>
              <a:t>Translate</a:t>
            </a:r>
            <a:endParaRPr lang="en-US" sz="2200">
              <a:solidFill>
                <a:schemeClr val="tx1"/>
              </a:solidFill>
            </a:endParaRPr>
          </a:p>
        </p:txBody>
      </p:sp>
      <p:sp>
        <p:nvSpPr>
          <p:cNvPr id="20" name="Title 5">
            <a:extLst>
              <a:ext uri="{FF2B5EF4-FFF2-40B4-BE49-F238E27FC236}">
                <a16:creationId xmlns:a16="http://schemas.microsoft.com/office/drawing/2014/main" id="{F69ECDF6-A706-2A12-C77C-197C517FE06C}"/>
              </a:ext>
            </a:extLst>
          </p:cNvPr>
          <p:cNvSpPr txBox="1">
            <a:spLocks/>
          </p:cNvSpPr>
          <p:nvPr/>
        </p:nvSpPr>
        <p:spPr>
          <a:xfrm>
            <a:off x="9365179" y="2804608"/>
            <a:ext cx="1560459" cy="566181"/>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dirty="0">
                <a:solidFill>
                  <a:schemeClr val="tx2"/>
                </a:solidFill>
                <a:latin typeface="Poppins SemiBold" pitchFamily="2" charset="77"/>
                <a:ea typeface="+mn-ea"/>
                <a:cs typeface="Poppins SemiBold" pitchFamily="2" charset="77"/>
              </a:defRPr>
            </a:lvl1pPr>
          </a:lstStyle>
          <a:p>
            <a:r>
              <a:rPr lang="en-US">
                <a:solidFill>
                  <a:schemeClr val="tx1"/>
                </a:solidFill>
              </a:rPr>
              <a:t>Decide</a:t>
            </a:r>
            <a:endParaRPr lang="en-US" sz="2200">
              <a:solidFill>
                <a:schemeClr val="tx1"/>
              </a:solidFill>
            </a:endParaRPr>
          </a:p>
        </p:txBody>
      </p:sp>
      <p:grpSp>
        <p:nvGrpSpPr>
          <p:cNvPr id="9" name="Group 8">
            <a:extLst>
              <a:ext uri="{FF2B5EF4-FFF2-40B4-BE49-F238E27FC236}">
                <a16:creationId xmlns:a16="http://schemas.microsoft.com/office/drawing/2014/main" id="{0F609083-E1E0-694A-ED0C-18D1C382FC2C}"/>
              </a:ext>
            </a:extLst>
          </p:cNvPr>
          <p:cNvGrpSpPr/>
          <p:nvPr/>
        </p:nvGrpSpPr>
        <p:grpSpPr>
          <a:xfrm>
            <a:off x="743821" y="3862613"/>
            <a:ext cx="3151856" cy="2181088"/>
            <a:chOff x="743821" y="3862613"/>
            <a:chExt cx="3151856" cy="2181088"/>
          </a:xfrm>
        </p:grpSpPr>
        <p:sp>
          <p:nvSpPr>
            <p:cNvPr id="34" name="Text Placeholder 8">
              <a:extLst>
                <a:ext uri="{FF2B5EF4-FFF2-40B4-BE49-F238E27FC236}">
                  <a16:creationId xmlns:a16="http://schemas.microsoft.com/office/drawing/2014/main" id="{F6D11C52-36B7-5A2C-0A73-B66A2E6FF0FD}"/>
                </a:ext>
              </a:extLst>
            </p:cNvPr>
            <p:cNvSpPr txBox="1">
              <a:spLocks/>
            </p:cNvSpPr>
            <p:nvPr/>
          </p:nvSpPr>
          <p:spPr>
            <a:xfrm>
              <a:off x="755862" y="3862613"/>
              <a:ext cx="3139815" cy="21085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a:solidFill>
                    <a:schemeClr val="bg1"/>
                  </a:solidFill>
                  <a:latin typeface="+mj-lt"/>
                </a:rPr>
                <a:t>Cross-function syncs to surface shifts</a:t>
              </a:r>
            </a:p>
            <a:p>
              <a:pPr marL="0" indent="0" algn="ctr">
                <a:buNone/>
              </a:pPr>
              <a:r>
                <a:rPr lang="en-US" sz="1500" dirty="0">
                  <a:solidFill>
                    <a:schemeClr val="bg1"/>
                  </a:solidFill>
                  <a:latin typeface="+mj-lt"/>
                </a:rPr>
                <a:t>Track weak signals in project reviews</a:t>
              </a:r>
            </a:p>
            <a:p>
              <a:pPr marL="0" indent="0" algn="ctr">
                <a:buNone/>
              </a:pPr>
              <a:r>
                <a:rPr lang="en-US" sz="1500" dirty="0">
                  <a:solidFill>
                    <a:schemeClr val="bg1"/>
                  </a:solidFill>
                  <a:latin typeface="+mj-lt"/>
                </a:rPr>
                <a:t>Apply learnings to prevent repeat risk</a:t>
              </a:r>
            </a:p>
            <a:p>
              <a:pPr algn="ctr"/>
              <a:endParaRPr lang="en-US" dirty="0">
                <a:solidFill>
                  <a:schemeClr val="bg1"/>
                </a:solidFill>
                <a:latin typeface="+mj-lt"/>
              </a:endParaRPr>
            </a:p>
          </p:txBody>
        </p:sp>
        <p:sp>
          <p:nvSpPr>
            <p:cNvPr id="3" name="Text Placeholder 8">
              <a:extLst>
                <a:ext uri="{FF2B5EF4-FFF2-40B4-BE49-F238E27FC236}">
                  <a16:creationId xmlns:a16="http://schemas.microsoft.com/office/drawing/2014/main" id="{41E58263-EB16-E437-64BD-D4616367FF5E}"/>
                </a:ext>
              </a:extLst>
            </p:cNvPr>
            <p:cNvSpPr txBox="1">
              <a:spLocks/>
            </p:cNvSpPr>
            <p:nvPr/>
          </p:nvSpPr>
          <p:spPr>
            <a:xfrm>
              <a:off x="743821" y="5479103"/>
              <a:ext cx="3139815" cy="5645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0EAFE0"/>
                  </a:solidFill>
                  <a:latin typeface="+mj-lt"/>
                </a:rPr>
                <a:t>Resolve before risks</a:t>
              </a:r>
              <a:r>
                <a:rPr lang="en-US" sz="1600" dirty="0">
                  <a:solidFill>
                    <a:srgbClr val="0EAFE0"/>
                  </a:solidFill>
                </a:rPr>
                <a:t> </a:t>
              </a:r>
              <a:r>
                <a:rPr lang="en-US" sz="1600" dirty="0">
                  <a:solidFill>
                    <a:srgbClr val="0EAFE0"/>
                  </a:solidFill>
                  <a:latin typeface="+mj-lt"/>
                </a:rPr>
                <a:t>transform into delays</a:t>
              </a:r>
              <a:endParaRPr lang="en-US" dirty="0">
                <a:solidFill>
                  <a:srgbClr val="0EAFE0"/>
                </a:solidFill>
                <a:latin typeface="+mj-lt"/>
              </a:endParaRPr>
            </a:p>
          </p:txBody>
        </p:sp>
      </p:grpSp>
      <p:grpSp>
        <p:nvGrpSpPr>
          <p:cNvPr id="17" name="Group 16">
            <a:extLst>
              <a:ext uri="{FF2B5EF4-FFF2-40B4-BE49-F238E27FC236}">
                <a16:creationId xmlns:a16="http://schemas.microsoft.com/office/drawing/2014/main" id="{B19B27EB-E80E-F5E3-53EC-F39762F89616}"/>
              </a:ext>
            </a:extLst>
          </p:cNvPr>
          <p:cNvGrpSpPr/>
          <p:nvPr/>
        </p:nvGrpSpPr>
        <p:grpSpPr>
          <a:xfrm>
            <a:off x="4546636" y="3860038"/>
            <a:ext cx="3222520" cy="2183663"/>
            <a:chOff x="4546636" y="3860038"/>
            <a:chExt cx="3222520" cy="2183663"/>
          </a:xfrm>
        </p:grpSpPr>
        <p:sp>
          <p:nvSpPr>
            <p:cNvPr id="35" name="Text Placeholder 8">
              <a:extLst>
                <a:ext uri="{FF2B5EF4-FFF2-40B4-BE49-F238E27FC236}">
                  <a16:creationId xmlns:a16="http://schemas.microsoft.com/office/drawing/2014/main" id="{4E0FA397-99C0-CEA1-D468-C9310B74C2AD}"/>
                </a:ext>
              </a:extLst>
            </p:cNvPr>
            <p:cNvSpPr txBox="1">
              <a:spLocks/>
            </p:cNvSpPr>
            <p:nvPr/>
          </p:nvSpPr>
          <p:spPr>
            <a:xfrm>
              <a:off x="4546636" y="3860038"/>
              <a:ext cx="3139815" cy="21085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a:solidFill>
                    <a:schemeClr val="bg1"/>
                  </a:solidFill>
                  <a:latin typeface="+mj-lt"/>
                </a:rPr>
                <a:t>Reframe change in business and customer terms </a:t>
              </a:r>
            </a:p>
            <a:p>
              <a:pPr marL="0" indent="0" algn="ctr">
                <a:buNone/>
              </a:pPr>
              <a:r>
                <a:rPr lang="en-US" sz="1500" dirty="0">
                  <a:solidFill>
                    <a:schemeClr val="bg1"/>
                  </a:solidFill>
                  <a:latin typeface="+mj-lt"/>
                </a:rPr>
                <a:t>Connect the WHY to goals – across teams &amp; suppliers</a:t>
              </a:r>
            </a:p>
            <a:p>
              <a:pPr marL="0" indent="0" algn="ctr">
                <a:buNone/>
              </a:pPr>
              <a:r>
                <a:rPr lang="en-US" sz="1500" dirty="0">
                  <a:solidFill>
                    <a:schemeClr val="bg1"/>
                  </a:solidFill>
                  <a:latin typeface="+mj-lt"/>
                </a:rPr>
                <a:t>Define clear outcomes and ownership</a:t>
              </a:r>
            </a:p>
            <a:p>
              <a:pPr algn="ctr"/>
              <a:endParaRPr lang="en-US" dirty="0">
                <a:solidFill>
                  <a:schemeClr val="bg1"/>
                </a:solidFill>
                <a:latin typeface="+mj-lt"/>
              </a:endParaRPr>
            </a:p>
          </p:txBody>
        </p:sp>
        <p:sp>
          <p:nvSpPr>
            <p:cNvPr id="4" name="Text Placeholder 8">
              <a:extLst>
                <a:ext uri="{FF2B5EF4-FFF2-40B4-BE49-F238E27FC236}">
                  <a16:creationId xmlns:a16="http://schemas.microsoft.com/office/drawing/2014/main" id="{35774AF3-5851-8DFF-D85E-293A4B7FEFB5}"/>
                </a:ext>
              </a:extLst>
            </p:cNvPr>
            <p:cNvSpPr txBox="1">
              <a:spLocks/>
            </p:cNvSpPr>
            <p:nvPr/>
          </p:nvSpPr>
          <p:spPr>
            <a:xfrm>
              <a:off x="4629341" y="5479103"/>
              <a:ext cx="3139815" cy="5645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dirty="0">
                  <a:solidFill>
                    <a:srgbClr val="F9B500"/>
                  </a:solidFill>
                  <a:latin typeface="+mj-lt"/>
                </a:rPr>
                <a:t>Clarity drives focused execution</a:t>
              </a:r>
              <a:endParaRPr lang="en-US" dirty="0">
                <a:solidFill>
                  <a:srgbClr val="F9B500"/>
                </a:solidFill>
                <a:latin typeface="+mj-lt"/>
              </a:endParaRPr>
            </a:p>
          </p:txBody>
        </p:sp>
      </p:grpSp>
      <p:grpSp>
        <p:nvGrpSpPr>
          <p:cNvPr id="21" name="Group 20">
            <a:extLst>
              <a:ext uri="{FF2B5EF4-FFF2-40B4-BE49-F238E27FC236}">
                <a16:creationId xmlns:a16="http://schemas.microsoft.com/office/drawing/2014/main" id="{132CF432-2327-4E15-87F2-B0683D8D7774}"/>
              </a:ext>
            </a:extLst>
          </p:cNvPr>
          <p:cNvGrpSpPr/>
          <p:nvPr/>
        </p:nvGrpSpPr>
        <p:grpSpPr>
          <a:xfrm>
            <a:off x="8387541" y="3860038"/>
            <a:ext cx="3146543" cy="2183662"/>
            <a:chOff x="8387541" y="3860038"/>
            <a:chExt cx="3146543" cy="2183662"/>
          </a:xfrm>
        </p:grpSpPr>
        <p:sp>
          <p:nvSpPr>
            <p:cNvPr id="36" name="Text Placeholder 8">
              <a:extLst>
                <a:ext uri="{FF2B5EF4-FFF2-40B4-BE49-F238E27FC236}">
                  <a16:creationId xmlns:a16="http://schemas.microsoft.com/office/drawing/2014/main" id="{5D6B263A-ACA5-CC03-0CBC-B0A24E950F3F}"/>
                </a:ext>
              </a:extLst>
            </p:cNvPr>
            <p:cNvSpPr txBox="1">
              <a:spLocks/>
            </p:cNvSpPr>
            <p:nvPr/>
          </p:nvSpPr>
          <p:spPr>
            <a:xfrm>
              <a:off x="8387541" y="3860038"/>
              <a:ext cx="3139815" cy="21085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a:solidFill>
                    <a:schemeClr val="bg1"/>
                  </a:solidFill>
                  <a:latin typeface="+mj-lt"/>
                </a:rPr>
                <a:t>Map project specific RACI at kickoff</a:t>
              </a:r>
            </a:p>
            <a:p>
              <a:pPr marL="0" indent="0" algn="ctr">
                <a:buNone/>
              </a:pPr>
              <a:r>
                <a:rPr lang="en-US" sz="1500" dirty="0">
                  <a:solidFill>
                    <a:schemeClr val="bg1"/>
                  </a:solidFill>
                  <a:latin typeface="+mj-lt"/>
                </a:rPr>
                <a:t>Keep decision forums small and focused</a:t>
              </a:r>
            </a:p>
            <a:p>
              <a:pPr marL="0" indent="0" algn="ctr">
                <a:buNone/>
              </a:pPr>
              <a:r>
                <a:rPr lang="en-US" sz="1500" dirty="0">
                  <a:solidFill>
                    <a:schemeClr val="bg1"/>
                  </a:solidFill>
                  <a:latin typeface="+mj-lt"/>
                </a:rPr>
                <a:t>Track and review decision lead times to unblock delays</a:t>
              </a:r>
            </a:p>
          </p:txBody>
        </p:sp>
        <p:sp>
          <p:nvSpPr>
            <p:cNvPr id="6" name="Text Placeholder 8">
              <a:extLst>
                <a:ext uri="{FF2B5EF4-FFF2-40B4-BE49-F238E27FC236}">
                  <a16:creationId xmlns:a16="http://schemas.microsoft.com/office/drawing/2014/main" id="{51B21102-0464-8279-4A93-B193BC67FBE5}"/>
                </a:ext>
              </a:extLst>
            </p:cNvPr>
            <p:cNvSpPr txBox="1">
              <a:spLocks/>
            </p:cNvSpPr>
            <p:nvPr/>
          </p:nvSpPr>
          <p:spPr>
            <a:xfrm>
              <a:off x="8394269" y="5479102"/>
              <a:ext cx="3139815" cy="56459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a:solidFill>
                    <a:srgbClr val="69CA00"/>
                  </a:solidFill>
                  <a:latin typeface="+mj-lt"/>
                </a:rPr>
                <a:t>Keep momentum and accelerate execution</a:t>
              </a:r>
              <a:endParaRPr lang="en-US">
                <a:solidFill>
                  <a:srgbClr val="69CA00"/>
                </a:solidFill>
                <a:latin typeface="+mj-lt"/>
              </a:endParaRPr>
            </a:p>
          </p:txBody>
        </p:sp>
      </p:grpSp>
    </p:spTree>
    <p:extLst>
      <p:ext uri="{BB962C8B-B14F-4D97-AF65-F5344CB8AC3E}">
        <p14:creationId xmlns:p14="http://schemas.microsoft.com/office/powerpoint/2010/main" val="214980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37DE1-8B53-4D70-1696-2FCC48DD790D}"/>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98F09B6D-A988-89FE-B526-E2F45671DCCB}"/>
              </a:ext>
            </a:extLst>
          </p:cNvPr>
          <p:cNvSpPr txBox="1">
            <a:spLocks/>
          </p:cNvSpPr>
          <p:nvPr/>
        </p:nvSpPr>
        <p:spPr>
          <a:xfrm>
            <a:off x="407988" y="165167"/>
            <a:ext cx="11432485" cy="677732"/>
          </a:xfrm>
          <a:prstGeom prst="rect">
            <a:avLst/>
          </a:prstGeom>
        </p:spPr>
        <p:txBody>
          <a:bodyPr vert="horz" lIns="0" tIns="0" rIns="0" bIns="0" rtlCol="0" anchor="b">
            <a:normAutofit/>
          </a:bodyPr>
          <a:lstStyle>
            <a:lvl1pPr algn="l" defTabSz="914400" rtl="0" eaLnBrk="1" latinLnBrk="0" hangingPunct="1">
              <a:lnSpc>
                <a:spcPct val="100000"/>
              </a:lnSpc>
              <a:spcBef>
                <a:spcPct val="0"/>
              </a:spcBef>
              <a:buNone/>
              <a:defRPr lang="en-US" sz="2800" b="0" i="0" kern="1200">
                <a:solidFill>
                  <a:schemeClr val="tx2"/>
                </a:solidFill>
                <a:latin typeface="Poppins SemiBold" pitchFamily="2" charset="77"/>
                <a:ea typeface="+mn-ea"/>
                <a:cs typeface="Poppins SemiBold" pitchFamily="2" charset="77"/>
              </a:defRPr>
            </a:lvl1pPr>
          </a:lstStyle>
          <a:p>
            <a:r>
              <a:rPr lang="en-US" sz="3000"/>
              <a:t>Embed – Where Change Becomes Culture</a:t>
            </a:r>
            <a:endParaRPr lang="en-US" sz="2400"/>
          </a:p>
        </p:txBody>
      </p:sp>
      <p:grpSp>
        <p:nvGrpSpPr>
          <p:cNvPr id="37" name="Group 36">
            <a:extLst>
              <a:ext uri="{FF2B5EF4-FFF2-40B4-BE49-F238E27FC236}">
                <a16:creationId xmlns:a16="http://schemas.microsoft.com/office/drawing/2014/main" id="{76E313DC-9A16-35D6-3B1E-05921AC468F5}"/>
              </a:ext>
            </a:extLst>
          </p:cNvPr>
          <p:cNvGrpSpPr/>
          <p:nvPr/>
        </p:nvGrpSpPr>
        <p:grpSpPr>
          <a:xfrm rot="10800000">
            <a:off x="2696028" y="1146048"/>
            <a:ext cx="6508932" cy="5356162"/>
            <a:chOff x="2171772" y="-421194"/>
            <a:chExt cx="7898820" cy="6752716"/>
          </a:xfrm>
        </p:grpSpPr>
        <p:sp>
          <p:nvSpPr>
            <p:cNvPr id="4" name="Isosceles Triangle 3">
              <a:extLst>
                <a:ext uri="{FF2B5EF4-FFF2-40B4-BE49-F238E27FC236}">
                  <a16:creationId xmlns:a16="http://schemas.microsoft.com/office/drawing/2014/main" id="{8353ACDC-BEB5-9D28-679C-67D56C740E54}"/>
                </a:ext>
              </a:extLst>
            </p:cNvPr>
            <p:cNvSpPr/>
            <p:nvPr/>
          </p:nvSpPr>
          <p:spPr>
            <a:xfrm>
              <a:off x="4706112" y="-421194"/>
              <a:ext cx="2779776" cy="2181542"/>
            </a:xfrm>
            <a:prstGeom prst="triangle">
              <a:avLst>
                <a:gd name="adj" fmla="val 50001"/>
              </a:avLst>
            </a:prstGeom>
            <a:solidFill>
              <a:srgbClr val="F9B500"/>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17" name="Trapezoid 16">
              <a:extLst>
                <a:ext uri="{FF2B5EF4-FFF2-40B4-BE49-F238E27FC236}">
                  <a16:creationId xmlns:a16="http://schemas.microsoft.com/office/drawing/2014/main" id="{B6BC54EB-9CAF-7EF2-CF26-F95B18284CDB}"/>
                </a:ext>
              </a:extLst>
            </p:cNvPr>
            <p:cNvSpPr/>
            <p:nvPr/>
          </p:nvSpPr>
          <p:spPr>
            <a:xfrm>
              <a:off x="3890845" y="1924114"/>
              <a:ext cx="4465416" cy="1341120"/>
            </a:xfrm>
            <a:prstGeom prst="trapezoid">
              <a:avLst>
                <a:gd name="adj" fmla="val 58637"/>
              </a:avLst>
            </a:prstGeom>
            <a:solidFill>
              <a:schemeClr val="bg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1" name="Trapezoid 20">
              <a:extLst>
                <a:ext uri="{FF2B5EF4-FFF2-40B4-BE49-F238E27FC236}">
                  <a16:creationId xmlns:a16="http://schemas.microsoft.com/office/drawing/2014/main" id="{E10D9DB4-6ABC-CE3C-B5BA-006B0916AB15}"/>
                </a:ext>
              </a:extLst>
            </p:cNvPr>
            <p:cNvSpPr/>
            <p:nvPr/>
          </p:nvSpPr>
          <p:spPr>
            <a:xfrm>
              <a:off x="3061788" y="3457258"/>
              <a:ext cx="6143172" cy="1341120"/>
            </a:xfrm>
            <a:prstGeom prst="trapezoid">
              <a:avLst>
                <a:gd name="adj" fmla="val 58637"/>
              </a:avLst>
            </a:prstGeom>
            <a:solidFill>
              <a:schemeClr val="bg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sp>
          <p:nvSpPr>
            <p:cNvPr id="22" name="Trapezoid 21">
              <a:extLst>
                <a:ext uri="{FF2B5EF4-FFF2-40B4-BE49-F238E27FC236}">
                  <a16:creationId xmlns:a16="http://schemas.microsoft.com/office/drawing/2014/main" id="{EEFF329F-04C2-41A4-3E46-5CAEB0508C9E}"/>
                </a:ext>
              </a:extLst>
            </p:cNvPr>
            <p:cNvSpPr/>
            <p:nvPr/>
          </p:nvSpPr>
          <p:spPr>
            <a:xfrm>
              <a:off x="2171772" y="4990402"/>
              <a:ext cx="7898820" cy="1341120"/>
            </a:xfrm>
            <a:prstGeom prst="trapezoid">
              <a:avLst>
                <a:gd name="adj" fmla="val 58637"/>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latin typeface="Poppins SemiBold" panose="00000700000000000000" pitchFamily="2" charset="0"/>
                <a:cs typeface="Poppins SemiBold" panose="00000700000000000000" pitchFamily="2" charset="0"/>
              </a:endParaRPr>
            </a:p>
          </p:txBody>
        </p:sp>
      </p:grpSp>
      <p:sp>
        <p:nvSpPr>
          <p:cNvPr id="38" name="Text Placeholder 8">
            <a:extLst>
              <a:ext uri="{FF2B5EF4-FFF2-40B4-BE49-F238E27FC236}">
                <a16:creationId xmlns:a16="http://schemas.microsoft.com/office/drawing/2014/main" id="{5E5AE5A0-7681-9F79-41D0-5222F5F40A88}"/>
              </a:ext>
            </a:extLst>
          </p:cNvPr>
          <p:cNvSpPr txBox="1">
            <a:spLocks/>
          </p:cNvSpPr>
          <p:nvPr/>
        </p:nvSpPr>
        <p:spPr>
          <a:xfrm>
            <a:off x="3620555" y="1274791"/>
            <a:ext cx="4639781" cy="10637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mj-lt"/>
              </a:rPr>
              <a:t>Integrate RCA &amp; learnings into new standards</a:t>
            </a:r>
          </a:p>
        </p:txBody>
      </p:sp>
      <p:sp>
        <p:nvSpPr>
          <p:cNvPr id="39" name="Text Placeholder 8">
            <a:extLst>
              <a:ext uri="{FF2B5EF4-FFF2-40B4-BE49-F238E27FC236}">
                <a16:creationId xmlns:a16="http://schemas.microsoft.com/office/drawing/2014/main" id="{8F4C374F-174A-813F-5337-6872CED971E9}"/>
              </a:ext>
            </a:extLst>
          </p:cNvPr>
          <p:cNvSpPr txBox="1">
            <a:spLocks/>
          </p:cNvSpPr>
          <p:nvPr/>
        </p:nvSpPr>
        <p:spPr>
          <a:xfrm>
            <a:off x="4011209" y="2534948"/>
            <a:ext cx="3889330" cy="10637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mj-lt"/>
              </a:rPr>
              <a:t>Set decision paths &amp; ownership early</a:t>
            </a:r>
          </a:p>
        </p:txBody>
      </p:sp>
      <p:sp>
        <p:nvSpPr>
          <p:cNvPr id="40" name="Text Placeholder 8">
            <a:extLst>
              <a:ext uri="{FF2B5EF4-FFF2-40B4-BE49-F238E27FC236}">
                <a16:creationId xmlns:a16="http://schemas.microsoft.com/office/drawing/2014/main" id="{3175C32F-DAEC-DE8A-10E0-9FA964E1EE65}"/>
              </a:ext>
            </a:extLst>
          </p:cNvPr>
          <p:cNvSpPr txBox="1">
            <a:spLocks/>
          </p:cNvSpPr>
          <p:nvPr/>
        </p:nvSpPr>
        <p:spPr>
          <a:xfrm>
            <a:off x="4392612" y="3707261"/>
            <a:ext cx="3095669" cy="10637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mj-lt"/>
              </a:rPr>
              <a:t>Reward calculated risk taking</a:t>
            </a:r>
          </a:p>
        </p:txBody>
      </p:sp>
      <p:sp>
        <p:nvSpPr>
          <p:cNvPr id="41" name="Text Placeholder 8">
            <a:extLst>
              <a:ext uri="{FF2B5EF4-FFF2-40B4-BE49-F238E27FC236}">
                <a16:creationId xmlns:a16="http://schemas.microsoft.com/office/drawing/2014/main" id="{CFB79C36-609C-9A2B-95D1-BAB939C8E3D1}"/>
              </a:ext>
            </a:extLst>
          </p:cNvPr>
          <p:cNvSpPr txBox="1">
            <a:spLocks/>
          </p:cNvSpPr>
          <p:nvPr/>
        </p:nvSpPr>
        <p:spPr>
          <a:xfrm>
            <a:off x="4720748" y="4794255"/>
            <a:ext cx="2489630" cy="106375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latin typeface="+mj-lt"/>
              </a:rPr>
              <a:t>Change as</a:t>
            </a:r>
          </a:p>
          <a:p>
            <a:pPr marL="0" indent="0" algn="ctr">
              <a:buNone/>
            </a:pPr>
            <a:r>
              <a:rPr lang="en-US" sz="2400" dirty="0">
                <a:latin typeface="+mj-lt"/>
              </a:rPr>
              <a:t>Culture</a:t>
            </a:r>
          </a:p>
          <a:p>
            <a:pPr marL="0" indent="0" algn="ctr">
              <a:buNone/>
            </a:pPr>
            <a:endParaRPr lang="en-US" dirty="0">
              <a:latin typeface="+mj-lt"/>
            </a:endParaRPr>
          </a:p>
        </p:txBody>
      </p:sp>
      <p:cxnSp>
        <p:nvCxnSpPr>
          <p:cNvPr id="46" name="Straight Arrow Connector 45">
            <a:extLst>
              <a:ext uri="{FF2B5EF4-FFF2-40B4-BE49-F238E27FC236}">
                <a16:creationId xmlns:a16="http://schemas.microsoft.com/office/drawing/2014/main" id="{9204096B-C7C0-B331-7F26-4AFC1BFB4EA5}"/>
              </a:ext>
            </a:extLst>
          </p:cNvPr>
          <p:cNvCxnSpPr/>
          <p:nvPr/>
        </p:nvCxnSpPr>
        <p:spPr>
          <a:xfrm>
            <a:off x="2696028" y="1677926"/>
            <a:ext cx="2546532" cy="4332730"/>
          </a:xfrm>
          <a:prstGeom prst="straightConnector1">
            <a:avLst/>
          </a:prstGeom>
          <a:ln w="3810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17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P spid="41" grpId="0"/>
    </p:bldLst>
  </p:timing>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54B30DFA-3D62-62CD-0C2D-570D63B1EF97}"/>
              </a:ext>
            </a:extLst>
          </p:cNvPr>
          <p:cNvSpPr txBox="1">
            <a:spLocks/>
          </p:cNvSpPr>
          <p:nvPr/>
        </p:nvSpPr>
        <p:spPr>
          <a:xfrm>
            <a:off x="1708411" y="1475381"/>
            <a:ext cx="9325349" cy="2610984"/>
          </a:xfrm>
          <a:prstGeom prst="rect">
            <a:avLst/>
          </a:prstGeom>
        </p:spPr>
        <p:txBody>
          <a:bodyPr/>
          <a:lstStyle>
            <a:lvl1pPr algn="l" defTabSz="914400" rtl="0" eaLnBrk="1" latinLnBrk="0" hangingPunct="1">
              <a:lnSpc>
                <a:spcPct val="90000"/>
              </a:lnSpc>
              <a:spcBef>
                <a:spcPct val="0"/>
              </a:spcBef>
              <a:buNone/>
              <a:defRPr lang="en-US" sz="2200" b="1" i="0" kern="1200" dirty="0" smtClean="0">
                <a:solidFill>
                  <a:schemeClr val="tx2"/>
                </a:solidFill>
                <a:latin typeface="Poppins SemiBold" pitchFamily="2" charset="77"/>
                <a:ea typeface="+mn-ea"/>
                <a:cs typeface="Poppins SemiBold" pitchFamily="2" charset="77"/>
              </a:defRPr>
            </a:lvl1pPr>
          </a:lstStyle>
          <a:p>
            <a:pPr>
              <a:lnSpc>
                <a:spcPct val="100000"/>
              </a:lnSpc>
            </a:pPr>
            <a:r>
              <a:rPr lang="en-US" sz="4000"/>
              <a:t>Leading at the Speed of Change</a:t>
            </a:r>
            <a:endParaRPr lang="en-US"/>
          </a:p>
        </p:txBody>
      </p:sp>
      <p:sp>
        <p:nvSpPr>
          <p:cNvPr id="3" name="Text Placeholder 11">
            <a:extLst>
              <a:ext uri="{FF2B5EF4-FFF2-40B4-BE49-F238E27FC236}">
                <a16:creationId xmlns:a16="http://schemas.microsoft.com/office/drawing/2014/main" id="{78B50A1E-1AC2-87E1-9087-8AD1F9A8F72A}"/>
              </a:ext>
            </a:extLst>
          </p:cNvPr>
          <p:cNvSpPr txBox="1">
            <a:spLocks/>
          </p:cNvSpPr>
          <p:nvPr/>
        </p:nvSpPr>
        <p:spPr>
          <a:xfrm>
            <a:off x="466595" y="3426729"/>
            <a:ext cx="1591500"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Sense</a:t>
            </a:r>
          </a:p>
          <a:p>
            <a:pPr marL="0" indent="0">
              <a:buNone/>
            </a:pPr>
            <a:r>
              <a:rPr lang="en-US" sz="2400" dirty="0">
                <a:latin typeface="+mj-lt"/>
              </a:rPr>
              <a:t>Early</a:t>
            </a:r>
            <a:endParaRPr lang="en-US" sz="2200" dirty="0">
              <a:latin typeface="+mj-lt"/>
            </a:endParaRPr>
          </a:p>
        </p:txBody>
      </p:sp>
      <p:sp>
        <p:nvSpPr>
          <p:cNvPr id="4" name="Text Placeholder 11">
            <a:extLst>
              <a:ext uri="{FF2B5EF4-FFF2-40B4-BE49-F238E27FC236}">
                <a16:creationId xmlns:a16="http://schemas.microsoft.com/office/drawing/2014/main" id="{5D5AD22B-B194-B7B0-8AEA-5BF9AA4D8D3A}"/>
              </a:ext>
            </a:extLst>
          </p:cNvPr>
          <p:cNvSpPr txBox="1">
            <a:spLocks/>
          </p:cNvSpPr>
          <p:nvPr/>
        </p:nvSpPr>
        <p:spPr>
          <a:xfrm>
            <a:off x="1977731" y="3435096"/>
            <a:ext cx="2036508"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Translate</a:t>
            </a:r>
          </a:p>
          <a:p>
            <a:pPr marL="0" indent="0">
              <a:buNone/>
            </a:pPr>
            <a:r>
              <a:rPr lang="en-US" sz="2400" dirty="0">
                <a:latin typeface="+mj-lt"/>
              </a:rPr>
              <a:t>Clearly</a:t>
            </a:r>
            <a:endParaRPr lang="en-US" sz="2200" dirty="0">
              <a:latin typeface="+mj-lt"/>
            </a:endParaRPr>
          </a:p>
        </p:txBody>
      </p:sp>
      <p:sp>
        <p:nvSpPr>
          <p:cNvPr id="5" name="Text Placeholder 11">
            <a:extLst>
              <a:ext uri="{FF2B5EF4-FFF2-40B4-BE49-F238E27FC236}">
                <a16:creationId xmlns:a16="http://schemas.microsoft.com/office/drawing/2014/main" id="{E3D1BDE9-B374-1898-2F91-7FC6DBE667D6}"/>
              </a:ext>
            </a:extLst>
          </p:cNvPr>
          <p:cNvSpPr txBox="1">
            <a:spLocks/>
          </p:cNvSpPr>
          <p:nvPr/>
        </p:nvSpPr>
        <p:spPr>
          <a:xfrm>
            <a:off x="4135063" y="3435096"/>
            <a:ext cx="2036508"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Decide</a:t>
            </a:r>
          </a:p>
          <a:p>
            <a:pPr marL="0" indent="0">
              <a:buNone/>
            </a:pPr>
            <a:r>
              <a:rPr lang="en-US" sz="2400" dirty="0">
                <a:latin typeface="+mj-lt"/>
              </a:rPr>
              <a:t>Faster</a:t>
            </a:r>
            <a:endParaRPr lang="en-US" sz="2200" dirty="0">
              <a:latin typeface="+mj-lt"/>
            </a:endParaRPr>
          </a:p>
        </p:txBody>
      </p:sp>
      <p:sp>
        <p:nvSpPr>
          <p:cNvPr id="6" name="Text Placeholder 11">
            <a:extLst>
              <a:ext uri="{FF2B5EF4-FFF2-40B4-BE49-F238E27FC236}">
                <a16:creationId xmlns:a16="http://schemas.microsoft.com/office/drawing/2014/main" id="{B4EDF271-0891-A42A-6189-D8538375B560}"/>
              </a:ext>
            </a:extLst>
          </p:cNvPr>
          <p:cNvSpPr txBox="1">
            <a:spLocks/>
          </p:cNvSpPr>
          <p:nvPr/>
        </p:nvSpPr>
        <p:spPr>
          <a:xfrm>
            <a:off x="5910222" y="3435096"/>
            <a:ext cx="2036508"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latin typeface="+mj-lt"/>
              </a:rPr>
              <a:t>Embed</a:t>
            </a:r>
          </a:p>
          <a:p>
            <a:pPr marL="0" indent="0">
              <a:buNone/>
            </a:pPr>
            <a:r>
              <a:rPr lang="en-US" sz="2400" dirty="0">
                <a:latin typeface="+mj-lt"/>
              </a:rPr>
              <a:t>Deeply</a:t>
            </a:r>
          </a:p>
        </p:txBody>
      </p:sp>
      <p:sp>
        <p:nvSpPr>
          <p:cNvPr id="7" name="Text Placeholder 11">
            <a:extLst>
              <a:ext uri="{FF2B5EF4-FFF2-40B4-BE49-F238E27FC236}">
                <a16:creationId xmlns:a16="http://schemas.microsoft.com/office/drawing/2014/main" id="{12EBD535-5A6D-246F-4F9B-609D542E7D11}"/>
              </a:ext>
            </a:extLst>
          </p:cNvPr>
          <p:cNvSpPr txBox="1">
            <a:spLocks/>
          </p:cNvSpPr>
          <p:nvPr/>
        </p:nvSpPr>
        <p:spPr>
          <a:xfrm>
            <a:off x="7749621" y="3736281"/>
            <a:ext cx="3870878"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F9B500"/>
                </a:solidFill>
                <a:latin typeface="+mj-lt"/>
              </a:rPr>
              <a:t>Smarter. </a:t>
            </a:r>
            <a:r>
              <a:rPr lang="en-US" sz="2400" dirty="0">
                <a:solidFill>
                  <a:srgbClr val="3ECAFB"/>
                </a:solidFill>
                <a:latin typeface="+mj-lt"/>
              </a:rPr>
              <a:t>Leaner. </a:t>
            </a:r>
            <a:r>
              <a:rPr lang="en-US" sz="2400" dirty="0">
                <a:solidFill>
                  <a:srgbClr val="7CD000"/>
                </a:solidFill>
                <a:latin typeface="+mj-lt"/>
              </a:rPr>
              <a:t>Faster.</a:t>
            </a:r>
          </a:p>
        </p:txBody>
      </p:sp>
      <p:sp>
        <p:nvSpPr>
          <p:cNvPr id="14" name="Half Frame 13">
            <a:extLst>
              <a:ext uri="{FF2B5EF4-FFF2-40B4-BE49-F238E27FC236}">
                <a16:creationId xmlns:a16="http://schemas.microsoft.com/office/drawing/2014/main" id="{F8BAA0B7-D645-8945-24F3-AD7B88FF4FC0}"/>
              </a:ext>
            </a:extLst>
          </p:cNvPr>
          <p:cNvSpPr/>
          <p:nvPr/>
        </p:nvSpPr>
        <p:spPr>
          <a:xfrm rot="8256850">
            <a:off x="1460145" y="3678430"/>
            <a:ext cx="399613" cy="406135"/>
          </a:xfrm>
          <a:prstGeom prst="halfFrame">
            <a:avLst>
              <a:gd name="adj1" fmla="val 19399"/>
              <a:gd name="adj2" fmla="val 1834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tx1"/>
              </a:solidFill>
              <a:latin typeface="Poppins SemiBold" panose="00000700000000000000" pitchFamily="2" charset="0"/>
              <a:cs typeface="Poppins SemiBold" panose="00000700000000000000" pitchFamily="2" charset="0"/>
            </a:endParaRPr>
          </a:p>
        </p:txBody>
      </p:sp>
      <p:sp>
        <p:nvSpPr>
          <p:cNvPr id="15" name="Half Frame 14">
            <a:extLst>
              <a:ext uri="{FF2B5EF4-FFF2-40B4-BE49-F238E27FC236}">
                <a16:creationId xmlns:a16="http://schemas.microsoft.com/office/drawing/2014/main" id="{318D97D7-0D59-893E-554A-7912439DB4DC}"/>
              </a:ext>
            </a:extLst>
          </p:cNvPr>
          <p:cNvSpPr/>
          <p:nvPr/>
        </p:nvSpPr>
        <p:spPr>
          <a:xfrm rot="8256850">
            <a:off x="3553677" y="3704584"/>
            <a:ext cx="399613" cy="406135"/>
          </a:xfrm>
          <a:prstGeom prst="halfFrame">
            <a:avLst>
              <a:gd name="adj1" fmla="val 19399"/>
              <a:gd name="adj2" fmla="val 1834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tx1"/>
              </a:solidFill>
              <a:latin typeface="Poppins SemiBold" panose="00000700000000000000" pitchFamily="2" charset="0"/>
              <a:cs typeface="Poppins SemiBold" panose="00000700000000000000" pitchFamily="2" charset="0"/>
            </a:endParaRPr>
          </a:p>
        </p:txBody>
      </p:sp>
      <p:sp>
        <p:nvSpPr>
          <p:cNvPr id="16" name="Half Frame 15">
            <a:extLst>
              <a:ext uri="{FF2B5EF4-FFF2-40B4-BE49-F238E27FC236}">
                <a16:creationId xmlns:a16="http://schemas.microsoft.com/office/drawing/2014/main" id="{FC38A7FF-A54B-F26B-D70E-80BB71047784}"/>
              </a:ext>
            </a:extLst>
          </p:cNvPr>
          <p:cNvSpPr/>
          <p:nvPr/>
        </p:nvSpPr>
        <p:spPr>
          <a:xfrm rot="8256850">
            <a:off x="7072820" y="3678430"/>
            <a:ext cx="399613" cy="406135"/>
          </a:xfrm>
          <a:prstGeom prst="halfFrame">
            <a:avLst>
              <a:gd name="adj1" fmla="val 19399"/>
              <a:gd name="adj2" fmla="val 1834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tx1"/>
              </a:solidFill>
              <a:latin typeface="Poppins SemiBold" panose="00000700000000000000" pitchFamily="2" charset="0"/>
              <a:cs typeface="Poppins SemiBold" panose="00000700000000000000" pitchFamily="2" charset="0"/>
            </a:endParaRPr>
          </a:p>
        </p:txBody>
      </p:sp>
      <p:sp>
        <p:nvSpPr>
          <p:cNvPr id="17" name="Half Frame 16">
            <a:extLst>
              <a:ext uri="{FF2B5EF4-FFF2-40B4-BE49-F238E27FC236}">
                <a16:creationId xmlns:a16="http://schemas.microsoft.com/office/drawing/2014/main" id="{A5E86AC9-C31A-92B0-88D3-CCA6FC0E48EF}"/>
              </a:ext>
            </a:extLst>
          </p:cNvPr>
          <p:cNvSpPr/>
          <p:nvPr/>
        </p:nvSpPr>
        <p:spPr>
          <a:xfrm rot="8256850">
            <a:off x="5320784" y="3703306"/>
            <a:ext cx="399613" cy="406135"/>
          </a:xfrm>
          <a:prstGeom prst="halfFrame">
            <a:avLst>
              <a:gd name="adj1" fmla="val 19399"/>
              <a:gd name="adj2" fmla="val 18346"/>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tIns="64008" bIns="64008" rtlCol="0" anchor="t"/>
          <a:lstStyle/>
          <a:p>
            <a:pPr algn="l"/>
            <a:endParaRPr lang="en-US">
              <a:solidFill>
                <a:schemeClr val="tx1"/>
              </a:solidFill>
              <a:latin typeface="Poppins SemiBold" panose="00000700000000000000" pitchFamily="2" charset="0"/>
              <a:cs typeface="Poppins SemiBold" panose="00000700000000000000" pitchFamily="2" charset="0"/>
            </a:endParaRPr>
          </a:p>
        </p:txBody>
      </p:sp>
      <p:sp>
        <p:nvSpPr>
          <p:cNvPr id="18" name="Text Placeholder 11">
            <a:extLst>
              <a:ext uri="{FF2B5EF4-FFF2-40B4-BE49-F238E27FC236}">
                <a16:creationId xmlns:a16="http://schemas.microsoft.com/office/drawing/2014/main" id="{94E0DB1E-6880-DFF0-2F25-FACB5DFC5B90}"/>
              </a:ext>
            </a:extLst>
          </p:cNvPr>
          <p:cNvSpPr txBox="1">
            <a:spLocks/>
          </p:cNvSpPr>
          <p:nvPr/>
        </p:nvSpPr>
        <p:spPr>
          <a:xfrm>
            <a:off x="2938272" y="5444564"/>
            <a:ext cx="7174585" cy="33400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2000" kern="1200" dirty="0" smtClean="0">
                <a:solidFill>
                  <a:schemeClr val="tx1"/>
                </a:solidFill>
                <a:latin typeface="Poppins" panose="00000500000000000000" pitchFamily="2" charset="0"/>
                <a:ea typeface="+mn-ea"/>
                <a:cs typeface="Poppins" panose="000005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1800" kern="1200" dirty="0" smtClean="0">
                <a:solidFill>
                  <a:schemeClr val="tx1"/>
                </a:solidFill>
                <a:latin typeface="Poppins" panose="00000500000000000000" pitchFamily="2" charset="0"/>
                <a:ea typeface="+mn-ea"/>
                <a:cs typeface="Poppins" panose="000005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600" kern="1200" dirty="0" smtClean="0">
                <a:solidFill>
                  <a:schemeClr val="tx1"/>
                </a:solidFill>
                <a:latin typeface="Poppins" panose="00000500000000000000" pitchFamily="2" charset="0"/>
                <a:ea typeface="+mn-ea"/>
                <a:cs typeface="Poppins" panose="000005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400" kern="1200" dirty="0" smtClean="0">
                <a:solidFill>
                  <a:schemeClr val="tx1"/>
                </a:solidFill>
                <a:latin typeface="Poppins" panose="00000500000000000000" pitchFamily="2" charset="0"/>
                <a:ea typeface="+mn-ea"/>
                <a:cs typeface="Poppins" panose="000005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200" kern="1200" dirty="0" smtClean="0">
                <a:solidFill>
                  <a:schemeClr val="tx1"/>
                </a:solidFill>
                <a:latin typeface="Poppins" panose="00000500000000000000" pitchFamily="2" charset="0"/>
                <a:ea typeface="+mn-ea"/>
                <a:cs typeface="Poppins" panose="000005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200" i="1">
                <a:latin typeface="+mj-lt"/>
              </a:rPr>
              <a:t>Change is inevitable. Velocity is a choice.</a:t>
            </a:r>
          </a:p>
        </p:txBody>
      </p:sp>
    </p:spTree>
    <p:extLst>
      <p:ext uri="{BB962C8B-B14F-4D97-AF65-F5344CB8AC3E}">
        <p14:creationId xmlns:p14="http://schemas.microsoft.com/office/powerpoint/2010/main" val="149316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5953573"/>
      </p:ext>
    </p:extLst>
  </p:cSld>
  <p:clrMapOvr>
    <a:masterClrMapping/>
  </p:clrMapOvr>
</p:sld>
</file>

<file path=ppt/theme/theme1.xml><?xml version="1.0" encoding="utf-8"?>
<a:theme xmlns:a="http://schemas.openxmlformats.org/drawingml/2006/main" name="Light mode | title + logo">
  <a:themeElements>
    <a:clrScheme name="NXP Brand Colors 2">
      <a:dk1>
        <a:srgbClr val="000000"/>
      </a:dk1>
      <a:lt1>
        <a:srgbClr val="FFFFFF"/>
      </a:lt1>
      <a:dk2>
        <a:srgbClr val="262626"/>
      </a:dk2>
      <a:lt2>
        <a:srgbClr val="F7F5F1"/>
      </a:lt2>
      <a:accent1>
        <a:srgbClr val="0EAFE0"/>
      </a:accent1>
      <a:accent2>
        <a:srgbClr val="0068DF"/>
      </a:accent2>
      <a:accent3>
        <a:srgbClr val="69CA00"/>
      </a:accent3>
      <a:accent4>
        <a:srgbClr val="F9B500"/>
      </a:accent4>
      <a:accent5>
        <a:srgbClr val="FF7400"/>
      </a:accent5>
      <a:accent6>
        <a:srgbClr val="00A700"/>
      </a:accent6>
      <a:hlink>
        <a:srgbClr val="0EAFE0"/>
      </a:hlink>
      <a:folHlink>
        <a:srgbClr val="0EAFE0"/>
      </a:folHlink>
    </a:clrScheme>
    <a:fontScheme name="NXP Poppins">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tIns="64008" bIns="64008" rtlCol="0" anchor="t"/>
      <a:lstStyle>
        <a:defPPr algn="l">
          <a:defRPr dirty="0" smtClean="0">
            <a:latin typeface="Poppins SemiBold" panose="00000700000000000000" pitchFamily="2" charset="0"/>
            <a:cs typeface="Poppins SemiBold" panose="000007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dirty="0" smtClean="0"/>
        </a:defPPr>
      </a:lstStyle>
    </a:txDef>
  </a:objectDefaults>
  <a:extraClrSchemeLst/>
  <a:extLst>
    <a:ext uri="{05A4C25C-085E-4340-85A3-A5531E510DB2}">
      <thm15:themeFamily xmlns:thm15="http://schemas.microsoft.com/office/thememl/2012/main" name="Presentation15" id="{FE54CBFF-16FD-4AC1-92AA-09DF3EA0D81E}" vid="{AFAB1013-C60B-4216-BEBE-F0C16B5372B6}"/>
    </a:ext>
  </a:extLst>
</a:theme>
</file>

<file path=ppt/theme/theme2.xml><?xml version="1.0" encoding="utf-8"?>
<a:theme xmlns:a="http://schemas.openxmlformats.org/drawingml/2006/main" name="Light mode | content layouts">
  <a:themeElements>
    <a:clrScheme name="NXP Brand Colors 2">
      <a:dk1>
        <a:srgbClr val="000000"/>
      </a:dk1>
      <a:lt1>
        <a:srgbClr val="FFFFFF"/>
      </a:lt1>
      <a:dk2>
        <a:srgbClr val="262626"/>
      </a:dk2>
      <a:lt2>
        <a:srgbClr val="F7F5F1"/>
      </a:lt2>
      <a:accent1>
        <a:srgbClr val="0EAFE0"/>
      </a:accent1>
      <a:accent2>
        <a:srgbClr val="0068DF"/>
      </a:accent2>
      <a:accent3>
        <a:srgbClr val="69CA00"/>
      </a:accent3>
      <a:accent4>
        <a:srgbClr val="F9B500"/>
      </a:accent4>
      <a:accent5>
        <a:srgbClr val="FF7400"/>
      </a:accent5>
      <a:accent6>
        <a:srgbClr val="00A700"/>
      </a:accent6>
      <a:hlink>
        <a:srgbClr val="0EAFE0"/>
      </a:hlink>
      <a:folHlink>
        <a:srgbClr val="0EAFE0"/>
      </a:folHlink>
    </a:clrScheme>
    <a:fontScheme name="NXP Poppins">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tIns="64008" bIns="64008" rtlCol="0" anchor="t"/>
      <a:lstStyle>
        <a:defPPr algn="l">
          <a:defRPr dirty="0" smtClean="0">
            <a:latin typeface="Poppins SemiBold" panose="00000700000000000000" pitchFamily="2" charset="0"/>
            <a:cs typeface="Poppins SemiBold" panose="000007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dirty="0" smtClean="0"/>
        </a:defPPr>
      </a:lstStyle>
    </a:txDef>
  </a:objectDefaults>
  <a:extraClrSchemeLst/>
  <a:extLst>
    <a:ext uri="{05A4C25C-085E-4340-85A3-A5531E510DB2}">
      <thm15:themeFamily xmlns:thm15="http://schemas.microsoft.com/office/thememl/2012/main" name="Presentation15" id="{FE54CBFF-16FD-4AC1-92AA-09DF3EA0D81E}" vid="{3BBE1573-1774-418F-AC92-45FB43825CAF}"/>
    </a:ext>
  </a:extLst>
</a:theme>
</file>

<file path=ppt/theme/theme3.xml><?xml version="1.0" encoding="utf-8"?>
<a:theme xmlns:a="http://schemas.openxmlformats.org/drawingml/2006/main" name="Dark mode | title + logo">
  <a:themeElements>
    <a:clrScheme name="NXP Brand Colors 2">
      <a:dk1>
        <a:srgbClr val="000000"/>
      </a:dk1>
      <a:lt1>
        <a:srgbClr val="FFFFFF"/>
      </a:lt1>
      <a:dk2>
        <a:srgbClr val="262626"/>
      </a:dk2>
      <a:lt2>
        <a:srgbClr val="F7F5F1"/>
      </a:lt2>
      <a:accent1>
        <a:srgbClr val="0EAFE0"/>
      </a:accent1>
      <a:accent2>
        <a:srgbClr val="0068DF"/>
      </a:accent2>
      <a:accent3>
        <a:srgbClr val="69CA00"/>
      </a:accent3>
      <a:accent4>
        <a:srgbClr val="F9B500"/>
      </a:accent4>
      <a:accent5>
        <a:srgbClr val="FF7400"/>
      </a:accent5>
      <a:accent6>
        <a:srgbClr val="00A700"/>
      </a:accent6>
      <a:hlink>
        <a:srgbClr val="0EAFE0"/>
      </a:hlink>
      <a:folHlink>
        <a:srgbClr val="0EAFE0"/>
      </a:folHlink>
    </a:clrScheme>
    <a:fontScheme name="NXP Poppins">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tIns="64008" bIns="64008" rtlCol="0" anchor="t"/>
      <a:lstStyle>
        <a:defPPr algn="l">
          <a:defRPr dirty="0">
            <a:latin typeface="Poppins SemiBold" panose="00000700000000000000" pitchFamily="2" charset="0"/>
            <a:cs typeface="Poppins SemiBold" panose="000007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15" id="{FE54CBFF-16FD-4AC1-92AA-09DF3EA0D81E}" vid="{94873D81-CC47-4644-9741-B518F63F615E}"/>
    </a:ext>
  </a:extLst>
</a:theme>
</file>

<file path=ppt/theme/theme4.xml><?xml version="1.0" encoding="utf-8"?>
<a:theme xmlns:a="http://schemas.openxmlformats.org/drawingml/2006/main" name="Dark mode | content layouts">
  <a:themeElements>
    <a:clrScheme name="NXP Brand Colors 2">
      <a:dk1>
        <a:srgbClr val="000000"/>
      </a:dk1>
      <a:lt1>
        <a:srgbClr val="FFFFFF"/>
      </a:lt1>
      <a:dk2>
        <a:srgbClr val="262626"/>
      </a:dk2>
      <a:lt2>
        <a:srgbClr val="F7F5F1"/>
      </a:lt2>
      <a:accent1>
        <a:srgbClr val="0EAFE0"/>
      </a:accent1>
      <a:accent2>
        <a:srgbClr val="0068DF"/>
      </a:accent2>
      <a:accent3>
        <a:srgbClr val="69CA00"/>
      </a:accent3>
      <a:accent4>
        <a:srgbClr val="F9B500"/>
      </a:accent4>
      <a:accent5>
        <a:srgbClr val="FF7400"/>
      </a:accent5>
      <a:accent6>
        <a:srgbClr val="00A700"/>
      </a:accent6>
      <a:hlink>
        <a:srgbClr val="0EAFE0"/>
      </a:hlink>
      <a:folHlink>
        <a:srgbClr val="0EAFE0"/>
      </a:folHlink>
    </a:clrScheme>
    <a:fontScheme name="NXP Poppins">
      <a:majorFont>
        <a:latin typeface="Poppins Semi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tIns="64008" bIns="64008" rtlCol="0" anchor="t"/>
      <a:lstStyle>
        <a:defPPr algn="l">
          <a:defRPr dirty="0">
            <a:latin typeface="Poppins SemiBold" panose="00000700000000000000" pitchFamily="2" charset="0"/>
            <a:cs typeface="Poppins SemiBold" panose="00000700000000000000" pitchFamily="2" charset="0"/>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Presentation15" id="{FE54CBFF-16FD-4AC1-92AA-09DF3EA0D81E}" vid="{1B83A3EE-B9FB-4E43-9AB1-9C1FEF2DF6D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d998c22-686c-4e59-b0ff-cfd87bfac48d">
      <UserInfo>
        <DisplayName>Birgit Ahlborn</DisplayName>
        <AccountId>28</AccountId>
        <AccountType/>
      </UserInfo>
      <UserInfo>
        <DisplayName>Melissa Dailey</DisplayName>
        <AccountId>70</AccountId>
        <AccountType/>
      </UserInfo>
      <UserInfo>
        <DisplayName>Jan Kiker</DisplayName>
        <AccountId>36</AccountId>
        <AccountType/>
      </UserInfo>
      <UserInfo>
        <DisplayName>Lindsey Strobel</DisplayName>
        <AccountId>148</AccountId>
        <AccountType/>
      </UserInfo>
      <UserInfo>
        <DisplayName>Ann-Kathrin Augustin</DisplayName>
        <AccountId>55</AccountId>
        <AccountType/>
      </UserInfo>
      <UserInfo>
        <DisplayName>Shelley McNamara</DisplayName>
        <AccountId>10</AccountId>
        <AccountType/>
      </UserInfo>
    </SharedWithUsers>
    <_activity xmlns="eec5b72c-c89a-42f0-a91b-9b1d221e1b9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9C166F65F856A479633CBB32FFBCD8A" ma:contentTypeVersion="14" ma:contentTypeDescription="Create a new document." ma:contentTypeScope="" ma:versionID="34645af07e47b8867eabb3e8817eb03c">
  <xsd:schema xmlns:xsd="http://www.w3.org/2001/XMLSchema" xmlns:xs="http://www.w3.org/2001/XMLSchema" xmlns:p="http://schemas.microsoft.com/office/2006/metadata/properties" xmlns:ns3="eec5b72c-c89a-42f0-a91b-9b1d221e1b9e" xmlns:ns4="cd998c22-686c-4e59-b0ff-cfd87bfac48d" targetNamespace="http://schemas.microsoft.com/office/2006/metadata/properties" ma:root="true" ma:fieldsID="10e913c550984f97f02629947cd12355" ns3:_="" ns4:_="">
    <xsd:import namespace="eec5b72c-c89a-42f0-a91b-9b1d221e1b9e"/>
    <xsd:import namespace="cd998c22-686c-4e59-b0ff-cfd87bfac48d"/>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4:SharedWithUsers" minOccurs="0"/>
                <xsd:element ref="ns4:SharedWithDetails" minOccurs="0"/>
                <xsd:element ref="ns4:SharingHintHash" minOccurs="0"/>
                <xsd:element ref="ns3:MediaServiceGenerationTime" minOccurs="0"/>
                <xsd:element ref="ns3:MediaServiceEventHashCode" minOccurs="0"/>
                <xsd:element ref="ns3:MediaLengthInSeconds" minOccurs="0"/>
                <xsd:element ref="ns3:_activity" minOccurs="0"/>
                <xsd:element ref="ns3:MediaServiceOCR"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c5b72c-c89a-42f0-a91b-9b1d221e1b9e"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AutoTags" ma:index="11" nillable="true" ma:displayName="MediaServiceAutoTags" ma:description=""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_activity" ma:index="18" nillable="true" ma:displayName="_activity" ma:hidden="true" ma:internalName="_activity">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d998c22-686c-4e59-b0ff-cfd87bfac48d" elementFormDefault="qualified">
    <xsd:import namespace="http://schemas.microsoft.com/office/2006/documentManagement/types"/>
    <xsd:import namespace="http://schemas.microsoft.com/office/infopath/2007/PartnerControls"/>
    <xsd:element name="SharedWithUsers" ma:index="12"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B78E3B7-C7EB-4D3A-BB65-933A2D23009B}">
  <ds:schemaRefs>
    <ds:schemaRef ds:uri="http://schemas.microsoft.com/sharepoint/v3/contenttype/forms"/>
  </ds:schemaRefs>
</ds:datastoreItem>
</file>

<file path=customXml/itemProps2.xml><?xml version="1.0" encoding="utf-8"?>
<ds:datastoreItem xmlns:ds="http://schemas.openxmlformats.org/officeDocument/2006/customXml" ds:itemID="{B78521B7-5C3E-4019-920B-6CEAFC0DCCDB}">
  <ds:schemaRefs>
    <ds:schemaRef ds:uri="http://schemas.microsoft.com/office/infopath/2007/PartnerControls"/>
    <ds:schemaRef ds:uri="http://schemas.microsoft.com/office/2006/metadata/properties"/>
    <ds:schemaRef ds:uri="http://schemas.openxmlformats.org/package/2006/metadata/core-properties"/>
    <ds:schemaRef ds:uri="eec5b72c-c89a-42f0-a91b-9b1d221e1b9e"/>
    <ds:schemaRef ds:uri="cd998c22-686c-4e59-b0ff-cfd87bfac48d"/>
    <ds:schemaRef ds:uri="http://www.w3.org/XML/1998/namespace"/>
    <ds:schemaRef ds:uri="http://schemas.microsoft.com/office/2006/documentManagement/types"/>
    <ds:schemaRef ds:uri="http://purl.org/dc/dcmitype/"/>
    <ds:schemaRef ds:uri="http://purl.org/dc/terms/"/>
    <ds:schemaRef ds:uri="http://purl.org/dc/elements/1.1/"/>
  </ds:schemaRefs>
</ds:datastoreItem>
</file>

<file path=customXml/itemProps3.xml><?xml version="1.0" encoding="utf-8"?>
<ds:datastoreItem xmlns:ds="http://schemas.openxmlformats.org/officeDocument/2006/customXml" ds:itemID="{A67483A3-71DD-475B-8017-4FE4D40C318B}">
  <ds:schemaRefs>
    <ds:schemaRef ds:uri="cd998c22-686c-4e59-b0ff-cfd87bfac48d"/>
    <ds:schemaRef ds:uri="eec5b72c-c89a-42f0-a91b-9b1d221e1b9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NXP-Template-Light-Dark-Mode-Public (1)</Template>
  <TotalTime>0</TotalTime>
  <Words>3068</Words>
  <Application>Microsoft Office PowerPoint</Application>
  <PresentationFormat>Widescreen</PresentationFormat>
  <Paragraphs>131</Paragraphs>
  <Slides>11</Slides>
  <Notes>10</Notes>
  <HiddenSlides>0</HiddenSlides>
  <MMClips>0</MMClips>
  <ScaleCrop>false</ScaleCrop>
  <HeadingPairs>
    <vt:vector size="4" baseType="variant">
      <vt:variant>
        <vt:lpstr>Theme</vt:lpstr>
      </vt:variant>
      <vt:variant>
        <vt:i4>4</vt:i4>
      </vt:variant>
      <vt:variant>
        <vt:lpstr>Slide Titles</vt:lpstr>
      </vt:variant>
      <vt:variant>
        <vt:i4>11</vt:i4>
      </vt:variant>
    </vt:vector>
  </HeadingPairs>
  <TitlesOfParts>
    <vt:vector size="15" baseType="lpstr">
      <vt:lpstr>Light mode | title + logo</vt:lpstr>
      <vt:lpstr>Light mode | content layouts</vt:lpstr>
      <vt:lpstr>Dark mode | title + logo</vt:lpstr>
      <vt:lpstr>Dark mode | content layouts</vt:lpstr>
      <vt:lpstr>Leading at the Speed of Change –  Driving Projects Smarter and Faster</vt:lpstr>
      <vt:lpstr>Why I Care About Leading at the Speed of Change</vt:lpstr>
      <vt:lpstr>Leading at the Speed of Change</vt:lpstr>
      <vt:lpstr>The Hidden Bottleneck: Where Semiconductor Projects Lose Speed</vt:lpstr>
      <vt:lpstr>Project Control</vt:lpstr>
      <vt:lpstr>From Compliance to Commitment   How Leadership Mobilizes People Around Change</vt:lpstr>
      <vt:lpstr>The Four Leadership Moves:  A Framework to Run Projects Smarter and Faster under constant change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Andreea Simona Rasoga</dc:creator>
  <dc:description>V2.9 updated Jan 2025</dc:description>
  <cp:lastModifiedBy>Andreea Simona Rasoga</cp:lastModifiedBy>
  <cp:revision>2</cp:revision>
  <dcterms:created xsi:type="dcterms:W3CDTF">2025-10-17T03:59:39Z</dcterms:created>
  <dcterms:modified xsi:type="dcterms:W3CDTF">2026-10-14T08:18:07Z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0x01010029C166F65F856A479633CBB32FFBCD8A</vt:lpwstr>
  </property>
</Properties>
</file>